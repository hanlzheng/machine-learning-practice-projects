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9" r:id="rId3"/>
    <p:sldId id="275" r:id="rId4"/>
    <p:sldId id="260" r:id="rId5"/>
    <p:sldId id="278" r:id="rId6"/>
    <p:sldId id="280" r:id="rId7"/>
    <p:sldId id="279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63" r:id="rId21"/>
    <p:sldId id="293" r:id="rId22"/>
    <p:sldId id="265" r:id="rId23"/>
  </p:sldIdLst>
  <p:sldSz cx="9144000" cy="5143500" type="screen16x9"/>
  <p:notesSz cx="6858000" cy="9144000"/>
  <p:custDataLst>
    <p:tags r:id="rId2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DBA5C33-8CD8-4CB8-9EAF-A56FFBC6CC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4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b024b17ff9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2b024b17ff9_1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4" name="Google Shape;2934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5" name="Google Shape;2935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597DCA4A-21F3-6A38-5FBA-0E0EAC96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39AAD879-A3A3-207D-EF5E-3C017FDC3F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46195783-422E-4EA8-8E5C-F3763323D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02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23285A94-354A-A860-6CCF-A27AD078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92D05DF8-3D71-5389-0EB2-90509C37BF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03F2B0FE-4D70-53E4-4FCB-1E2BBCD3A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365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7AD9F165-D41A-A689-64FC-1D24FF01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41F242C5-64CF-FED8-BC6F-E02D17D506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DE206849-ACCA-B22D-5E6A-B6F0858708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134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0D30B23B-1AA1-C0C8-D0BE-77B89C68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2EC54CEC-53C0-8AD9-A50F-A26DDD16AC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3422FAD3-A2D8-87F8-1153-7C671B37A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056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4DAA8032-75B6-3B18-DD6A-C3AD8B828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471B6BA4-A9EB-9879-09D4-DC1F325C67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2817BD2E-B133-1E74-616E-E198628A83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40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5C1BC0CA-F3AA-D8DA-B557-76CA893D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F96AFA1F-C73F-C208-9E2B-FF27A0AD4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068245F4-C35A-0DDB-8B9C-32581BC46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956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F4CA9D1C-A745-C624-E9B5-DF96162E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B30F90F0-C43C-883F-7A51-609AE3017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89D4CC27-E366-0E6C-6347-536ABD4CEC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605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BD7AAFA5-48BC-DDAE-F3F3-AE74DCF9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1C8994CC-E041-8A00-83FE-F3E78FA8E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824509E5-AC60-AFE4-1EA9-E25D8444B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549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4504FACA-698E-0A5D-AC30-BAB8FC09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F36D5A62-662A-B73F-1AF1-81C914015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9BC72FFC-1AE1-990B-C140-C1104FC77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65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38EE98DB-249F-32E3-79CE-3D85D2F6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72C334C5-A717-5BD2-EE92-A6A576953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3EFE0D97-221E-D2E7-83A5-D6DCD81E4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09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983E0C53-FCA0-6A32-F37E-6367CCA5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9E081E96-46BC-23C4-962D-FEE5D2BB92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6ACF42C0-DDCC-7871-1A15-7256159A3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613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A918A14A-CF4D-64F7-8A58-604B2544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0AF75597-C478-B50D-3D96-3BDBEE6D3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46D31478-AA74-E178-DC08-DE15E4CD5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873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AE2ABB01-FDE7-90DC-4901-2082C659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7640AC97-415B-5548-0881-90CF5A6E5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DE0090D3-88CC-6BF5-4918-F41C1665D8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 dirty="0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- Scatter plot comparing actual vs predicted revenue for all 3 models - Red dashed line = perfect prediction - Points close to the red line = accurate predictions</a:t>
            </a:r>
            <a:endParaRPr sz="1200" i="1" dirty="0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205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2931C6CB-DEBE-C0B0-F947-B677CF3B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D8D6ABC3-77C0-9D88-445A-60F174675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D7F7D296-A832-8743-9552-7B6A0DFD4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 dirty="0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900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>
          <a:extLst>
            <a:ext uri="{FF2B5EF4-FFF2-40B4-BE49-F238E27FC236}">
              <a16:creationId xmlns:a16="http://schemas.microsoft.com/office/drawing/2014/main" id="{E90BB011-D2E7-491B-7CC0-1D9850E6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d431007ba2_0_215:notes">
            <a:extLst>
              <a:ext uri="{FF2B5EF4-FFF2-40B4-BE49-F238E27FC236}">
                <a16:creationId xmlns:a16="http://schemas.microsoft.com/office/drawing/2014/main" id="{ED49244C-30FF-533A-7394-D3EA5C4E6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d431007ba2_0_215:notes">
            <a:extLst>
              <a:ext uri="{FF2B5EF4-FFF2-40B4-BE49-F238E27FC236}">
                <a16:creationId xmlns:a16="http://schemas.microsoft.com/office/drawing/2014/main" id="{220201E9-8D72-63F7-A794-B1E7CE633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200" dirty="0"/>
              <a:t>Top 3 strongest predictors: - </a:t>
            </a:r>
            <a:r>
              <a:rPr lang="en-US" sz="1200" dirty="0" err="1"/>
              <a:t>vote_count</a:t>
            </a:r>
            <a:r>
              <a:rPr lang="en-US" sz="1200" dirty="0"/>
              <a:t> (0.55) — audience engagement is the strongest signal - budget (0.14) — higher production cost tends to mean higher revenue - popularity (0.06) — TMDB public interest score Weakest predictors: - </a:t>
            </a:r>
            <a:r>
              <a:rPr lang="en-US" sz="1200" dirty="0" err="1"/>
              <a:t>release_month</a:t>
            </a:r>
            <a:r>
              <a:rPr lang="en-US" sz="1200" dirty="0"/>
              <a:t>, </a:t>
            </a:r>
            <a:r>
              <a:rPr lang="en-US" sz="1200" dirty="0" err="1"/>
              <a:t>num_companies</a:t>
            </a:r>
            <a:r>
              <a:rPr lang="en-US" sz="1200" dirty="0"/>
              <a:t>, </a:t>
            </a:r>
            <a:r>
              <a:rPr lang="en-US" sz="1200" dirty="0" err="1"/>
              <a:t>num_genres</a:t>
            </a:r>
            <a:r>
              <a:rPr lang="en-US" sz="1200" dirty="0"/>
              <a:t> - </a:t>
            </a:r>
            <a:r>
              <a:rPr lang="en-US" sz="1200" dirty="0" err="1"/>
              <a:t>num_languages</a:t>
            </a:r>
            <a:r>
              <a:rPr lang="en-US" sz="1200" dirty="0"/>
              <a:t>, </a:t>
            </a:r>
            <a:r>
              <a:rPr lang="en-US" sz="1200" dirty="0" err="1"/>
              <a:t>num_countries</a:t>
            </a:r>
            <a:endParaRPr sz="1200" i="1" dirty="0">
              <a:solidFill>
                <a:srgbClr val="595959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8732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>
          <a:extLst>
            <a:ext uri="{FF2B5EF4-FFF2-40B4-BE49-F238E27FC236}">
              <a16:creationId xmlns:a16="http://schemas.microsoft.com/office/drawing/2014/main" id="{C1498395-3B11-3918-DCAD-DB56F3D6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184d99d1a72_0_57:notes">
            <a:extLst>
              <a:ext uri="{FF2B5EF4-FFF2-40B4-BE49-F238E27FC236}">
                <a16:creationId xmlns:a16="http://schemas.microsoft.com/office/drawing/2014/main" id="{815051D7-0C4B-5D11-CE8B-7EEC27BB0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184d99d1a72_0_57:notes">
            <a:extLst>
              <a:ext uri="{FF2B5EF4-FFF2-40B4-BE49-F238E27FC236}">
                <a16:creationId xmlns:a16="http://schemas.microsoft.com/office/drawing/2014/main" id="{E3482A51-E703-D483-E125-EF08084DE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9391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g18680c384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2" name="Google Shape;2332;g18680c384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776738"/>
            <a:ext cx="4404300" cy="26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695663"/>
            <a:ext cx="22908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805122" y="272562"/>
            <a:ext cx="1060142" cy="2204569"/>
            <a:chOff x="7884647" y="-694601"/>
            <a:chExt cx="1060142" cy="2204569"/>
          </a:xfrm>
        </p:grpSpPr>
        <p:sp>
          <p:nvSpPr>
            <p:cNvPr id="12" name="Google Shape;12;p2"/>
            <p:cNvSpPr/>
            <p:nvPr/>
          </p:nvSpPr>
          <p:spPr>
            <a:xfrm>
              <a:off x="8086870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2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91318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894999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884647" y="-55978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289094" y="-55978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692776" y="-55978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086870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491318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894999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884647" y="-29014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289094" y="-29014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692776" y="-29014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086870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91318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894999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884647" y="-2128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289094" y="-21280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3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3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692776" y="-2128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86870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2" y="44"/>
                    <a:pt x="60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2" y="2"/>
                    <a:pt x="48" y="5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491318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894999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84647" y="2483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289094" y="24835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692776" y="2483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86870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491318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894999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884647" y="51798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289094" y="51798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692776" y="51798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086870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8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491318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894999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884647" y="78685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289094" y="786857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3"/>
                  </a:moveTo>
                  <a:lnTo>
                    <a:pt x="64" y="33"/>
                  </a:lnTo>
                  <a:cubicBezTo>
                    <a:pt x="64" y="38"/>
                    <a:pt x="63" y="44"/>
                    <a:pt x="60" y="49"/>
                  </a:cubicBezTo>
                  <a:cubicBezTo>
                    <a:pt x="57" y="54"/>
                    <a:pt x="53" y="57"/>
                    <a:pt x="48" y="60"/>
                  </a:cubicBezTo>
                  <a:cubicBezTo>
                    <a:pt x="43" y="62"/>
                    <a:pt x="38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4" y="49"/>
                  </a:cubicBezTo>
                  <a:cubicBezTo>
                    <a:pt x="1" y="44"/>
                    <a:pt x="0" y="38"/>
                    <a:pt x="0" y="33"/>
                  </a:cubicBezTo>
                  <a:cubicBezTo>
                    <a:pt x="0" y="27"/>
                    <a:pt x="1" y="21"/>
                    <a:pt x="4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6" y="12"/>
                    <a:pt x="60" y="17"/>
                  </a:cubicBezTo>
                  <a:cubicBezTo>
                    <a:pt x="62" y="21"/>
                    <a:pt x="64" y="27"/>
                    <a:pt x="64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692776" y="78685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8086870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491318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894999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884647" y="105649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9094" y="105649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8692776" y="105649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8086870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8491318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8894999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7884647" y="1326127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8289094" y="1326127"/>
              <a:ext cx="49790" cy="49024"/>
            </a:xfrm>
            <a:custGeom>
              <a:avLst/>
              <a:gdLst/>
              <a:ahLst/>
              <a:cxnLst/>
              <a:rect l="l" t="t" r="r" b="b"/>
              <a:pathLst>
                <a:path w="65" h="64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2"/>
                    <a:pt x="53" y="56"/>
                    <a:pt x="48" y="58"/>
                  </a:cubicBezTo>
                  <a:cubicBezTo>
                    <a:pt x="43" y="61"/>
                    <a:pt x="38" y="63"/>
                    <a:pt x="32" y="63"/>
                  </a:cubicBezTo>
                  <a:cubicBezTo>
                    <a:pt x="26" y="63"/>
                    <a:pt x="21" y="61"/>
                    <a:pt x="16" y="58"/>
                  </a:cubicBezTo>
                  <a:cubicBezTo>
                    <a:pt x="11" y="56"/>
                    <a:pt x="7" y="52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692776" y="1326127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8086870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8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8491318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8894999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713225" y="1938875"/>
            <a:ext cx="3223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771050"/>
            <a:ext cx="10602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5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3"/>
          <p:cNvSpPr>
            <a:spLocks noGrp="1"/>
          </p:cNvSpPr>
          <p:nvPr>
            <p:ph type="pic" idx="3"/>
          </p:nvPr>
        </p:nvSpPr>
        <p:spPr>
          <a:xfrm>
            <a:off x="6240700" y="0"/>
            <a:ext cx="2903400" cy="5143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>
            <a:spLocks noGrp="1"/>
          </p:cNvSpPr>
          <p:nvPr>
            <p:ph type="title"/>
          </p:nvPr>
        </p:nvSpPr>
        <p:spPr>
          <a:xfrm>
            <a:off x="3659725" y="448050"/>
            <a:ext cx="477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7"/>
          <p:cNvSpPr txBox="1">
            <a:spLocks noGrp="1"/>
          </p:cNvSpPr>
          <p:nvPr>
            <p:ph type="subTitle" idx="1"/>
          </p:nvPr>
        </p:nvSpPr>
        <p:spPr>
          <a:xfrm>
            <a:off x="3659725" y="1331300"/>
            <a:ext cx="3714600" cy="17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>
            <a:spLocks noGrp="1"/>
          </p:cNvSpPr>
          <p:nvPr>
            <p:ph type="pic" idx="2"/>
          </p:nvPr>
        </p:nvSpPr>
        <p:spPr>
          <a:xfrm>
            <a:off x="0" y="0"/>
            <a:ext cx="2903400" cy="5143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6" name="Google Shape;246;p7"/>
          <p:cNvGrpSpPr/>
          <p:nvPr/>
        </p:nvGrpSpPr>
        <p:grpSpPr>
          <a:xfrm>
            <a:off x="8411780" y="272556"/>
            <a:ext cx="453484" cy="3820075"/>
            <a:chOff x="8411780" y="362156"/>
            <a:chExt cx="453484" cy="3820075"/>
          </a:xfrm>
        </p:grpSpPr>
        <p:sp>
          <p:nvSpPr>
            <p:cNvPr id="247" name="Google Shape;247;p7"/>
            <p:cNvSpPr/>
            <p:nvPr/>
          </p:nvSpPr>
          <p:spPr>
            <a:xfrm>
              <a:off x="8411793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8411793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8411793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8411793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8411793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8411793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8613251" y="3998389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8411793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8411793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8411793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8613251" y="37287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8613251" y="21124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8613251" y="345912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8613251" y="3190251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8613251" y="2650982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8613251" y="238211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8613251" y="2920617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8815474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8815474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8815474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8815474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8815474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8815474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8815474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8815474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8815474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8411780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8411780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8411780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8411780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8411780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8613238" y="1843614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8411780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8613238" y="15739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8613238" y="1304345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8613238" y="1035476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8613238" y="49620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8613238" y="76584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8815462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8815462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8815462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8815462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8815462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8815462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93" name="Google Shape;293;p8"/>
          <p:cNvGrpSpPr/>
          <p:nvPr/>
        </p:nvGrpSpPr>
        <p:grpSpPr>
          <a:xfrm>
            <a:off x="7805122" y="272562"/>
            <a:ext cx="1060142" cy="2204569"/>
            <a:chOff x="7884647" y="-694601"/>
            <a:chExt cx="1060142" cy="2204569"/>
          </a:xfrm>
        </p:grpSpPr>
        <p:sp>
          <p:nvSpPr>
            <p:cNvPr id="294" name="Google Shape;294;p8"/>
            <p:cNvSpPr/>
            <p:nvPr/>
          </p:nvSpPr>
          <p:spPr>
            <a:xfrm>
              <a:off x="8086870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2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8491318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8894999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7884647" y="-55978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8289094" y="-55978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8692776" y="-55978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8086870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8491318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8894999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7884647" y="-29014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8289094" y="-29014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8692776" y="-29014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8086870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8491318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8894999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7884647" y="-2128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8289094" y="-21280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3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3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8692776" y="-2128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8086870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2" y="44"/>
                    <a:pt x="60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2" y="2"/>
                    <a:pt x="48" y="5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8491318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8894999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7884647" y="2483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8289094" y="24835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8692776" y="2483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8086870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8491318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8894999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7884647" y="51798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8289094" y="51798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8692776" y="51798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8086870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8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8491318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8894999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7884647" y="78685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8289094" y="786857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3"/>
                  </a:moveTo>
                  <a:lnTo>
                    <a:pt x="64" y="33"/>
                  </a:lnTo>
                  <a:cubicBezTo>
                    <a:pt x="64" y="38"/>
                    <a:pt x="63" y="44"/>
                    <a:pt x="60" y="49"/>
                  </a:cubicBezTo>
                  <a:cubicBezTo>
                    <a:pt x="57" y="54"/>
                    <a:pt x="53" y="57"/>
                    <a:pt x="48" y="60"/>
                  </a:cubicBezTo>
                  <a:cubicBezTo>
                    <a:pt x="43" y="62"/>
                    <a:pt x="38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4" y="49"/>
                  </a:cubicBezTo>
                  <a:cubicBezTo>
                    <a:pt x="1" y="44"/>
                    <a:pt x="0" y="38"/>
                    <a:pt x="0" y="33"/>
                  </a:cubicBezTo>
                  <a:cubicBezTo>
                    <a:pt x="0" y="27"/>
                    <a:pt x="1" y="21"/>
                    <a:pt x="4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6" y="12"/>
                    <a:pt x="60" y="17"/>
                  </a:cubicBezTo>
                  <a:cubicBezTo>
                    <a:pt x="62" y="21"/>
                    <a:pt x="64" y="27"/>
                    <a:pt x="64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8692776" y="78685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8086870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8491318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8894999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7884647" y="105649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8289094" y="105649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8692776" y="105649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8086870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8491318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8894999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7884647" y="1326127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8289094" y="1326127"/>
              <a:ext cx="49790" cy="49024"/>
            </a:xfrm>
            <a:custGeom>
              <a:avLst/>
              <a:gdLst/>
              <a:ahLst/>
              <a:cxnLst/>
              <a:rect l="l" t="t" r="r" b="b"/>
              <a:pathLst>
                <a:path w="65" h="64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2"/>
                    <a:pt x="53" y="56"/>
                    <a:pt x="48" y="58"/>
                  </a:cubicBezTo>
                  <a:cubicBezTo>
                    <a:pt x="43" y="61"/>
                    <a:pt x="38" y="63"/>
                    <a:pt x="32" y="63"/>
                  </a:cubicBezTo>
                  <a:cubicBezTo>
                    <a:pt x="26" y="63"/>
                    <a:pt x="21" y="61"/>
                    <a:pt x="16" y="58"/>
                  </a:cubicBezTo>
                  <a:cubicBezTo>
                    <a:pt x="11" y="56"/>
                    <a:pt x="7" y="52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8692776" y="1326127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8086870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8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8491318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8894999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48" name="Google Shape;348;p9"/>
          <p:cNvGrpSpPr/>
          <p:nvPr/>
        </p:nvGrpSpPr>
        <p:grpSpPr>
          <a:xfrm>
            <a:off x="8411780" y="272556"/>
            <a:ext cx="453484" cy="3820075"/>
            <a:chOff x="8411780" y="362156"/>
            <a:chExt cx="453484" cy="3820075"/>
          </a:xfrm>
        </p:grpSpPr>
        <p:sp>
          <p:nvSpPr>
            <p:cNvPr id="349" name="Google Shape;349;p9"/>
            <p:cNvSpPr/>
            <p:nvPr/>
          </p:nvSpPr>
          <p:spPr>
            <a:xfrm>
              <a:off x="8411793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8411793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8411793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8411793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8411793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8411793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8613251" y="3998389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8411793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8411793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8411793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8613251" y="37287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8613251" y="21124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8613251" y="345912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8613251" y="3190251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8613251" y="2650982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8613251" y="238211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8613251" y="2920617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8815474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8815474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8815474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8815474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8815474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8815474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8815474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8815474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8815474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8411780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8411780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8411780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8411780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8411780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8613238" y="1843614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8411780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8613238" y="15739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8613238" y="1304345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8613238" y="1035476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8613238" y="49620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8613238" y="76584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8815462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8815462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8815462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8815462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8815462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8815462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41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297525"/>
            <a:ext cx="564300" cy="44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8" name="Google Shape;448;p13"/>
          <p:cNvSpPr txBox="1">
            <a:spLocks noGrp="1"/>
          </p:cNvSpPr>
          <p:nvPr>
            <p:ph type="title" idx="3" hasCustomPrompt="1"/>
          </p:nvPr>
        </p:nvSpPr>
        <p:spPr>
          <a:xfrm>
            <a:off x="3004238" y="1297525"/>
            <a:ext cx="564300" cy="44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9" name="Google Shape;449;p13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2462274"/>
            <a:ext cx="564300" cy="44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0" name="Google Shape;450;p13"/>
          <p:cNvSpPr txBox="1">
            <a:spLocks noGrp="1"/>
          </p:cNvSpPr>
          <p:nvPr>
            <p:ph type="title" idx="5" hasCustomPrompt="1"/>
          </p:nvPr>
        </p:nvSpPr>
        <p:spPr>
          <a:xfrm>
            <a:off x="3004238" y="2462263"/>
            <a:ext cx="564300" cy="44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1" name="Google Shape;451;p13"/>
          <p:cNvSpPr txBox="1">
            <a:spLocks noGrp="1"/>
          </p:cNvSpPr>
          <p:nvPr>
            <p:ph type="title" idx="6" hasCustomPrompt="1"/>
          </p:nvPr>
        </p:nvSpPr>
        <p:spPr>
          <a:xfrm>
            <a:off x="713225" y="3627023"/>
            <a:ext cx="564300" cy="44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2" name="Google Shape;452;p13"/>
          <p:cNvSpPr txBox="1">
            <a:spLocks noGrp="1"/>
          </p:cNvSpPr>
          <p:nvPr>
            <p:ph type="title" idx="7" hasCustomPrompt="1"/>
          </p:nvPr>
        </p:nvSpPr>
        <p:spPr>
          <a:xfrm>
            <a:off x="3004238" y="3627002"/>
            <a:ext cx="564300" cy="44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3" name="Google Shape;453;p13"/>
          <p:cNvSpPr txBox="1">
            <a:spLocks noGrp="1"/>
          </p:cNvSpPr>
          <p:nvPr>
            <p:ph type="subTitle" idx="1"/>
          </p:nvPr>
        </p:nvSpPr>
        <p:spPr>
          <a:xfrm>
            <a:off x="713225" y="1814725"/>
            <a:ext cx="18849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4" name="Google Shape;454;p13"/>
          <p:cNvSpPr txBox="1">
            <a:spLocks noGrp="1"/>
          </p:cNvSpPr>
          <p:nvPr>
            <p:ph type="subTitle" idx="8"/>
          </p:nvPr>
        </p:nvSpPr>
        <p:spPr>
          <a:xfrm>
            <a:off x="713225" y="2979463"/>
            <a:ext cx="18849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5" name="Google Shape;455;p13"/>
          <p:cNvSpPr txBox="1">
            <a:spLocks noGrp="1"/>
          </p:cNvSpPr>
          <p:nvPr>
            <p:ph type="subTitle" idx="9"/>
          </p:nvPr>
        </p:nvSpPr>
        <p:spPr>
          <a:xfrm>
            <a:off x="713225" y="4144227"/>
            <a:ext cx="18849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6" name="Google Shape;456;p13"/>
          <p:cNvSpPr txBox="1">
            <a:spLocks noGrp="1"/>
          </p:cNvSpPr>
          <p:nvPr>
            <p:ph type="subTitle" idx="13"/>
          </p:nvPr>
        </p:nvSpPr>
        <p:spPr>
          <a:xfrm>
            <a:off x="3004238" y="1814725"/>
            <a:ext cx="18837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7" name="Google Shape;457;p13"/>
          <p:cNvSpPr txBox="1">
            <a:spLocks noGrp="1"/>
          </p:cNvSpPr>
          <p:nvPr>
            <p:ph type="subTitle" idx="14"/>
          </p:nvPr>
        </p:nvSpPr>
        <p:spPr>
          <a:xfrm>
            <a:off x="3004238" y="2979463"/>
            <a:ext cx="18837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8" name="Google Shape;458;p13"/>
          <p:cNvSpPr txBox="1">
            <a:spLocks noGrp="1"/>
          </p:cNvSpPr>
          <p:nvPr>
            <p:ph type="subTitle" idx="15"/>
          </p:nvPr>
        </p:nvSpPr>
        <p:spPr>
          <a:xfrm>
            <a:off x="3004238" y="4144227"/>
            <a:ext cx="18837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59" name="Google Shape;459;p13"/>
          <p:cNvGrpSpPr/>
          <p:nvPr/>
        </p:nvGrpSpPr>
        <p:grpSpPr>
          <a:xfrm>
            <a:off x="7805122" y="272562"/>
            <a:ext cx="1060142" cy="2204569"/>
            <a:chOff x="7884647" y="-694601"/>
            <a:chExt cx="1060142" cy="2204569"/>
          </a:xfrm>
        </p:grpSpPr>
        <p:sp>
          <p:nvSpPr>
            <p:cNvPr id="460" name="Google Shape;460;p13"/>
            <p:cNvSpPr/>
            <p:nvPr/>
          </p:nvSpPr>
          <p:spPr>
            <a:xfrm>
              <a:off x="7884647" y="-2128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7884647" y="1326127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7884647" y="-55978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7884647" y="105649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7884647" y="78685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7884647" y="51798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7884647" y="2483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7884647" y="-29014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8086870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8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8086870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8086870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2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3"/>
            <p:cNvSpPr/>
            <p:nvPr/>
          </p:nvSpPr>
          <p:spPr>
            <a:xfrm>
              <a:off x="8086870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3"/>
            <p:cNvSpPr/>
            <p:nvPr/>
          </p:nvSpPr>
          <p:spPr>
            <a:xfrm>
              <a:off x="8086870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8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3"/>
            <p:cNvSpPr/>
            <p:nvPr/>
          </p:nvSpPr>
          <p:spPr>
            <a:xfrm>
              <a:off x="8086870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2" y="44"/>
                    <a:pt x="60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2" y="2"/>
                    <a:pt x="48" y="5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3"/>
            <p:cNvSpPr/>
            <p:nvPr/>
          </p:nvSpPr>
          <p:spPr>
            <a:xfrm>
              <a:off x="8086870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3"/>
            <p:cNvSpPr/>
            <p:nvPr/>
          </p:nvSpPr>
          <p:spPr>
            <a:xfrm>
              <a:off x="8086870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3"/>
            <p:cNvSpPr/>
            <p:nvPr/>
          </p:nvSpPr>
          <p:spPr>
            <a:xfrm>
              <a:off x="8086870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3"/>
            <p:cNvSpPr/>
            <p:nvPr/>
          </p:nvSpPr>
          <p:spPr>
            <a:xfrm>
              <a:off x="8289094" y="1326127"/>
              <a:ext cx="49790" cy="49024"/>
            </a:xfrm>
            <a:custGeom>
              <a:avLst/>
              <a:gdLst/>
              <a:ahLst/>
              <a:cxnLst/>
              <a:rect l="l" t="t" r="r" b="b"/>
              <a:pathLst>
                <a:path w="65" h="64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2"/>
                    <a:pt x="53" y="56"/>
                    <a:pt x="48" y="58"/>
                  </a:cubicBezTo>
                  <a:cubicBezTo>
                    <a:pt x="43" y="61"/>
                    <a:pt x="38" y="63"/>
                    <a:pt x="32" y="63"/>
                  </a:cubicBezTo>
                  <a:cubicBezTo>
                    <a:pt x="26" y="63"/>
                    <a:pt x="21" y="61"/>
                    <a:pt x="16" y="58"/>
                  </a:cubicBezTo>
                  <a:cubicBezTo>
                    <a:pt x="11" y="56"/>
                    <a:pt x="7" y="52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3"/>
            <p:cNvSpPr/>
            <p:nvPr/>
          </p:nvSpPr>
          <p:spPr>
            <a:xfrm>
              <a:off x="8289094" y="51798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3"/>
            <p:cNvSpPr/>
            <p:nvPr/>
          </p:nvSpPr>
          <p:spPr>
            <a:xfrm>
              <a:off x="8289094" y="105649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3"/>
            <p:cNvSpPr/>
            <p:nvPr/>
          </p:nvSpPr>
          <p:spPr>
            <a:xfrm>
              <a:off x="8289094" y="786857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3"/>
                  </a:moveTo>
                  <a:lnTo>
                    <a:pt x="64" y="33"/>
                  </a:lnTo>
                  <a:cubicBezTo>
                    <a:pt x="64" y="38"/>
                    <a:pt x="63" y="44"/>
                    <a:pt x="60" y="49"/>
                  </a:cubicBezTo>
                  <a:cubicBezTo>
                    <a:pt x="57" y="54"/>
                    <a:pt x="53" y="57"/>
                    <a:pt x="48" y="60"/>
                  </a:cubicBezTo>
                  <a:cubicBezTo>
                    <a:pt x="43" y="62"/>
                    <a:pt x="38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4" y="49"/>
                  </a:cubicBezTo>
                  <a:cubicBezTo>
                    <a:pt x="1" y="44"/>
                    <a:pt x="0" y="38"/>
                    <a:pt x="0" y="33"/>
                  </a:cubicBezTo>
                  <a:cubicBezTo>
                    <a:pt x="0" y="27"/>
                    <a:pt x="1" y="21"/>
                    <a:pt x="4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6" y="12"/>
                    <a:pt x="60" y="17"/>
                  </a:cubicBezTo>
                  <a:cubicBezTo>
                    <a:pt x="62" y="21"/>
                    <a:pt x="64" y="27"/>
                    <a:pt x="64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3"/>
            <p:cNvSpPr/>
            <p:nvPr/>
          </p:nvSpPr>
          <p:spPr>
            <a:xfrm>
              <a:off x="8491318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3"/>
            <p:cNvSpPr/>
            <p:nvPr/>
          </p:nvSpPr>
          <p:spPr>
            <a:xfrm>
              <a:off x="8491318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3"/>
            <p:cNvSpPr/>
            <p:nvPr/>
          </p:nvSpPr>
          <p:spPr>
            <a:xfrm>
              <a:off x="8289094" y="-29014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3"/>
            <p:cNvSpPr/>
            <p:nvPr/>
          </p:nvSpPr>
          <p:spPr>
            <a:xfrm>
              <a:off x="8491318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3"/>
            <p:cNvSpPr/>
            <p:nvPr/>
          </p:nvSpPr>
          <p:spPr>
            <a:xfrm>
              <a:off x="8289094" y="24835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3"/>
            <p:cNvSpPr/>
            <p:nvPr/>
          </p:nvSpPr>
          <p:spPr>
            <a:xfrm>
              <a:off x="8289094" y="-21280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3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3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3"/>
            <p:cNvSpPr/>
            <p:nvPr/>
          </p:nvSpPr>
          <p:spPr>
            <a:xfrm>
              <a:off x="8491318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3"/>
            <p:cNvSpPr/>
            <p:nvPr/>
          </p:nvSpPr>
          <p:spPr>
            <a:xfrm>
              <a:off x="8289094" y="-55978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3"/>
            <p:cNvSpPr/>
            <p:nvPr/>
          </p:nvSpPr>
          <p:spPr>
            <a:xfrm>
              <a:off x="8491318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3"/>
            <p:cNvSpPr/>
            <p:nvPr/>
          </p:nvSpPr>
          <p:spPr>
            <a:xfrm>
              <a:off x="8491318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3"/>
            <p:cNvSpPr/>
            <p:nvPr/>
          </p:nvSpPr>
          <p:spPr>
            <a:xfrm>
              <a:off x="8692776" y="1326127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3"/>
            <p:cNvSpPr/>
            <p:nvPr/>
          </p:nvSpPr>
          <p:spPr>
            <a:xfrm>
              <a:off x="8491318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3"/>
            <p:cNvSpPr/>
            <p:nvPr/>
          </p:nvSpPr>
          <p:spPr>
            <a:xfrm>
              <a:off x="8491318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3"/>
            <p:cNvSpPr/>
            <p:nvPr/>
          </p:nvSpPr>
          <p:spPr>
            <a:xfrm>
              <a:off x="8491318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3"/>
            <p:cNvSpPr/>
            <p:nvPr/>
          </p:nvSpPr>
          <p:spPr>
            <a:xfrm>
              <a:off x="8692776" y="105649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8692776" y="-55978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8692776" y="78685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8692776" y="51798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3"/>
            <p:cNvSpPr/>
            <p:nvPr/>
          </p:nvSpPr>
          <p:spPr>
            <a:xfrm>
              <a:off x="8692776" y="-2128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8692776" y="-29014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3"/>
            <p:cNvSpPr/>
            <p:nvPr/>
          </p:nvSpPr>
          <p:spPr>
            <a:xfrm>
              <a:off x="8692776" y="2483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3"/>
            <p:cNvSpPr/>
            <p:nvPr/>
          </p:nvSpPr>
          <p:spPr>
            <a:xfrm>
              <a:off x="8894999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8894999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3"/>
            <p:cNvSpPr/>
            <p:nvPr/>
          </p:nvSpPr>
          <p:spPr>
            <a:xfrm>
              <a:off x="8894999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3"/>
            <p:cNvSpPr/>
            <p:nvPr/>
          </p:nvSpPr>
          <p:spPr>
            <a:xfrm>
              <a:off x="8894999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3"/>
            <p:cNvSpPr/>
            <p:nvPr/>
          </p:nvSpPr>
          <p:spPr>
            <a:xfrm>
              <a:off x="8894999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3"/>
            <p:cNvSpPr/>
            <p:nvPr/>
          </p:nvSpPr>
          <p:spPr>
            <a:xfrm>
              <a:off x="8894999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3"/>
            <p:cNvSpPr/>
            <p:nvPr/>
          </p:nvSpPr>
          <p:spPr>
            <a:xfrm>
              <a:off x="8894999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3"/>
            <p:cNvSpPr/>
            <p:nvPr/>
          </p:nvSpPr>
          <p:spPr>
            <a:xfrm>
              <a:off x="8894999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3"/>
            <p:cNvSpPr/>
            <p:nvPr/>
          </p:nvSpPr>
          <p:spPr>
            <a:xfrm>
              <a:off x="8894999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99" name="Google Shape;599;p15"/>
          <p:cNvGrpSpPr/>
          <p:nvPr/>
        </p:nvGrpSpPr>
        <p:grpSpPr>
          <a:xfrm>
            <a:off x="8411780" y="272556"/>
            <a:ext cx="453484" cy="3820075"/>
            <a:chOff x="8411780" y="362156"/>
            <a:chExt cx="453484" cy="3820075"/>
          </a:xfrm>
        </p:grpSpPr>
        <p:sp>
          <p:nvSpPr>
            <p:cNvPr id="600" name="Google Shape;600;p15"/>
            <p:cNvSpPr/>
            <p:nvPr/>
          </p:nvSpPr>
          <p:spPr>
            <a:xfrm>
              <a:off x="8411793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5"/>
            <p:cNvSpPr/>
            <p:nvPr/>
          </p:nvSpPr>
          <p:spPr>
            <a:xfrm>
              <a:off x="8411793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5"/>
            <p:cNvSpPr/>
            <p:nvPr/>
          </p:nvSpPr>
          <p:spPr>
            <a:xfrm>
              <a:off x="8411793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5"/>
            <p:cNvSpPr/>
            <p:nvPr/>
          </p:nvSpPr>
          <p:spPr>
            <a:xfrm>
              <a:off x="8411793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5"/>
            <p:cNvSpPr/>
            <p:nvPr/>
          </p:nvSpPr>
          <p:spPr>
            <a:xfrm>
              <a:off x="8411793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5"/>
            <p:cNvSpPr/>
            <p:nvPr/>
          </p:nvSpPr>
          <p:spPr>
            <a:xfrm>
              <a:off x="8411793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5"/>
            <p:cNvSpPr/>
            <p:nvPr/>
          </p:nvSpPr>
          <p:spPr>
            <a:xfrm>
              <a:off x="8613251" y="3998389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5"/>
            <p:cNvSpPr/>
            <p:nvPr/>
          </p:nvSpPr>
          <p:spPr>
            <a:xfrm>
              <a:off x="8411793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5"/>
            <p:cNvSpPr/>
            <p:nvPr/>
          </p:nvSpPr>
          <p:spPr>
            <a:xfrm>
              <a:off x="8411793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5"/>
            <p:cNvSpPr/>
            <p:nvPr/>
          </p:nvSpPr>
          <p:spPr>
            <a:xfrm>
              <a:off x="8411793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5"/>
            <p:cNvSpPr/>
            <p:nvPr/>
          </p:nvSpPr>
          <p:spPr>
            <a:xfrm>
              <a:off x="8613251" y="37287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5"/>
            <p:cNvSpPr/>
            <p:nvPr/>
          </p:nvSpPr>
          <p:spPr>
            <a:xfrm>
              <a:off x="8613251" y="21124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5"/>
            <p:cNvSpPr/>
            <p:nvPr/>
          </p:nvSpPr>
          <p:spPr>
            <a:xfrm>
              <a:off x="8613251" y="345912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5"/>
            <p:cNvSpPr/>
            <p:nvPr/>
          </p:nvSpPr>
          <p:spPr>
            <a:xfrm>
              <a:off x="8613251" y="3190251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5"/>
            <p:cNvSpPr/>
            <p:nvPr/>
          </p:nvSpPr>
          <p:spPr>
            <a:xfrm>
              <a:off x="8613251" y="2650982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5"/>
            <p:cNvSpPr/>
            <p:nvPr/>
          </p:nvSpPr>
          <p:spPr>
            <a:xfrm>
              <a:off x="8613251" y="238211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5"/>
            <p:cNvSpPr/>
            <p:nvPr/>
          </p:nvSpPr>
          <p:spPr>
            <a:xfrm>
              <a:off x="8613251" y="2920617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5"/>
            <p:cNvSpPr/>
            <p:nvPr/>
          </p:nvSpPr>
          <p:spPr>
            <a:xfrm>
              <a:off x="8815474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5"/>
            <p:cNvSpPr/>
            <p:nvPr/>
          </p:nvSpPr>
          <p:spPr>
            <a:xfrm>
              <a:off x="8815474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5"/>
            <p:cNvSpPr/>
            <p:nvPr/>
          </p:nvSpPr>
          <p:spPr>
            <a:xfrm>
              <a:off x="8815474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5"/>
            <p:cNvSpPr/>
            <p:nvPr/>
          </p:nvSpPr>
          <p:spPr>
            <a:xfrm>
              <a:off x="8815474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5"/>
            <p:cNvSpPr/>
            <p:nvPr/>
          </p:nvSpPr>
          <p:spPr>
            <a:xfrm>
              <a:off x="8815474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5"/>
            <p:cNvSpPr/>
            <p:nvPr/>
          </p:nvSpPr>
          <p:spPr>
            <a:xfrm>
              <a:off x="8815474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5"/>
            <p:cNvSpPr/>
            <p:nvPr/>
          </p:nvSpPr>
          <p:spPr>
            <a:xfrm>
              <a:off x="8815474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5"/>
            <p:cNvSpPr/>
            <p:nvPr/>
          </p:nvSpPr>
          <p:spPr>
            <a:xfrm>
              <a:off x="8815474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5"/>
            <p:cNvSpPr/>
            <p:nvPr/>
          </p:nvSpPr>
          <p:spPr>
            <a:xfrm>
              <a:off x="8815474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5"/>
            <p:cNvSpPr/>
            <p:nvPr/>
          </p:nvSpPr>
          <p:spPr>
            <a:xfrm>
              <a:off x="8411780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5"/>
            <p:cNvSpPr/>
            <p:nvPr/>
          </p:nvSpPr>
          <p:spPr>
            <a:xfrm>
              <a:off x="8411780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5"/>
            <p:cNvSpPr/>
            <p:nvPr/>
          </p:nvSpPr>
          <p:spPr>
            <a:xfrm>
              <a:off x="8411780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5"/>
            <p:cNvSpPr/>
            <p:nvPr/>
          </p:nvSpPr>
          <p:spPr>
            <a:xfrm>
              <a:off x="8411780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5"/>
            <p:cNvSpPr/>
            <p:nvPr/>
          </p:nvSpPr>
          <p:spPr>
            <a:xfrm>
              <a:off x="8411780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5"/>
            <p:cNvSpPr/>
            <p:nvPr/>
          </p:nvSpPr>
          <p:spPr>
            <a:xfrm>
              <a:off x="8613238" y="1843614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5"/>
            <p:cNvSpPr/>
            <p:nvPr/>
          </p:nvSpPr>
          <p:spPr>
            <a:xfrm>
              <a:off x="8411780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5"/>
            <p:cNvSpPr/>
            <p:nvPr/>
          </p:nvSpPr>
          <p:spPr>
            <a:xfrm>
              <a:off x="8613238" y="15739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5"/>
            <p:cNvSpPr/>
            <p:nvPr/>
          </p:nvSpPr>
          <p:spPr>
            <a:xfrm>
              <a:off x="8613238" y="1304345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5"/>
            <p:cNvSpPr/>
            <p:nvPr/>
          </p:nvSpPr>
          <p:spPr>
            <a:xfrm>
              <a:off x="8613238" y="1035476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5"/>
            <p:cNvSpPr/>
            <p:nvPr/>
          </p:nvSpPr>
          <p:spPr>
            <a:xfrm>
              <a:off x="8613238" y="49620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5"/>
            <p:cNvSpPr/>
            <p:nvPr/>
          </p:nvSpPr>
          <p:spPr>
            <a:xfrm>
              <a:off x="8613238" y="76584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5"/>
            <p:cNvSpPr/>
            <p:nvPr/>
          </p:nvSpPr>
          <p:spPr>
            <a:xfrm>
              <a:off x="8815462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5"/>
            <p:cNvSpPr/>
            <p:nvPr/>
          </p:nvSpPr>
          <p:spPr>
            <a:xfrm>
              <a:off x="8815462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5"/>
            <p:cNvSpPr/>
            <p:nvPr/>
          </p:nvSpPr>
          <p:spPr>
            <a:xfrm>
              <a:off x="8815462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>
              <a:off x="8815462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5"/>
            <p:cNvSpPr/>
            <p:nvPr/>
          </p:nvSpPr>
          <p:spPr>
            <a:xfrm>
              <a:off x="8815462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5"/>
            <p:cNvSpPr/>
            <p:nvPr/>
          </p:nvSpPr>
          <p:spPr>
            <a:xfrm>
              <a:off x="8815462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4" name="Google Shape;644;p15"/>
          <p:cNvGrpSpPr/>
          <p:nvPr/>
        </p:nvGrpSpPr>
        <p:grpSpPr>
          <a:xfrm>
            <a:off x="8028750" y="3953131"/>
            <a:ext cx="1017924" cy="1059919"/>
            <a:chOff x="8028750" y="3953131"/>
            <a:chExt cx="1017924" cy="1059919"/>
          </a:xfrm>
        </p:grpSpPr>
        <p:sp>
          <p:nvSpPr>
            <p:cNvPr id="645" name="Google Shape;645;p15"/>
            <p:cNvSpPr/>
            <p:nvPr/>
          </p:nvSpPr>
          <p:spPr>
            <a:xfrm>
              <a:off x="8028750" y="4762250"/>
              <a:ext cx="1017924" cy="250800"/>
            </a:xfrm>
            <a:custGeom>
              <a:avLst/>
              <a:gdLst/>
              <a:ahLst/>
              <a:cxnLst/>
              <a:rect l="l" t="t" r="r" b="b"/>
              <a:pathLst>
                <a:path w="5921" h="645" extrusionOk="0">
                  <a:moveTo>
                    <a:pt x="5920" y="322"/>
                  </a:moveTo>
                  <a:cubicBezTo>
                    <a:pt x="5920" y="379"/>
                    <a:pt x="5782" y="434"/>
                    <a:pt x="5523" y="483"/>
                  </a:cubicBezTo>
                  <a:cubicBezTo>
                    <a:pt x="5263" y="532"/>
                    <a:pt x="4890" y="573"/>
                    <a:pt x="4440" y="601"/>
                  </a:cubicBezTo>
                  <a:cubicBezTo>
                    <a:pt x="3990" y="629"/>
                    <a:pt x="3479" y="644"/>
                    <a:pt x="2960" y="644"/>
                  </a:cubicBezTo>
                  <a:cubicBezTo>
                    <a:pt x="2440" y="644"/>
                    <a:pt x="1930" y="629"/>
                    <a:pt x="1480" y="601"/>
                  </a:cubicBezTo>
                  <a:cubicBezTo>
                    <a:pt x="1030" y="573"/>
                    <a:pt x="657" y="532"/>
                    <a:pt x="397" y="483"/>
                  </a:cubicBezTo>
                  <a:cubicBezTo>
                    <a:pt x="137" y="434"/>
                    <a:pt x="0" y="379"/>
                    <a:pt x="0" y="322"/>
                  </a:cubicBezTo>
                  <a:cubicBezTo>
                    <a:pt x="0" y="266"/>
                    <a:pt x="137" y="210"/>
                    <a:pt x="397" y="161"/>
                  </a:cubicBezTo>
                  <a:cubicBezTo>
                    <a:pt x="657" y="112"/>
                    <a:pt x="1030" y="72"/>
                    <a:pt x="1480" y="43"/>
                  </a:cubicBezTo>
                  <a:cubicBezTo>
                    <a:pt x="1930" y="15"/>
                    <a:pt x="2441" y="0"/>
                    <a:pt x="2960" y="0"/>
                  </a:cubicBezTo>
                  <a:cubicBezTo>
                    <a:pt x="3480" y="0"/>
                    <a:pt x="3990" y="15"/>
                    <a:pt x="4440" y="43"/>
                  </a:cubicBezTo>
                  <a:cubicBezTo>
                    <a:pt x="4890" y="72"/>
                    <a:pt x="5264" y="112"/>
                    <a:pt x="5523" y="161"/>
                  </a:cubicBezTo>
                  <a:cubicBezTo>
                    <a:pt x="5783" y="210"/>
                    <a:pt x="5920" y="266"/>
                    <a:pt x="5920" y="3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6" name="Google Shape;646;p15"/>
            <p:cNvGrpSpPr/>
            <p:nvPr/>
          </p:nvGrpSpPr>
          <p:grpSpPr>
            <a:xfrm>
              <a:off x="8038040" y="3953131"/>
              <a:ext cx="927219" cy="991826"/>
              <a:chOff x="2523431" y="3126735"/>
              <a:chExt cx="668170" cy="714727"/>
            </a:xfrm>
          </p:grpSpPr>
          <p:sp>
            <p:nvSpPr>
              <p:cNvPr id="647" name="Google Shape;647;p15"/>
              <p:cNvSpPr/>
              <p:nvPr/>
            </p:nvSpPr>
            <p:spPr>
              <a:xfrm>
                <a:off x="2526561" y="3195978"/>
                <a:ext cx="439709" cy="323133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826" extrusionOk="0">
                    <a:moveTo>
                      <a:pt x="1123" y="575"/>
                    </a:moveTo>
                    <a:lnTo>
                      <a:pt x="1078" y="655"/>
                    </a:lnTo>
                    <a:cubicBezTo>
                      <a:pt x="1019" y="758"/>
                      <a:pt x="897" y="825"/>
                      <a:pt x="732" y="825"/>
                    </a:cubicBezTo>
                    <a:cubicBezTo>
                      <a:pt x="443" y="825"/>
                      <a:pt x="133" y="619"/>
                      <a:pt x="40" y="368"/>
                    </a:cubicBezTo>
                    <a:cubicBezTo>
                      <a:pt x="0" y="259"/>
                      <a:pt x="7" y="159"/>
                      <a:pt x="51" y="81"/>
                    </a:cubicBezTo>
                    <a:lnTo>
                      <a:pt x="96" y="0"/>
                    </a:lnTo>
                    <a:cubicBezTo>
                      <a:pt x="52" y="78"/>
                      <a:pt x="45" y="178"/>
                      <a:pt x="85" y="287"/>
                    </a:cubicBezTo>
                    <a:cubicBezTo>
                      <a:pt x="178" y="539"/>
                      <a:pt x="489" y="744"/>
                      <a:pt x="778" y="744"/>
                    </a:cubicBezTo>
                    <a:cubicBezTo>
                      <a:pt x="942" y="744"/>
                      <a:pt x="1065" y="677"/>
                      <a:pt x="1123" y="5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15"/>
              <p:cNvSpPr/>
              <p:nvPr/>
            </p:nvSpPr>
            <p:spPr>
              <a:xfrm>
                <a:off x="2523431" y="3129473"/>
                <a:ext cx="483523" cy="357950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915" extrusionOk="0">
                    <a:moveTo>
                      <a:pt x="449" y="0"/>
                    </a:moveTo>
                    <a:cubicBezTo>
                      <a:pt x="738" y="0"/>
                      <a:pt x="1049" y="205"/>
                      <a:pt x="1142" y="458"/>
                    </a:cubicBezTo>
                    <a:cubicBezTo>
                      <a:pt x="1235" y="710"/>
                      <a:pt x="1075" y="914"/>
                      <a:pt x="786" y="914"/>
                    </a:cubicBezTo>
                    <a:cubicBezTo>
                      <a:pt x="497" y="914"/>
                      <a:pt x="185" y="710"/>
                      <a:pt x="93" y="458"/>
                    </a:cubicBezTo>
                    <a:cubicBezTo>
                      <a:pt x="0" y="205"/>
                      <a:pt x="160" y="0"/>
                      <a:pt x="449" y="0"/>
                    </a:cubicBezTo>
                    <a:moveTo>
                      <a:pt x="754" y="828"/>
                    </a:moveTo>
                    <a:cubicBezTo>
                      <a:pt x="988" y="828"/>
                      <a:pt x="1118" y="662"/>
                      <a:pt x="1043" y="458"/>
                    </a:cubicBezTo>
                    <a:cubicBezTo>
                      <a:pt x="968" y="253"/>
                      <a:pt x="715" y="87"/>
                      <a:pt x="481" y="87"/>
                    </a:cubicBezTo>
                    <a:cubicBezTo>
                      <a:pt x="246" y="87"/>
                      <a:pt x="117" y="253"/>
                      <a:pt x="192" y="458"/>
                    </a:cubicBezTo>
                    <a:cubicBezTo>
                      <a:pt x="267" y="662"/>
                      <a:pt x="519" y="828"/>
                      <a:pt x="754" y="8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15"/>
              <p:cNvSpPr/>
              <p:nvPr/>
            </p:nvSpPr>
            <p:spPr>
              <a:xfrm>
                <a:off x="2678738" y="3190110"/>
                <a:ext cx="180734" cy="237069"/>
              </a:xfrm>
              <a:custGeom>
                <a:avLst/>
                <a:gdLst/>
                <a:ahLst/>
                <a:cxnLst/>
                <a:rect l="l" t="t" r="r" b="b"/>
                <a:pathLst>
                  <a:path w="462" h="606" extrusionOk="0">
                    <a:moveTo>
                      <a:pt x="164" y="0"/>
                    </a:moveTo>
                    <a:lnTo>
                      <a:pt x="189" y="68"/>
                    </a:lnTo>
                    <a:lnTo>
                      <a:pt x="189" y="68"/>
                    </a:lnTo>
                    <a:cubicBezTo>
                      <a:pt x="219" y="73"/>
                      <a:pt x="248" y="83"/>
                      <a:pt x="274" y="99"/>
                    </a:cubicBezTo>
                    <a:cubicBezTo>
                      <a:pt x="283" y="104"/>
                      <a:pt x="291" y="109"/>
                      <a:pt x="300" y="115"/>
                    </a:cubicBezTo>
                    <a:lnTo>
                      <a:pt x="300" y="115"/>
                    </a:lnTo>
                    <a:cubicBezTo>
                      <a:pt x="324" y="133"/>
                      <a:pt x="344" y="156"/>
                      <a:pt x="359" y="182"/>
                    </a:cubicBezTo>
                    <a:cubicBezTo>
                      <a:pt x="366" y="194"/>
                      <a:pt x="371" y="206"/>
                      <a:pt x="376" y="219"/>
                    </a:cubicBezTo>
                    <a:lnTo>
                      <a:pt x="377" y="223"/>
                    </a:lnTo>
                    <a:lnTo>
                      <a:pt x="374" y="234"/>
                    </a:lnTo>
                    <a:lnTo>
                      <a:pt x="251" y="234"/>
                    </a:lnTo>
                    <a:lnTo>
                      <a:pt x="246" y="221"/>
                    </a:lnTo>
                    <a:cubicBezTo>
                      <a:pt x="238" y="200"/>
                      <a:pt x="228" y="184"/>
                      <a:pt x="215" y="173"/>
                    </a:cubicBezTo>
                    <a:lnTo>
                      <a:pt x="215" y="173"/>
                    </a:lnTo>
                    <a:cubicBezTo>
                      <a:pt x="212" y="171"/>
                      <a:pt x="209" y="168"/>
                      <a:pt x="206" y="167"/>
                    </a:cubicBezTo>
                    <a:cubicBezTo>
                      <a:pt x="196" y="161"/>
                      <a:pt x="186" y="159"/>
                      <a:pt x="175" y="159"/>
                    </a:cubicBezTo>
                    <a:lnTo>
                      <a:pt x="175" y="159"/>
                    </a:lnTo>
                    <a:cubicBezTo>
                      <a:pt x="159" y="159"/>
                      <a:pt x="150" y="162"/>
                      <a:pt x="145" y="169"/>
                    </a:cubicBezTo>
                    <a:cubicBezTo>
                      <a:pt x="141" y="177"/>
                      <a:pt x="141" y="187"/>
                      <a:pt x="146" y="201"/>
                    </a:cubicBezTo>
                    <a:lnTo>
                      <a:pt x="146" y="201"/>
                    </a:lnTo>
                    <a:cubicBezTo>
                      <a:pt x="147" y="204"/>
                      <a:pt x="148" y="208"/>
                      <a:pt x="150" y="211"/>
                    </a:cubicBezTo>
                    <a:cubicBezTo>
                      <a:pt x="154" y="219"/>
                      <a:pt x="161" y="226"/>
                      <a:pt x="168" y="231"/>
                    </a:cubicBezTo>
                    <a:cubicBezTo>
                      <a:pt x="176" y="236"/>
                      <a:pt x="194" y="245"/>
                      <a:pt x="229" y="256"/>
                    </a:cubicBezTo>
                    <a:cubicBezTo>
                      <a:pt x="289" y="275"/>
                      <a:pt x="336" y="295"/>
                      <a:pt x="370" y="316"/>
                    </a:cubicBezTo>
                    <a:lnTo>
                      <a:pt x="370" y="316"/>
                    </a:lnTo>
                    <a:cubicBezTo>
                      <a:pt x="396" y="332"/>
                      <a:pt x="418" y="354"/>
                      <a:pt x="433" y="380"/>
                    </a:cubicBezTo>
                    <a:cubicBezTo>
                      <a:pt x="439" y="390"/>
                      <a:pt x="443" y="400"/>
                      <a:pt x="447" y="410"/>
                    </a:cubicBezTo>
                    <a:cubicBezTo>
                      <a:pt x="461" y="448"/>
                      <a:pt x="459" y="480"/>
                      <a:pt x="440" y="504"/>
                    </a:cubicBezTo>
                    <a:cubicBezTo>
                      <a:pt x="423" y="525"/>
                      <a:pt x="395" y="538"/>
                      <a:pt x="357" y="543"/>
                    </a:cubicBezTo>
                    <a:lnTo>
                      <a:pt x="380" y="605"/>
                    </a:lnTo>
                    <a:lnTo>
                      <a:pt x="294" y="605"/>
                    </a:lnTo>
                    <a:lnTo>
                      <a:pt x="272" y="544"/>
                    </a:lnTo>
                    <a:lnTo>
                      <a:pt x="272" y="544"/>
                    </a:lnTo>
                    <a:cubicBezTo>
                      <a:pt x="233" y="539"/>
                      <a:pt x="195" y="526"/>
                      <a:pt x="162" y="507"/>
                    </a:cubicBezTo>
                    <a:cubicBezTo>
                      <a:pt x="159" y="505"/>
                      <a:pt x="156" y="503"/>
                      <a:pt x="153" y="501"/>
                    </a:cubicBezTo>
                    <a:cubicBezTo>
                      <a:pt x="112" y="476"/>
                      <a:pt x="83" y="438"/>
                      <a:pt x="66" y="390"/>
                    </a:cubicBezTo>
                    <a:lnTo>
                      <a:pt x="65" y="387"/>
                    </a:lnTo>
                    <a:lnTo>
                      <a:pt x="66" y="375"/>
                    </a:lnTo>
                    <a:lnTo>
                      <a:pt x="191" y="375"/>
                    </a:lnTo>
                    <a:lnTo>
                      <a:pt x="195" y="389"/>
                    </a:lnTo>
                    <a:cubicBezTo>
                      <a:pt x="204" y="412"/>
                      <a:pt x="216" y="428"/>
                      <a:pt x="230" y="438"/>
                    </a:cubicBezTo>
                    <a:lnTo>
                      <a:pt x="230" y="438"/>
                    </a:lnTo>
                    <a:cubicBezTo>
                      <a:pt x="231" y="438"/>
                      <a:pt x="233" y="439"/>
                      <a:pt x="234" y="440"/>
                    </a:cubicBezTo>
                    <a:cubicBezTo>
                      <a:pt x="247" y="447"/>
                      <a:pt x="263" y="452"/>
                      <a:pt x="279" y="452"/>
                    </a:cubicBezTo>
                    <a:lnTo>
                      <a:pt x="280" y="452"/>
                    </a:lnTo>
                    <a:cubicBezTo>
                      <a:pt x="297" y="452"/>
                      <a:pt x="308" y="448"/>
                      <a:pt x="314" y="441"/>
                    </a:cubicBezTo>
                    <a:cubicBezTo>
                      <a:pt x="320" y="434"/>
                      <a:pt x="320" y="423"/>
                      <a:pt x="315" y="410"/>
                    </a:cubicBezTo>
                    <a:lnTo>
                      <a:pt x="315" y="410"/>
                    </a:lnTo>
                    <a:cubicBezTo>
                      <a:pt x="314" y="406"/>
                      <a:pt x="312" y="403"/>
                      <a:pt x="310" y="399"/>
                    </a:cubicBezTo>
                    <a:cubicBezTo>
                      <a:pt x="306" y="391"/>
                      <a:pt x="299" y="384"/>
                      <a:pt x="291" y="379"/>
                    </a:cubicBezTo>
                    <a:cubicBezTo>
                      <a:pt x="279" y="370"/>
                      <a:pt x="259" y="361"/>
                      <a:pt x="232" y="353"/>
                    </a:cubicBezTo>
                    <a:cubicBezTo>
                      <a:pt x="173" y="336"/>
                      <a:pt x="125" y="317"/>
                      <a:pt x="91" y="296"/>
                    </a:cubicBezTo>
                    <a:lnTo>
                      <a:pt x="91" y="296"/>
                    </a:lnTo>
                    <a:cubicBezTo>
                      <a:pt x="65" y="280"/>
                      <a:pt x="43" y="256"/>
                      <a:pt x="28" y="231"/>
                    </a:cubicBezTo>
                    <a:cubicBezTo>
                      <a:pt x="22" y="220"/>
                      <a:pt x="18" y="211"/>
                      <a:pt x="14" y="201"/>
                    </a:cubicBezTo>
                    <a:cubicBezTo>
                      <a:pt x="0" y="163"/>
                      <a:pt x="3" y="132"/>
                      <a:pt x="22" y="108"/>
                    </a:cubicBezTo>
                    <a:cubicBezTo>
                      <a:pt x="39" y="86"/>
                      <a:pt x="66" y="72"/>
                      <a:pt x="104" y="67"/>
                    </a:cubicBezTo>
                    <a:lnTo>
                      <a:pt x="79" y="0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5"/>
              <p:cNvSpPr/>
              <p:nvPr/>
            </p:nvSpPr>
            <p:spPr>
              <a:xfrm>
                <a:off x="2569201" y="3163117"/>
                <a:ext cx="391982" cy="29027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742" extrusionOk="0">
                    <a:moveTo>
                      <a:pt x="364" y="0"/>
                    </a:moveTo>
                    <a:cubicBezTo>
                      <a:pt x="599" y="0"/>
                      <a:pt x="851" y="166"/>
                      <a:pt x="926" y="371"/>
                    </a:cubicBezTo>
                    <a:cubicBezTo>
                      <a:pt x="1001" y="575"/>
                      <a:pt x="871" y="741"/>
                      <a:pt x="637" y="741"/>
                    </a:cubicBezTo>
                    <a:cubicBezTo>
                      <a:pt x="403" y="741"/>
                      <a:pt x="150" y="575"/>
                      <a:pt x="75" y="371"/>
                    </a:cubicBezTo>
                    <a:cubicBezTo>
                      <a:pt x="0" y="166"/>
                      <a:pt x="130" y="0"/>
                      <a:pt x="364" y="0"/>
                    </a:cubicBezTo>
                    <a:moveTo>
                      <a:pt x="719" y="573"/>
                    </a:moveTo>
                    <a:cubicBezTo>
                      <a:pt x="738" y="549"/>
                      <a:pt x="741" y="517"/>
                      <a:pt x="727" y="479"/>
                    </a:cubicBezTo>
                    <a:lnTo>
                      <a:pt x="727" y="479"/>
                    </a:lnTo>
                    <a:cubicBezTo>
                      <a:pt x="723" y="468"/>
                      <a:pt x="719" y="459"/>
                      <a:pt x="713" y="449"/>
                    </a:cubicBezTo>
                    <a:cubicBezTo>
                      <a:pt x="698" y="423"/>
                      <a:pt x="676" y="401"/>
                      <a:pt x="650" y="385"/>
                    </a:cubicBezTo>
                    <a:cubicBezTo>
                      <a:pt x="616" y="363"/>
                      <a:pt x="569" y="344"/>
                      <a:pt x="509" y="325"/>
                    </a:cubicBezTo>
                    <a:cubicBezTo>
                      <a:pt x="473" y="314"/>
                      <a:pt x="456" y="305"/>
                      <a:pt x="448" y="300"/>
                    </a:cubicBezTo>
                    <a:lnTo>
                      <a:pt x="448" y="300"/>
                    </a:lnTo>
                    <a:cubicBezTo>
                      <a:pt x="441" y="294"/>
                      <a:pt x="435" y="288"/>
                      <a:pt x="430" y="280"/>
                    </a:cubicBezTo>
                    <a:cubicBezTo>
                      <a:pt x="428" y="277"/>
                      <a:pt x="427" y="273"/>
                      <a:pt x="425" y="270"/>
                    </a:cubicBezTo>
                    <a:cubicBezTo>
                      <a:pt x="421" y="256"/>
                      <a:pt x="420" y="246"/>
                      <a:pt x="425" y="238"/>
                    </a:cubicBezTo>
                    <a:cubicBezTo>
                      <a:pt x="429" y="231"/>
                      <a:pt x="439" y="228"/>
                      <a:pt x="455" y="228"/>
                    </a:cubicBezTo>
                    <a:lnTo>
                      <a:pt x="455" y="228"/>
                    </a:lnTo>
                    <a:lnTo>
                      <a:pt x="455" y="228"/>
                    </a:lnTo>
                    <a:cubicBezTo>
                      <a:pt x="466" y="228"/>
                      <a:pt x="476" y="230"/>
                      <a:pt x="485" y="236"/>
                    </a:cubicBezTo>
                    <a:cubicBezTo>
                      <a:pt x="488" y="237"/>
                      <a:pt x="491" y="240"/>
                      <a:pt x="494" y="242"/>
                    </a:cubicBezTo>
                    <a:cubicBezTo>
                      <a:pt x="507" y="253"/>
                      <a:pt x="518" y="269"/>
                      <a:pt x="526" y="290"/>
                    </a:cubicBezTo>
                    <a:lnTo>
                      <a:pt x="530" y="303"/>
                    </a:lnTo>
                    <a:lnTo>
                      <a:pt x="653" y="303"/>
                    </a:lnTo>
                    <a:lnTo>
                      <a:pt x="657" y="292"/>
                    </a:lnTo>
                    <a:lnTo>
                      <a:pt x="656" y="288"/>
                    </a:lnTo>
                    <a:lnTo>
                      <a:pt x="656" y="288"/>
                    </a:lnTo>
                    <a:cubicBezTo>
                      <a:pt x="651" y="275"/>
                      <a:pt x="645" y="263"/>
                      <a:pt x="638" y="251"/>
                    </a:cubicBezTo>
                    <a:cubicBezTo>
                      <a:pt x="623" y="225"/>
                      <a:pt x="603" y="202"/>
                      <a:pt x="579" y="184"/>
                    </a:cubicBezTo>
                    <a:lnTo>
                      <a:pt x="579" y="184"/>
                    </a:lnTo>
                    <a:cubicBezTo>
                      <a:pt x="571" y="178"/>
                      <a:pt x="563" y="172"/>
                      <a:pt x="554" y="167"/>
                    </a:cubicBezTo>
                    <a:cubicBezTo>
                      <a:pt x="528" y="151"/>
                      <a:pt x="499" y="142"/>
                      <a:pt x="469" y="137"/>
                    </a:cubicBezTo>
                    <a:lnTo>
                      <a:pt x="444" y="68"/>
                    </a:lnTo>
                    <a:lnTo>
                      <a:pt x="358" y="68"/>
                    </a:lnTo>
                    <a:lnTo>
                      <a:pt x="383" y="136"/>
                    </a:lnTo>
                    <a:cubicBezTo>
                      <a:pt x="345" y="141"/>
                      <a:pt x="318" y="155"/>
                      <a:pt x="301" y="176"/>
                    </a:cubicBezTo>
                    <a:cubicBezTo>
                      <a:pt x="282" y="201"/>
                      <a:pt x="280" y="232"/>
                      <a:pt x="293" y="270"/>
                    </a:cubicBezTo>
                    <a:lnTo>
                      <a:pt x="293" y="270"/>
                    </a:lnTo>
                    <a:cubicBezTo>
                      <a:pt x="297" y="280"/>
                      <a:pt x="301" y="290"/>
                      <a:pt x="307" y="300"/>
                    </a:cubicBezTo>
                    <a:cubicBezTo>
                      <a:pt x="322" y="326"/>
                      <a:pt x="344" y="349"/>
                      <a:pt x="370" y="365"/>
                    </a:cubicBezTo>
                    <a:cubicBezTo>
                      <a:pt x="404" y="386"/>
                      <a:pt x="452" y="405"/>
                      <a:pt x="511" y="422"/>
                    </a:cubicBezTo>
                    <a:cubicBezTo>
                      <a:pt x="538" y="430"/>
                      <a:pt x="558" y="439"/>
                      <a:pt x="571" y="448"/>
                    </a:cubicBezTo>
                    <a:lnTo>
                      <a:pt x="571" y="448"/>
                    </a:lnTo>
                    <a:cubicBezTo>
                      <a:pt x="578" y="453"/>
                      <a:pt x="585" y="459"/>
                      <a:pt x="590" y="468"/>
                    </a:cubicBezTo>
                    <a:cubicBezTo>
                      <a:pt x="592" y="471"/>
                      <a:pt x="593" y="475"/>
                      <a:pt x="595" y="479"/>
                    </a:cubicBezTo>
                    <a:cubicBezTo>
                      <a:pt x="599" y="492"/>
                      <a:pt x="598" y="502"/>
                      <a:pt x="593" y="510"/>
                    </a:cubicBezTo>
                    <a:cubicBezTo>
                      <a:pt x="587" y="517"/>
                      <a:pt x="576" y="520"/>
                      <a:pt x="559" y="520"/>
                    </a:cubicBezTo>
                    <a:lnTo>
                      <a:pt x="559" y="520"/>
                    </a:lnTo>
                    <a:lnTo>
                      <a:pt x="558" y="520"/>
                    </a:lnTo>
                    <a:cubicBezTo>
                      <a:pt x="542" y="520"/>
                      <a:pt x="527" y="516"/>
                      <a:pt x="513" y="508"/>
                    </a:cubicBezTo>
                    <a:cubicBezTo>
                      <a:pt x="512" y="508"/>
                      <a:pt x="511" y="507"/>
                      <a:pt x="510" y="506"/>
                    </a:cubicBezTo>
                    <a:cubicBezTo>
                      <a:pt x="495" y="497"/>
                      <a:pt x="483" y="481"/>
                      <a:pt x="475" y="457"/>
                    </a:cubicBezTo>
                    <a:lnTo>
                      <a:pt x="470" y="444"/>
                    </a:lnTo>
                    <a:lnTo>
                      <a:pt x="346" y="444"/>
                    </a:lnTo>
                    <a:lnTo>
                      <a:pt x="345" y="456"/>
                    </a:lnTo>
                    <a:lnTo>
                      <a:pt x="346" y="459"/>
                    </a:lnTo>
                    <a:cubicBezTo>
                      <a:pt x="363" y="507"/>
                      <a:pt x="392" y="545"/>
                      <a:pt x="433" y="570"/>
                    </a:cubicBezTo>
                    <a:lnTo>
                      <a:pt x="433" y="570"/>
                    </a:lnTo>
                    <a:cubicBezTo>
                      <a:pt x="436" y="572"/>
                      <a:pt x="439" y="573"/>
                      <a:pt x="442" y="575"/>
                    </a:cubicBezTo>
                    <a:cubicBezTo>
                      <a:pt x="475" y="594"/>
                      <a:pt x="513" y="608"/>
                      <a:pt x="552" y="612"/>
                    </a:cubicBezTo>
                    <a:lnTo>
                      <a:pt x="574" y="674"/>
                    </a:lnTo>
                    <a:lnTo>
                      <a:pt x="660" y="674"/>
                    </a:lnTo>
                    <a:lnTo>
                      <a:pt x="637" y="612"/>
                    </a:lnTo>
                    <a:cubicBezTo>
                      <a:pt x="675" y="607"/>
                      <a:pt x="702" y="593"/>
                      <a:pt x="719" y="572"/>
                    </a:cubicBezTo>
                    <a:lnTo>
                      <a:pt x="719" y="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5"/>
              <p:cNvSpPr/>
              <p:nvPr/>
            </p:nvSpPr>
            <p:spPr>
              <a:xfrm>
                <a:off x="2524213" y="3193239"/>
                <a:ext cx="444794" cy="32861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840" extrusionOk="0">
                    <a:moveTo>
                      <a:pt x="738" y="839"/>
                    </a:moveTo>
                    <a:cubicBezTo>
                      <a:pt x="446" y="839"/>
                      <a:pt x="133" y="632"/>
                      <a:pt x="39" y="378"/>
                    </a:cubicBezTo>
                    <a:cubicBezTo>
                      <a:pt x="0" y="271"/>
                      <a:pt x="4" y="167"/>
                      <a:pt x="50" y="84"/>
                    </a:cubicBezTo>
                    <a:lnTo>
                      <a:pt x="96" y="3"/>
                    </a:lnTo>
                    <a:lnTo>
                      <a:pt x="96" y="3"/>
                    </a:lnTo>
                    <a:cubicBezTo>
                      <a:pt x="96" y="3"/>
                      <a:pt x="97" y="1"/>
                      <a:pt x="98" y="1"/>
                    </a:cubicBezTo>
                    <a:cubicBezTo>
                      <a:pt x="99" y="0"/>
                      <a:pt x="100" y="0"/>
                      <a:pt x="102" y="0"/>
                    </a:cubicBezTo>
                    <a:cubicBezTo>
                      <a:pt x="103" y="0"/>
                      <a:pt x="103" y="0"/>
                      <a:pt x="105" y="1"/>
                    </a:cubicBezTo>
                    <a:cubicBezTo>
                      <a:pt x="106" y="1"/>
                      <a:pt x="107" y="3"/>
                      <a:pt x="108" y="4"/>
                    </a:cubicBezTo>
                    <a:cubicBezTo>
                      <a:pt x="109" y="5"/>
                      <a:pt x="109" y="6"/>
                      <a:pt x="109" y="8"/>
                    </a:cubicBezTo>
                    <a:cubicBezTo>
                      <a:pt x="109" y="9"/>
                      <a:pt x="109" y="10"/>
                      <a:pt x="108" y="11"/>
                    </a:cubicBezTo>
                    <a:cubicBezTo>
                      <a:pt x="64" y="90"/>
                      <a:pt x="60" y="190"/>
                      <a:pt x="98" y="292"/>
                    </a:cubicBezTo>
                    <a:cubicBezTo>
                      <a:pt x="190" y="541"/>
                      <a:pt x="497" y="743"/>
                      <a:pt x="784" y="743"/>
                    </a:cubicBezTo>
                    <a:cubicBezTo>
                      <a:pt x="940" y="743"/>
                      <a:pt x="1063" y="683"/>
                      <a:pt x="1122" y="578"/>
                    </a:cubicBezTo>
                    <a:lnTo>
                      <a:pt x="1122" y="578"/>
                    </a:lnTo>
                    <a:cubicBezTo>
                      <a:pt x="1123" y="577"/>
                      <a:pt x="1124" y="577"/>
                      <a:pt x="1125" y="576"/>
                    </a:cubicBezTo>
                    <a:cubicBezTo>
                      <a:pt x="1126" y="575"/>
                      <a:pt x="1126" y="575"/>
                      <a:pt x="1128" y="575"/>
                    </a:cubicBezTo>
                    <a:cubicBezTo>
                      <a:pt x="1129" y="575"/>
                      <a:pt x="1131" y="575"/>
                      <a:pt x="1132" y="576"/>
                    </a:cubicBezTo>
                    <a:cubicBezTo>
                      <a:pt x="1133" y="577"/>
                      <a:pt x="1134" y="577"/>
                      <a:pt x="1135" y="579"/>
                    </a:cubicBezTo>
                    <a:cubicBezTo>
                      <a:pt x="1135" y="580"/>
                      <a:pt x="1136" y="581"/>
                      <a:pt x="1136" y="582"/>
                    </a:cubicBezTo>
                    <a:cubicBezTo>
                      <a:pt x="1136" y="583"/>
                      <a:pt x="1135" y="584"/>
                      <a:pt x="1135" y="585"/>
                    </a:cubicBezTo>
                    <a:lnTo>
                      <a:pt x="1135" y="585"/>
                    </a:lnTo>
                    <a:lnTo>
                      <a:pt x="1090" y="665"/>
                    </a:lnTo>
                    <a:cubicBezTo>
                      <a:pt x="1028" y="776"/>
                      <a:pt x="900" y="839"/>
                      <a:pt x="738" y="839"/>
                    </a:cubicBezTo>
                    <a:moveTo>
                      <a:pt x="64" y="90"/>
                    </a:moveTo>
                    <a:lnTo>
                      <a:pt x="63" y="91"/>
                    </a:lnTo>
                    <a:cubicBezTo>
                      <a:pt x="19" y="171"/>
                      <a:pt x="15" y="270"/>
                      <a:pt x="53" y="373"/>
                    </a:cubicBezTo>
                    <a:cubicBezTo>
                      <a:pt x="144" y="621"/>
                      <a:pt x="452" y="824"/>
                      <a:pt x="738" y="824"/>
                    </a:cubicBezTo>
                    <a:cubicBezTo>
                      <a:pt x="894" y="824"/>
                      <a:pt x="1018" y="764"/>
                      <a:pt x="1077" y="658"/>
                    </a:cubicBezTo>
                    <a:lnTo>
                      <a:pt x="1077" y="658"/>
                    </a:lnTo>
                    <a:cubicBezTo>
                      <a:pt x="1007" y="722"/>
                      <a:pt x="905" y="758"/>
                      <a:pt x="784" y="758"/>
                    </a:cubicBezTo>
                    <a:cubicBezTo>
                      <a:pt x="492" y="758"/>
                      <a:pt x="178" y="552"/>
                      <a:pt x="84" y="297"/>
                    </a:cubicBezTo>
                    <a:cubicBezTo>
                      <a:pt x="58" y="225"/>
                      <a:pt x="51" y="154"/>
                      <a:pt x="64" y="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5"/>
              <p:cNvSpPr/>
              <p:nvPr/>
            </p:nvSpPr>
            <p:spPr>
              <a:xfrm>
                <a:off x="2540253" y="3126735"/>
                <a:ext cx="449880" cy="36342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929" extrusionOk="0">
                    <a:moveTo>
                      <a:pt x="743" y="928"/>
                    </a:moveTo>
                    <a:cubicBezTo>
                      <a:pt x="451" y="928"/>
                      <a:pt x="137" y="722"/>
                      <a:pt x="43" y="467"/>
                    </a:cubicBezTo>
                    <a:cubicBezTo>
                      <a:pt x="0" y="349"/>
                      <a:pt x="9" y="236"/>
                      <a:pt x="70" y="149"/>
                    </a:cubicBezTo>
                    <a:cubicBezTo>
                      <a:pt x="136" y="54"/>
                      <a:pt x="259" y="0"/>
                      <a:pt x="406" y="0"/>
                    </a:cubicBezTo>
                    <a:cubicBezTo>
                      <a:pt x="698" y="0"/>
                      <a:pt x="1012" y="207"/>
                      <a:pt x="1106" y="461"/>
                    </a:cubicBezTo>
                    <a:cubicBezTo>
                      <a:pt x="1149" y="579"/>
                      <a:pt x="1140" y="692"/>
                      <a:pt x="1079" y="779"/>
                    </a:cubicBezTo>
                    <a:cubicBezTo>
                      <a:pt x="1013" y="874"/>
                      <a:pt x="890" y="928"/>
                      <a:pt x="743" y="928"/>
                    </a:cubicBezTo>
                    <a:moveTo>
                      <a:pt x="406" y="14"/>
                    </a:moveTo>
                    <a:cubicBezTo>
                      <a:pt x="264" y="14"/>
                      <a:pt x="146" y="67"/>
                      <a:pt x="82" y="158"/>
                    </a:cubicBezTo>
                    <a:cubicBezTo>
                      <a:pt x="24" y="240"/>
                      <a:pt x="15" y="348"/>
                      <a:pt x="57" y="462"/>
                    </a:cubicBezTo>
                    <a:cubicBezTo>
                      <a:pt x="149" y="711"/>
                      <a:pt x="456" y="913"/>
                      <a:pt x="743" y="913"/>
                    </a:cubicBezTo>
                    <a:cubicBezTo>
                      <a:pt x="885" y="913"/>
                      <a:pt x="1003" y="861"/>
                      <a:pt x="1067" y="771"/>
                    </a:cubicBezTo>
                    <a:cubicBezTo>
                      <a:pt x="1125" y="688"/>
                      <a:pt x="1134" y="580"/>
                      <a:pt x="1092" y="467"/>
                    </a:cubicBezTo>
                    <a:cubicBezTo>
                      <a:pt x="1000" y="217"/>
                      <a:pt x="693" y="14"/>
                      <a:pt x="406" y="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5"/>
              <p:cNvSpPr/>
              <p:nvPr/>
            </p:nvSpPr>
            <p:spPr>
              <a:xfrm>
                <a:off x="2582111" y="3160378"/>
                <a:ext cx="366163" cy="29614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757" extrusionOk="0">
                    <a:moveTo>
                      <a:pt x="604" y="756"/>
                    </a:moveTo>
                    <a:cubicBezTo>
                      <a:pt x="367" y="756"/>
                      <a:pt x="111" y="588"/>
                      <a:pt x="35" y="381"/>
                    </a:cubicBezTo>
                    <a:cubicBezTo>
                      <a:pt x="0" y="285"/>
                      <a:pt x="8" y="193"/>
                      <a:pt x="57" y="122"/>
                    </a:cubicBezTo>
                    <a:cubicBezTo>
                      <a:pt x="111" y="44"/>
                      <a:pt x="211" y="0"/>
                      <a:pt x="331" y="0"/>
                    </a:cubicBezTo>
                    <a:cubicBezTo>
                      <a:pt x="569" y="0"/>
                      <a:pt x="824" y="169"/>
                      <a:pt x="900" y="376"/>
                    </a:cubicBezTo>
                    <a:cubicBezTo>
                      <a:pt x="935" y="472"/>
                      <a:pt x="927" y="564"/>
                      <a:pt x="878" y="635"/>
                    </a:cubicBezTo>
                    <a:cubicBezTo>
                      <a:pt x="824" y="711"/>
                      <a:pt x="724" y="756"/>
                      <a:pt x="604" y="756"/>
                    </a:cubicBezTo>
                    <a:moveTo>
                      <a:pt x="331" y="15"/>
                    </a:moveTo>
                    <a:cubicBezTo>
                      <a:pt x="216" y="15"/>
                      <a:pt x="120" y="57"/>
                      <a:pt x="69" y="130"/>
                    </a:cubicBezTo>
                    <a:cubicBezTo>
                      <a:pt x="23" y="197"/>
                      <a:pt x="15" y="284"/>
                      <a:pt x="49" y="376"/>
                    </a:cubicBezTo>
                    <a:cubicBezTo>
                      <a:pt x="123" y="578"/>
                      <a:pt x="372" y="741"/>
                      <a:pt x="604" y="741"/>
                    </a:cubicBezTo>
                    <a:cubicBezTo>
                      <a:pt x="719" y="741"/>
                      <a:pt x="815" y="700"/>
                      <a:pt x="866" y="626"/>
                    </a:cubicBezTo>
                    <a:cubicBezTo>
                      <a:pt x="912" y="560"/>
                      <a:pt x="920" y="472"/>
                      <a:pt x="886" y="381"/>
                    </a:cubicBezTo>
                    <a:cubicBezTo>
                      <a:pt x="812" y="179"/>
                      <a:pt x="563" y="15"/>
                      <a:pt x="331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5"/>
              <p:cNvSpPr/>
              <p:nvPr/>
            </p:nvSpPr>
            <p:spPr>
              <a:xfrm>
                <a:off x="2675608" y="3186980"/>
                <a:ext cx="186602" cy="243328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22" extrusionOk="0">
                    <a:moveTo>
                      <a:pt x="388" y="621"/>
                    </a:moveTo>
                    <a:lnTo>
                      <a:pt x="302" y="621"/>
                    </a:lnTo>
                    <a:lnTo>
                      <a:pt x="302" y="621"/>
                    </a:lnTo>
                    <a:lnTo>
                      <a:pt x="302" y="621"/>
                    </a:lnTo>
                    <a:cubicBezTo>
                      <a:pt x="301" y="621"/>
                      <a:pt x="300" y="620"/>
                      <a:pt x="299" y="620"/>
                    </a:cubicBezTo>
                    <a:cubicBezTo>
                      <a:pt x="297" y="619"/>
                      <a:pt x="296" y="618"/>
                      <a:pt x="296" y="617"/>
                    </a:cubicBezTo>
                    <a:cubicBezTo>
                      <a:pt x="296" y="616"/>
                      <a:pt x="295" y="616"/>
                      <a:pt x="295" y="616"/>
                    </a:cubicBezTo>
                    <a:lnTo>
                      <a:pt x="274" y="558"/>
                    </a:lnTo>
                    <a:lnTo>
                      <a:pt x="274" y="558"/>
                    </a:lnTo>
                    <a:cubicBezTo>
                      <a:pt x="236" y="553"/>
                      <a:pt x="199" y="540"/>
                      <a:pt x="165" y="521"/>
                    </a:cubicBezTo>
                    <a:cubicBezTo>
                      <a:pt x="162" y="519"/>
                      <a:pt x="160" y="517"/>
                      <a:pt x="157" y="516"/>
                    </a:cubicBezTo>
                    <a:cubicBezTo>
                      <a:pt x="114" y="489"/>
                      <a:pt x="84" y="450"/>
                      <a:pt x="67" y="400"/>
                    </a:cubicBezTo>
                    <a:lnTo>
                      <a:pt x="66" y="398"/>
                    </a:lnTo>
                    <a:lnTo>
                      <a:pt x="66" y="398"/>
                    </a:lnTo>
                    <a:cubicBezTo>
                      <a:pt x="66" y="397"/>
                      <a:pt x="66" y="396"/>
                      <a:pt x="66" y="396"/>
                    </a:cubicBezTo>
                    <a:cubicBezTo>
                      <a:pt x="66" y="395"/>
                      <a:pt x="66" y="395"/>
                      <a:pt x="66" y="395"/>
                    </a:cubicBezTo>
                    <a:lnTo>
                      <a:pt x="67" y="383"/>
                    </a:lnTo>
                    <a:lnTo>
                      <a:pt x="67" y="383"/>
                    </a:lnTo>
                    <a:cubicBezTo>
                      <a:pt x="67" y="382"/>
                      <a:pt x="67" y="381"/>
                      <a:pt x="68" y="380"/>
                    </a:cubicBezTo>
                    <a:cubicBezTo>
                      <a:pt x="68" y="379"/>
                      <a:pt x="68" y="377"/>
                      <a:pt x="70" y="377"/>
                    </a:cubicBezTo>
                    <a:cubicBezTo>
                      <a:pt x="71" y="376"/>
                      <a:pt x="73" y="376"/>
                      <a:pt x="74" y="376"/>
                    </a:cubicBezTo>
                    <a:lnTo>
                      <a:pt x="198" y="376"/>
                    </a:lnTo>
                    <a:lnTo>
                      <a:pt x="198" y="376"/>
                    </a:lnTo>
                    <a:cubicBezTo>
                      <a:pt x="200" y="376"/>
                      <a:pt x="201" y="376"/>
                      <a:pt x="202" y="377"/>
                    </a:cubicBezTo>
                    <a:cubicBezTo>
                      <a:pt x="203" y="377"/>
                      <a:pt x="204" y="379"/>
                      <a:pt x="205" y="380"/>
                    </a:cubicBezTo>
                    <a:lnTo>
                      <a:pt x="205" y="381"/>
                    </a:lnTo>
                    <a:lnTo>
                      <a:pt x="210" y="394"/>
                    </a:lnTo>
                    <a:cubicBezTo>
                      <a:pt x="218" y="416"/>
                      <a:pt x="229" y="431"/>
                      <a:pt x="242" y="439"/>
                    </a:cubicBezTo>
                    <a:lnTo>
                      <a:pt x="242" y="439"/>
                    </a:lnTo>
                    <a:cubicBezTo>
                      <a:pt x="243" y="440"/>
                      <a:pt x="244" y="440"/>
                      <a:pt x="245" y="441"/>
                    </a:cubicBezTo>
                    <a:cubicBezTo>
                      <a:pt x="258" y="447"/>
                      <a:pt x="272" y="452"/>
                      <a:pt x="287" y="452"/>
                    </a:cubicBezTo>
                    <a:lnTo>
                      <a:pt x="288" y="452"/>
                    </a:lnTo>
                    <a:cubicBezTo>
                      <a:pt x="302" y="452"/>
                      <a:pt x="312" y="450"/>
                      <a:pt x="316" y="444"/>
                    </a:cubicBezTo>
                    <a:cubicBezTo>
                      <a:pt x="317" y="442"/>
                      <a:pt x="322" y="437"/>
                      <a:pt x="316" y="421"/>
                    </a:cubicBezTo>
                    <a:lnTo>
                      <a:pt x="316" y="421"/>
                    </a:lnTo>
                    <a:cubicBezTo>
                      <a:pt x="315" y="417"/>
                      <a:pt x="313" y="414"/>
                      <a:pt x="311" y="411"/>
                    </a:cubicBezTo>
                    <a:cubicBezTo>
                      <a:pt x="307" y="404"/>
                      <a:pt x="302" y="398"/>
                      <a:pt x="295" y="393"/>
                    </a:cubicBezTo>
                    <a:cubicBezTo>
                      <a:pt x="283" y="384"/>
                      <a:pt x="264" y="376"/>
                      <a:pt x="237" y="368"/>
                    </a:cubicBezTo>
                    <a:cubicBezTo>
                      <a:pt x="177" y="351"/>
                      <a:pt x="129" y="332"/>
                      <a:pt x="95" y="310"/>
                    </a:cubicBezTo>
                    <a:lnTo>
                      <a:pt x="95" y="310"/>
                    </a:lnTo>
                    <a:cubicBezTo>
                      <a:pt x="68" y="293"/>
                      <a:pt x="45" y="269"/>
                      <a:pt x="29" y="242"/>
                    </a:cubicBezTo>
                    <a:cubicBezTo>
                      <a:pt x="23" y="232"/>
                      <a:pt x="18" y="222"/>
                      <a:pt x="15" y="211"/>
                    </a:cubicBezTo>
                    <a:cubicBezTo>
                      <a:pt x="0" y="171"/>
                      <a:pt x="3" y="137"/>
                      <a:pt x="23" y="111"/>
                    </a:cubicBezTo>
                    <a:cubicBezTo>
                      <a:pt x="40" y="90"/>
                      <a:pt x="66" y="76"/>
                      <a:pt x="101" y="69"/>
                    </a:cubicBezTo>
                    <a:lnTo>
                      <a:pt x="79" y="10"/>
                    </a:lnTo>
                    <a:lnTo>
                      <a:pt x="79" y="10"/>
                    </a:lnTo>
                    <a:cubicBezTo>
                      <a:pt x="79" y="9"/>
                      <a:pt x="79" y="8"/>
                      <a:pt x="79" y="8"/>
                    </a:cubicBezTo>
                    <a:cubicBezTo>
                      <a:pt x="79" y="6"/>
                      <a:pt x="79" y="5"/>
                      <a:pt x="80" y="4"/>
                    </a:cubicBezTo>
                    <a:cubicBezTo>
                      <a:pt x="81" y="3"/>
                      <a:pt x="81" y="1"/>
                      <a:pt x="83" y="1"/>
                    </a:cubicBezTo>
                    <a:cubicBezTo>
                      <a:pt x="84" y="0"/>
                      <a:pt x="85" y="0"/>
                      <a:pt x="86" y="0"/>
                    </a:cubicBezTo>
                    <a:lnTo>
                      <a:pt x="172" y="0"/>
                    </a:lnTo>
                    <a:lnTo>
                      <a:pt x="172" y="0"/>
                    </a:lnTo>
                    <a:lnTo>
                      <a:pt x="172" y="0"/>
                    </a:lnTo>
                    <a:cubicBezTo>
                      <a:pt x="173" y="0"/>
                      <a:pt x="173" y="0"/>
                      <a:pt x="175" y="1"/>
                    </a:cubicBezTo>
                    <a:cubicBezTo>
                      <a:pt x="176" y="1"/>
                      <a:pt x="177" y="3"/>
                      <a:pt x="178" y="4"/>
                    </a:cubicBezTo>
                    <a:cubicBezTo>
                      <a:pt x="178" y="4"/>
                      <a:pt x="178" y="5"/>
                      <a:pt x="179" y="5"/>
                    </a:cubicBezTo>
                    <a:lnTo>
                      <a:pt x="202" y="70"/>
                    </a:lnTo>
                    <a:lnTo>
                      <a:pt x="202" y="70"/>
                    </a:lnTo>
                    <a:cubicBezTo>
                      <a:pt x="232" y="75"/>
                      <a:pt x="260" y="85"/>
                      <a:pt x="285" y="100"/>
                    </a:cubicBezTo>
                    <a:cubicBezTo>
                      <a:pt x="294" y="105"/>
                      <a:pt x="303" y="111"/>
                      <a:pt x="312" y="118"/>
                    </a:cubicBezTo>
                    <a:lnTo>
                      <a:pt x="312" y="118"/>
                    </a:lnTo>
                    <a:cubicBezTo>
                      <a:pt x="336" y="136"/>
                      <a:pt x="357" y="159"/>
                      <a:pt x="372" y="186"/>
                    </a:cubicBezTo>
                    <a:cubicBezTo>
                      <a:pt x="379" y="198"/>
                      <a:pt x="385" y="211"/>
                      <a:pt x="390" y="225"/>
                    </a:cubicBezTo>
                    <a:lnTo>
                      <a:pt x="391" y="229"/>
                    </a:lnTo>
                    <a:lnTo>
                      <a:pt x="391" y="229"/>
                    </a:lnTo>
                    <a:cubicBezTo>
                      <a:pt x="392" y="229"/>
                      <a:pt x="392" y="230"/>
                      <a:pt x="392" y="231"/>
                    </a:cubicBezTo>
                    <a:cubicBezTo>
                      <a:pt x="392" y="232"/>
                      <a:pt x="392" y="232"/>
                      <a:pt x="391" y="233"/>
                    </a:cubicBezTo>
                    <a:lnTo>
                      <a:pt x="388" y="244"/>
                    </a:lnTo>
                    <a:lnTo>
                      <a:pt x="388" y="244"/>
                    </a:lnTo>
                    <a:cubicBezTo>
                      <a:pt x="388" y="245"/>
                      <a:pt x="387" y="244"/>
                      <a:pt x="387" y="246"/>
                    </a:cubicBezTo>
                    <a:cubicBezTo>
                      <a:pt x="386" y="246"/>
                      <a:pt x="386" y="247"/>
                      <a:pt x="385" y="248"/>
                    </a:cubicBezTo>
                    <a:cubicBezTo>
                      <a:pt x="383" y="248"/>
                      <a:pt x="382" y="249"/>
                      <a:pt x="381" y="249"/>
                    </a:cubicBezTo>
                    <a:lnTo>
                      <a:pt x="258" y="249"/>
                    </a:lnTo>
                    <a:lnTo>
                      <a:pt x="258" y="249"/>
                    </a:lnTo>
                    <a:lnTo>
                      <a:pt x="258" y="249"/>
                    </a:lnTo>
                    <a:cubicBezTo>
                      <a:pt x="257" y="249"/>
                      <a:pt x="255" y="248"/>
                      <a:pt x="254" y="248"/>
                    </a:cubicBezTo>
                    <a:cubicBezTo>
                      <a:pt x="252" y="247"/>
                      <a:pt x="252" y="247"/>
                      <a:pt x="252" y="246"/>
                    </a:cubicBezTo>
                    <a:cubicBezTo>
                      <a:pt x="252" y="245"/>
                      <a:pt x="251" y="245"/>
                      <a:pt x="251" y="244"/>
                    </a:cubicBezTo>
                    <a:lnTo>
                      <a:pt x="246" y="231"/>
                    </a:lnTo>
                    <a:cubicBezTo>
                      <a:pt x="239" y="212"/>
                      <a:pt x="229" y="197"/>
                      <a:pt x="217" y="187"/>
                    </a:cubicBezTo>
                    <a:lnTo>
                      <a:pt x="217" y="187"/>
                    </a:lnTo>
                    <a:cubicBezTo>
                      <a:pt x="215" y="185"/>
                      <a:pt x="212" y="182"/>
                      <a:pt x="209" y="181"/>
                    </a:cubicBezTo>
                    <a:cubicBezTo>
                      <a:pt x="201" y="176"/>
                      <a:pt x="192" y="174"/>
                      <a:pt x="183" y="174"/>
                    </a:cubicBezTo>
                    <a:lnTo>
                      <a:pt x="182" y="174"/>
                    </a:lnTo>
                    <a:cubicBezTo>
                      <a:pt x="170" y="174"/>
                      <a:pt x="162" y="177"/>
                      <a:pt x="159" y="181"/>
                    </a:cubicBezTo>
                    <a:cubicBezTo>
                      <a:pt x="155" y="187"/>
                      <a:pt x="156" y="195"/>
                      <a:pt x="160" y="206"/>
                    </a:cubicBezTo>
                    <a:lnTo>
                      <a:pt x="160" y="206"/>
                    </a:lnTo>
                    <a:cubicBezTo>
                      <a:pt x="161" y="210"/>
                      <a:pt x="162" y="213"/>
                      <a:pt x="164" y="216"/>
                    </a:cubicBezTo>
                    <a:cubicBezTo>
                      <a:pt x="168" y="222"/>
                      <a:pt x="173" y="228"/>
                      <a:pt x="180" y="233"/>
                    </a:cubicBezTo>
                    <a:cubicBezTo>
                      <a:pt x="186" y="237"/>
                      <a:pt x="202" y="246"/>
                      <a:pt x="239" y="257"/>
                    </a:cubicBezTo>
                    <a:cubicBezTo>
                      <a:pt x="299" y="276"/>
                      <a:pt x="347" y="296"/>
                      <a:pt x="381" y="317"/>
                    </a:cubicBezTo>
                    <a:lnTo>
                      <a:pt x="381" y="317"/>
                    </a:lnTo>
                    <a:cubicBezTo>
                      <a:pt x="409" y="334"/>
                      <a:pt x="430" y="357"/>
                      <a:pt x="447" y="385"/>
                    </a:cubicBezTo>
                    <a:cubicBezTo>
                      <a:pt x="452" y="394"/>
                      <a:pt x="457" y="405"/>
                      <a:pt x="461" y="415"/>
                    </a:cubicBezTo>
                    <a:cubicBezTo>
                      <a:pt x="476" y="456"/>
                      <a:pt x="473" y="490"/>
                      <a:pt x="453" y="516"/>
                    </a:cubicBezTo>
                    <a:cubicBezTo>
                      <a:pt x="436" y="537"/>
                      <a:pt x="409" y="551"/>
                      <a:pt x="374" y="557"/>
                    </a:cubicBezTo>
                    <a:lnTo>
                      <a:pt x="394" y="611"/>
                    </a:lnTo>
                    <a:lnTo>
                      <a:pt x="394" y="611"/>
                    </a:lnTo>
                    <a:cubicBezTo>
                      <a:pt x="394" y="611"/>
                      <a:pt x="395" y="612"/>
                      <a:pt x="395" y="613"/>
                    </a:cubicBezTo>
                    <a:cubicBezTo>
                      <a:pt x="395" y="614"/>
                      <a:pt x="394" y="615"/>
                      <a:pt x="394" y="617"/>
                    </a:cubicBezTo>
                    <a:cubicBezTo>
                      <a:pt x="393" y="618"/>
                      <a:pt x="392" y="619"/>
                      <a:pt x="391" y="620"/>
                    </a:cubicBezTo>
                    <a:cubicBezTo>
                      <a:pt x="390" y="620"/>
                      <a:pt x="389" y="621"/>
                      <a:pt x="387" y="621"/>
                    </a:cubicBezTo>
                    <a:lnTo>
                      <a:pt x="387" y="621"/>
                    </a:lnTo>
                    <a:lnTo>
                      <a:pt x="388" y="621"/>
                    </a:lnTo>
                    <a:moveTo>
                      <a:pt x="307" y="606"/>
                    </a:moveTo>
                    <a:lnTo>
                      <a:pt x="377" y="606"/>
                    </a:lnTo>
                    <a:lnTo>
                      <a:pt x="358" y="554"/>
                    </a:lnTo>
                    <a:lnTo>
                      <a:pt x="358" y="554"/>
                    </a:lnTo>
                    <a:cubicBezTo>
                      <a:pt x="358" y="553"/>
                      <a:pt x="358" y="552"/>
                      <a:pt x="358" y="551"/>
                    </a:cubicBezTo>
                    <a:cubicBezTo>
                      <a:pt x="358" y="550"/>
                      <a:pt x="358" y="549"/>
                      <a:pt x="359" y="548"/>
                    </a:cubicBezTo>
                    <a:cubicBezTo>
                      <a:pt x="359" y="546"/>
                      <a:pt x="360" y="546"/>
                      <a:pt x="361" y="545"/>
                    </a:cubicBezTo>
                    <a:cubicBezTo>
                      <a:pt x="362" y="544"/>
                      <a:pt x="363" y="544"/>
                      <a:pt x="364" y="544"/>
                    </a:cubicBezTo>
                    <a:cubicBezTo>
                      <a:pt x="400" y="539"/>
                      <a:pt x="426" y="526"/>
                      <a:pt x="442" y="507"/>
                    </a:cubicBezTo>
                    <a:cubicBezTo>
                      <a:pt x="459" y="485"/>
                      <a:pt x="461" y="456"/>
                      <a:pt x="448" y="420"/>
                    </a:cubicBezTo>
                    <a:lnTo>
                      <a:pt x="448" y="420"/>
                    </a:lnTo>
                    <a:cubicBezTo>
                      <a:pt x="444" y="410"/>
                      <a:pt x="440" y="400"/>
                      <a:pt x="435" y="392"/>
                    </a:cubicBezTo>
                    <a:cubicBezTo>
                      <a:pt x="420" y="366"/>
                      <a:pt x="399" y="345"/>
                      <a:pt x="374" y="330"/>
                    </a:cubicBezTo>
                    <a:cubicBezTo>
                      <a:pt x="341" y="309"/>
                      <a:pt x="294" y="289"/>
                      <a:pt x="235" y="271"/>
                    </a:cubicBezTo>
                    <a:cubicBezTo>
                      <a:pt x="198" y="260"/>
                      <a:pt x="180" y="251"/>
                      <a:pt x="172" y="245"/>
                    </a:cubicBezTo>
                    <a:lnTo>
                      <a:pt x="172" y="245"/>
                    </a:lnTo>
                    <a:cubicBezTo>
                      <a:pt x="163" y="239"/>
                      <a:pt x="157" y="230"/>
                      <a:pt x="152" y="223"/>
                    </a:cubicBezTo>
                    <a:cubicBezTo>
                      <a:pt x="149" y="218"/>
                      <a:pt x="148" y="215"/>
                      <a:pt x="146" y="211"/>
                    </a:cubicBezTo>
                    <a:cubicBezTo>
                      <a:pt x="141" y="196"/>
                      <a:pt x="141" y="183"/>
                      <a:pt x="147" y="174"/>
                    </a:cubicBezTo>
                    <a:cubicBezTo>
                      <a:pt x="152" y="164"/>
                      <a:pt x="164" y="160"/>
                      <a:pt x="183" y="160"/>
                    </a:cubicBezTo>
                    <a:lnTo>
                      <a:pt x="183" y="160"/>
                    </a:lnTo>
                    <a:lnTo>
                      <a:pt x="183" y="160"/>
                    </a:lnTo>
                    <a:cubicBezTo>
                      <a:pt x="195" y="160"/>
                      <a:pt x="207" y="163"/>
                      <a:pt x="217" y="169"/>
                    </a:cubicBezTo>
                    <a:cubicBezTo>
                      <a:pt x="221" y="171"/>
                      <a:pt x="224" y="173"/>
                      <a:pt x="227" y="175"/>
                    </a:cubicBezTo>
                    <a:cubicBezTo>
                      <a:pt x="241" y="187"/>
                      <a:pt x="252" y="204"/>
                      <a:pt x="261" y="226"/>
                    </a:cubicBezTo>
                    <a:lnTo>
                      <a:pt x="264" y="235"/>
                    </a:lnTo>
                    <a:lnTo>
                      <a:pt x="376" y="235"/>
                    </a:lnTo>
                    <a:lnTo>
                      <a:pt x="377" y="231"/>
                    </a:lnTo>
                    <a:lnTo>
                      <a:pt x="377" y="230"/>
                    </a:lnTo>
                    <a:lnTo>
                      <a:pt x="377" y="230"/>
                    </a:lnTo>
                    <a:cubicBezTo>
                      <a:pt x="372" y="217"/>
                      <a:pt x="367" y="204"/>
                      <a:pt x="360" y="193"/>
                    </a:cubicBezTo>
                    <a:cubicBezTo>
                      <a:pt x="345" y="167"/>
                      <a:pt x="326" y="147"/>
                      <a:pt x="303" y="129"/>
                    </a:cubicBezTo>
                    <a:lnTo>
                      <a:pt x="303" y="129"/>
                    </a:lnTo>
                    <a:cubicBezTo>
                      <a:pt x="295" y="123"/>
                      <a:pt x="287" y="118"/>
                      <a:pt x="278" y="113"/>
                    </a:cubicBezTo>
                    <a:cubicBezTo>
                      <a:pt x="253" y="98"/>
                      <a:pt x="225" y="88"/>
                      <a:pt x="196" y="83"/>
                    </a:cubicBezTo>
                    <a:lnTo>
                      <a:pt x="196" y="83"/>
                    </a:lnTo>
                    <a:cubicBezTo>
                      <a:pt x="195" y="83"/>
                      <a:pt x="194" y="83"/>
                      <a:pt x="194" y="83"/>
                    </a:cubicBezTo>
                    <a:cubicBezTo>
                      <a:pt x="193" y="82"/>
                      <a:pt x="192" y="81"/>
                      <a:pt x="191" y="80"/>
                    </a:cubicBezTo>
                    <a:lnTo>
                      <a:pt x="191" y="79"/>
                    </a:lnTo>
                    <a:lnTo>
                      <a:pt x="167" y="15"/>
                    </a:lnTo>
                    <a:lnTo>
                      <a:pt x="97" y="15"/>
                    </a:lnTo>
                    <a:lnTo>
                      <a:pt x="118" y="72"/>
                    </a:lnTo>
                    <a:lnTo>
                      <a:pt x="118" y="72"/>
                    </a:lnTo>
                    <a:cubicBezTo>
                      <a:pt x="119" y="73"/>
                      <a:pt x="119" y="74"/>
                      <a:pt x="119" y="75"/>
                    </a:cubicBezTo>
                    <a:cubicBezTo>
                      <a:pt x="119" y="76"/>
                      <a:pt x="119" y="76"/>
                      <a:pt x="118" y="78"/>
                    </a:cubicBezTo>
                    <a:cubicBezTo>
                      <a:pt x="117" y="79"/>
                      <a:pt x="116" y="80"/>
                      <a:pt x="115" y="81"/>
                    </a:cubicBezTo>
                    <a:cubicBezTo>
                      <a:pt x="114" y="82"/>
                      <a:pt x="113" y="82"/>
                      <a:pt x="112" y="82"/>
                    </a:cubicBezTo>
                    <a:cubicBezTo>
                      <a:pt x="77" y="87"/>
                      <a:pt x="51" y="100"/>
                      <a:pt x="35" y="120"/>
                    </a:cubicBezTo>
                    <a:cubicBezTo>
                      <a:pt x="18" y="142"/>
                      <a:pt x="16" y="171"/>
                      <a:pt x="29" y="206"/>
                    </a:cubicBezTo>
                    <a:lnTo>
                      <a:pt x="29" y="206"/>
                    </a:lnTo>
                    <a:cubicBezTo>
                      <a:pt x="32" y="216"/>
                      <a:pt x="37" y="226"/>
                      <a:pt x="42" y="235"/>
                    </a:cubicBezTo>
                    <a:cubicBezTo>
                      <a:pt x="57" y="261"/>
                      <a:pt x="78" y="282"/>
                      <a:pt x="103" y="298"/>
                    </a:cubicBezTo>
                    <a:cubicBezTo>
                      <a:pt x="136" y="319"/>
                      <a:pt x="183" y="338"/>
                      <a:pt x="242" y="354"/>
                    </a:cubicBezTo>
                    <a:cubicBezTo>
                      <a:pt x="270" y="363"/>
                      <a:pt x="290" y="372"/>
                      <a:pt x="303" y="381"/>
                    </a:cubicBezTo>
                    <a:lnTo>
                      <a:pt x="303" y="381"/>
                    </a:lnTo>
                    <a:cubicBezTo>
                      <a:pt x="312" y="387"/>
                      <a:pt x="318" y="395"/>
                      <a:pt x="324" y="404"/>
                    </a:cubicBezTo>
                    <a:cubicBezTo>
                      <a:pt x="326" y="408"/>
                      <a:pt x="329" y="412"/>
                      <a:pt x="330" y="416"/>
                    </a:cubicBezTo>
                    <a:cubicBezTo>
                      <a:pt x="336" y="431"/>
                      <a:pt x="335" y="444"/>
                      <a:pt x="328" y="454"/>
                    </a:cubicBezTo>
                    <a:cubicBezTo>
                      <a:pt x="320" y="463"/>
                      <a:pt x="307" y="467"/>
                      <a:pt x="288" y="467"/>
                    </a:cubicBezTo>
                    <a:lnTo>
                      <a:pt x="288" y="467"/>
                    </a:lnTo>
                    <a:cubicBezTo>
                      <a:pt x="287" y="467"/>
                      <a:pt x="287" y="467"/>
                      <a:pt x="287" y="467"/>
                    </a:cubicBezTo>
                    <a:cubicBezTo>
                      <a:pt x="270" y="467"/>
                      <a:pt x="253" y="463"/>
                      <a:pt x="238" y="454"/>
                    </a:cubicBezTo>
                    <a:cubicBezTo>
                      <a:pt x="237" y="453"/>
                      <a:pt x="235" y="453"/>
                      <a:pt x="234" y="452"/>
                    </a:cubicBezTo>
                    <a:cubicBezTo>
                      <a:pt x="218" y="442"/>
                      <a:pt x="206" y="424"/>
                      <a:pt x="196" y="399"/>
                    </a:cubicBezTo>
                    <a:lnTo>
                      <a:pt x="193" y="391"/>
                    </a:lnTo>
                    <a:lnTo>
                      <a:pt x="81" y="391"/>
                    </a:lnTo>
                    <a:lnTo>
                      <a:pt x="80" y="395"/>
                    </a:lnTo>
                    <a:lnTo>
                      <a:pt x="81" y="395"/>
                    </a:lnTo>
                    <a:cubicBezTo>
                      <a:pt x="97" y="442"/>
                      <a:pt x="125" y="478"/>
                      <a:pt x="164" y="503"/>
                    </a:cubicBezTo>
                    <a:lnTo>
                      <a:pt x="164" y="503"/>
                    </a:lnTo>
                    <a:cubicBezTo>
                      <a:pt x="167" y="505"/>
                      <a:pt x="170" y="506"/>
                      <a:pt x="173" y="508"/>
                    </a:cubicBezTo>
                    <a:cubicBezTo>
                      <a:pt x="206" y="526"/>
                      <a:pt x="242" y="540"/>
                      <a:pt x="280" y="544"/>
                    </a:cubicBezTo>
                    <a:lnTo>
                      <a:pt x="280" y="544"/>
                    </a:lnTo>
                    <a:cubicBezTo>
                      <a:pt x="281" y="544"/>
                      <a:pt x="282" y="544"/>
                      <a:pt x="283" y="545"/>
                    </a:cubicBezTo>
                    <a:cubicBezTo>
                      <a:pt x="284" y="545"/>
                      <a:pt x="285" y="547"/>
                      <a:pt x="286" y="548"/>
                    </a:cubicBezTo>
                    <a:lnTo>
                      <a:pt x="286" y="549"/>
                    </a:lnTo>
                    <a:lnTo>
                      <a:pt x="307" y="6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5"/>
              <p:cNvSpPr/>
              <p:nvPr/>
            </p:nvSpPr>
            <p:spPr>
              <a:xfrm>
                <a:off x="2582111" y="3160378"/>
                <a:ext cx="366163" cy="29614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757" extrusionOk="0">
                    <a:moveTo>
                      <a:pt x="604" y="756"/>
                    </a:moveTo>
                    <a:cubicBezTo>
                      <a:pt x="367" y="756"/>
                      <a:pt x="111" y="588"/>
                      <a:pt x="35" y="381"/>
                    </a:cubicBezTo>
                    <a:cubicBezTo>
                      <a:pt x="0" y="285"/>
                      <a:pt x="8" y="193"/>
                      <a:pt x="57" y="122"/>
                    </a:cubicBezTo>
                    <a:cubicBezTo>
                      <a:pt x="111" y="44"/>
                      <a:pt x="211" y="0"/>
                      <a:pt x="331" y="0"/>
                    </a:cubicBezTo>
                    <a:cubicBezTo>
                      <a:pt x="569" y="0"/>
                      <a:pt x="824" y="169"/>
                      <a:pt x="900" y="376"/>
                    </a:cubicBezTo>
                    <a:cubicBezTo>
                      <a:pt x="935" y="472"/>
                      <a:pt x="927" y="564"/>
                      <a:pt x="878" y="635"/>
                    </a:cubicBezTo>
                    <a:cubicBezTo>
                      <a:pt x="824" y="711"/>
                      <a:pt x="724" y="756"/>
                      <a:pt x="604" y="756"/>
                    </a:cubicBezTo>
                    <a:moveTo>
                      <a:pt x="331" y="15"/>
                    </a:moveTo>
                    <a:cubicBezTo>
                      <a:pt x="216" y="15"/>
                      <a:pt x="120" y="57"/>
                      <a:pt x="69" y="130"/>
                    </a:cubicBezTo>
                    <a:cubicBezTo>
                      <a:pt x="23" y="197"/>
                      <a:pt x="15" y="284"/>
                      <a:pt x="49" y="376"/>
                    </a:cubicBezTo>
                    <a:cubicBezTo>
                      <a:pt x="123" y="578"/>
                      <a:pt x="372" y="741"/>
                      <a:pt x="604" y="741"/>
                    </a:cubicBezTo>
                    <a:cubicBezTo>
                      <a:pt x="719" y="741"/>
                      <a:pt x="814" y="700"/>
                      <a:pt x="866" y="626"/>
                    </a:cubicBezTo>
                    <a:cubicBezTo>
                      <a:pt x="912" y="560"/>
                      <a:pt x="920" y="472"/>
                      <a:pt x="886" y="381"/>
                    </a:cubicBezTo>
                    <a:cubicBezTo>
                      <a:pt x="812" y="179"/>
                      <a:pt x="563" y="15"/>
                      <a:pt x="331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5"/>
              <p:cNvSpPr/>
              <p:nvPr/>
            </p:nvSpPr>
            <p:spPr>
              <a:xfrm>
                <a:off x="2675608" y="3186980"/>
                <a:ext cx="186602" cy="243328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22" extrusionOk="0">
                    <a:moveTo>
                      <a:pt x="388" y="621"/>
                    </a:moveTo>
                    <a:lnTo>
                      <a:pt x="302" y="621"/>
                    </a:lnTo>
                    <a:lnTo>
                      <a:pt x="302" y="621"/>
                    </a:lnTo>
                    <a:lnTo>
                      <a:pt x="302" y="621"/>
                    </a:lnTo>
                    <a:cubicBezTo>
                      <a:pt x="301" y="621"/>
                      <a:pt x="300" y="620"/>
                      <a:pt x="299" y="620"/>
                    </a:cubicBezTo>
                    <a:cubicBezTo>
                      <a:pt x="297" y="619"/>
                      <a:pt x="296" y="618"/>
                      <a:pt x="296" y="617"/>
                    </a:cubicBezTo>
                    <a:cubicBezTo>
                      <a:pt x="296" y="616"/>
                      <a:pt x="295" y="616"/>
                      <a:pt x="295" y="616"/>
                    </a:cubicBezTo>
                    <a:lnTo>
                      <a:pt x="274" y="558"/>
                    </a:lnTo>
                    <a:lnTo>
                      <a:pt x="274" y="558"/>
                    </a:lnTo>
                    <a:cubicBezTo>
                      <a:pt x="236" y="553"/>
                      <a:pt x="199" y="540"/>
                      <a:pt x="165" y="521"/>
                    </a:cubicBezTo>
                    <a:cubicBezTo>
                      <a:pt x="162" y="519"/>
                      <a:pt x="160" y="517"/>
                      <a:pt x="157" y="516"/>
                    </a:cubicBezTo>
                    <a:cubicBezTo>
                      <a:pt x="114" y="489"/>
                      <a:pt x="84" y="450"/>
                      <a:pt x="67" y="400"/>
                    </a:cubicBezTo>
                    <a:lnTo>
                      <a:pt x="66" y="398"/>
                    </a:lnTo>
                    <a:lnTo>
                      <a:pt x="66" y="398"/>
                    </a:lnTo>
                    <a:cubicBezTo>
                      <a:pt x="66" y="397"/>
                      <a:pt x="66" y="396"/>
                      <a:pt x="66" y="396"/>
                    </a:cubicBezTo>
                    <a:cubicBezTo>
                      <a:pt x="66" y="395"/>
                      <a:pt x="66" y="395"/>
                      <a:pt x="66" y="395"/>
                    </a:cubicBezTo>
                    <a:lnTo>
                      <a:pt x="67" y="383"/>
                    </a:lnTo>
                    <a:lnTo>
                      <a:pt x="67" y="383"/>
                    </a:lnTo>
                    <a:cubicBezTo>
                      <a:pt x="67" y="382"/>
                      <a:pt x="67" y="381"/>
                      <a:pt x="68" y="380"/>
                    </a:cubicBezTo>
                    <a:cubicBezTo>
                      <a:pt x="68" y="379"/>
                      <a:pt x="68" y="377"/>
                      <a:pt x="70" y="377"/>
                    </a:cubicBezTo>
                    <a:cubicBezTo>
                      <a:pt x="71" y="376"/>
                      <a:pt x="73" y="376"/>
                      <a:pt x="74" y="376"/>
                    </a:cubicBezTo>
                    <a:lnTo>
                      <a:pt x="198" y="376"/>
                    </a:lnTo>
                    <a:lnTo>
                      <a:pt x="198" y="376"/>
                    </a:lnTo>
                    <a:cubicBezTo>
                      <a:pt x="200" y="376"/>
                      <a:pt x="201" y="376"/>
                      <a:pt x="202" y="377"/>
                    </a:cubicBezTo>
                    <a:cubicBezTo>
                      <a:pt x="203" y="377"/>
                      <a:pt x="204" y="379"/>
                      <a:pt x="205" y="380"/>
                    </a:cubicBezTo>
                    <a:lnTo>
                      <a:pt x="205" y="381"/>
                    </a:lnTo>
                    <a:lnTo>
                      <a:pt x="210" y="394"/>
                    </a:lnTo>
                    <a:cubicBezTo>
                      <a:pt x="218" y="416"/>
                      <a:pt x="229" y="431"/>
                      <a:pt x="242" y="439"/>
                    </a:cubicBezTo>
                    <a:lnTo>
                      <a:pt x="242" y="439"/>
                    </a:lnTo>
                    <a:cubicBezTo>
                      <a:pt x="243" y="440"/>
                      <a:pt x="244" y="440"/>
                      <a:pt x="245" y="441"/>
                    </a:cubicBezTo>
                    <a:cubicBezTo>
                      <a:pt x="258" y="447"/>
                      <a:pt x="272" y="452"/>
                      <a:pt x="287" y="452"/>
                    </a:cubicBezTo>
                    <a:lnTo>
                      <a:pt x="288" y="452"/>
                    </a:lnTo>
                    <a:cubicBezTo>
                      <a:pt x="302" y="452"/>
                      <a:pt x="312" y="450"/>
                      <a:pt x="316" y="444"/>
                    </a:cubicBezTo>
                    <a:cubicBezTo>
                      <a:pt x="317" y="442"/>
                      <a:pt x="322" y="437"/>
                      <a:pt x="316" y="421"/>
                    </a:cubicBezTo>
                    <a:lnTo>
                      <a:pt x="316" y="421"/>
                    </a:lnTo>
                    <a:cubicBezTo>
                      <a:pt x="315" y="417"/>
                      <a:pt x="313" y="414"/>
                      <a:pt x="311" y="411"/>
                    </a:cubicBezTo>
                    <a:cubicBezTo>
                      <a:pt x="307" y="404"/>
                      <a:pt x="302" y="398"/>
                      <a:pt x="295" y="393"/>
                    </a:cubicBezTo>
                    <a:cubicBezTo>
                      <a:pt x="283" y="384"/>
                      <a:pt x="264" y="376"/>
                      <a:pt x="237" y="368"/>
                    </a:cubicBezTo>
                    <a:cubicBezTo>
                      <a:pt x="177" y="351"/>
                      <a:pt x="129" y="332"/>
                      <a:pt x="95" y="310"/>
                    </a:cubicBezTo>
                    <a:lnTo>
                      <a:pt x="95" y="310"/>
                    </a:lnTo>
                    <a:cubicBezTo>
                      <a:pt x="68" y="293"/>
                      <a:pt x="45" y="269"/>
                      <a:pt x="29" y="242"/>
                    </a:cubicBezTo>
                    <a:cubicBezTo>
                      <a:pt x="23" y="232"/>
                      <a:pt x="18" y="222"/>
                      <a:pt x="15" y="211"/>
                    </a:cubicBezTo>
                    <a:cubicBezTo>
                      <a:pt x="0" y="171"/>
                      <a:pt x="3" y="137"/>
                      <a:pt x="23" y="111"/>
                    </a:cubicBezTo>
                    <a:cubicBezTo>
                      <a:pt x="40" y="90"/>
                      <a:pt x="66" y="76"/>
                      <a:pt x="101" y="69"/>
                    </a:cubicBezTo>
                    <a:lnTo>
                      <a:pt x="79" y="10"/>
                    </a:lnTo>
                    <a:lnTo>
                      <a:pt x="79" y="10"/>
                    </a:lnTo>
                    <a:cubicBezTo>
                      <a:pt x="79" y="9"/>
                      <a:pt x="79" y="8"/>
                      <a:pt x="79" y="8"/>
                    </a:cubicBezTo>
                    <a:cubicBezTo>
                      <a:pt x="79" y="6"/>
                      <a:pt x="79" y="5"/>
                      <a:pt x="80" y="4"/>
                    </a:cubicBezTo>
                    <a:cubicBezTo>
                      <a:pt x="81" y="3"/>
                      <a:pt x="81" y="1"/>
                      <a:pt x="83" y="1"/>
                    </a:cubicBezTo>
                    <a:cubicBezTo>
                      <a:pt x="84" y="0"/>
                      <a:pt x="85" y="0"/>
                      <a:pt x="86" y="0"/>
                    </a:cubicBezTo>
                    <a:lnTo>
                      <a:pt x="172" y="0"/>
                    </a:lnTo>
                    <a:lnTo>
                      <a:pt x="172" y="0"/>
                    </a:lnTo>
                    <a:lnTo>
                      <a:pt x="172" y="0"/>
                    </a:lnTo>
                    <a:cubicBezTo>
                      <a:pt x="173" y="0"/>
                      <a:pt x="173" y="0"/>
                      <a:pt x="175" y="1"/>
                    </a:cubicBezTo>
                    <a:cubicBezTo>
                      <a:pt x="176" y="1"/>
                      <a:pt x="177" y="3"/>
                      <a:pt x="178" y="4"/>
                    </a:cubicBezTo>
                    <a:cubicBezTo>
                      <a:pt x="178" y="4"/>
                      <a:pt x="178" y="5"/>
                      <a:pt x="179" y="5"/>
                    </a:cubicBezTo>
                    <a:lnTo>
                      <a:pt x="202" y="70"/>
                    </a:lnTo>
                    <a:lnTo>
                      <a:pt x="202" y="70"/>
                    </a:lnTo>
                    <a:cubicBezTo>
                      <a:pt x="232" y="75"/>
                      <a:pt x="260" y="85"/>
                      <a:pt x="285" y="100"/>
                    </a:cubicBezTo>
                    <a:cubicBezTo>
                      <a:pt x="294" y="105"/>
                      <a:pt x="303" y="111"/>
                      <a:pt x="312" y="118"/>
                    </a:cubicBezTo>
                    <a:lnTo>
                      <a:pt x="312" y="118"/>
                    </a:lnTo>
                    <a:cubicBezTo>
                      <a:pt x="336" y="136"/>
                      <a:pt x="357" y="159"/>
                      <a:pt x="372" y="186"/>
                    </a:cubicBezTo>
                    <a:cubicBezTo>
                      <a:pt x="379" y="198"/>
                      <a:pt x="385" y="211"/>
                      <a:pt x="390" y="225"/>
                    </a:cubicBezTo>
                    <a:lnTo>
                      <a:pt x="391" y="229"/>
                    </a:lnTo>
                    <a:lnTo>
                      <a:pt x="391" y="229"/>
                    </a:lnTo>
                    <a:cubicBezTo>
                      <a:pt x="392" y="229"/>
                      <a:pt x="392" y="230"/>
                      <a:pt x="392" y="231"/>
                    </a:cubicBezTo>
                    <a:cubicBezTo>
                      <a:pt x="392" y="232"/>
                      <a:pt x="392" y="232"/>
                      <a:pt x="391" y="233"/>
                    </a:cubicBezTo>
                    <a:lnTo>
                      <a:pt x="388" y="244"/>
                    </a:lnTo>
                    <a:lnTo>
                      <a:pt x="388" y="244"/>
                    </a:lnTo>
                    <a:cubicBezTo>
                      <a:pt x="388" y="245"/>
                      <a:pt x="387" y="244"/>
                      <a:pt x="387" y="246"/>
                    </a:cubicBezTo>
                    <a:cubicBezTo>
                      <a:pt x="386" y="246"/>
                      <a:pt x="386" y="247"/>
                      <a:pt x="385" y="248"/>
                    </a:cubicBezTo>
                    <a:cubicBezTo>
                      <a:pt x="383" y="248"/>
                      <a:pt x="382" y="249"/>
                      <a:pt x="381" y="249"/>
                    </a:cubicBezTo>
                    <a:lnTo>
                      <a:pt x="258" y="249"/>
                    </a:lnTo>
                    <a:lnTo>
                      <a:pt x="258" y="249"/>
                    </a:lnTo>
                    <a:lnTo>
                      <a:pt x="258" y="249"/>
                    </a:lnTo>
                    <a:cubicBezTo>
                      <a:pt x="257" y="249"/>
                      <a:pt x="255" y="248"/>
                      <a:pt x="254" y="248"/>
                    </a:cubicBezTo>
                    <a:cubicBezTo>
                      <a:pt x="252" y="247"/>
                      <a:pt x="252" y="247"/>
                      <a:pt x="252" y="246"/>
                    </a:cubicBezTo>
                    <a:cubicBezTo>
                      <a:pt x="252" y="245"/>
                      <a:pt x="251" y="245"/>
                      <a:pt x="251" y="244"/>
                    </a:cubicBezTo>
                    <a:lnTo>
                      <a:pt x="246" y="231"/>
                    </a:lnTo>
                    <a:cubicBezTo>
                      <a:pt x="239" y="212"/>
                      <a:pt x="229" y="197"/>
                      <a:pt x="217" y="187"/>
                    </a:cubicBezTo>
                    <a:lnTo>
                      <a:pt x="217" y="187"/>
                    </a:lnTo>
                    <a:cubicBezTo>
                      <a:pt x="215" y="185"/>
                      <a:pt x="212" y="182"/>
                      <a:pt x="209" y="181"/>
                    </a:cubicBezTo>
                    <a:cubicBezTo>
                      <a:pt x="201" y="176"/>
                      <a:pt x="192" y="174"/>
                      <a:pt x="183" y="174"/>
                    </a:cubicBezTo>
                    <a:lnTo>
                      <a:pt x="182" y="174"/>
                    </a:lnTo>
                    <a:cubicBezTo>
                      <a:pt x="170" y="174"/>
                      <a:pt x="162" y="177"/>
                      <a:pt x="159" y="181"/>
                    </a:cubicBezTo>
                    <a:cubicBezTo>
                      <a:pt x="155" y="187"/>
                      <a:pt x="156" y="195"/>
                      <a:pt x="160" y="206"/>
                    </a:cubicBezTo>
                    <a:lnTo>
                      <a:pt x="160" y="206"/>
                    </a:lnTo>
                    <a:cubicBezTo>
                      <a:pt x="161" y="210"/>
                      <a:pt x="162" y="213"/>
                      <a:pt x="164" y="216"/>
                    </a:cubicBezTo>
                    <a:cubicBezTo>
                      <a:pt x="168" y="222"/>
                      <a:pt x="173" y="228"/>
                      <a:pt x="180" y="233"/>
                    </a:cubicBezTo>
                    <a:cubicBezTo>
                      <a:pt x="186" y="237"/>
                      <a:pt x="202" y="246"/>
                      <a:pt x="239" y="257"/>
                    </a:cubicBezTo>
                    <a:cubicBezTo>
                      <a:pt x="299" y="276"/>
                      <a:pt x="347" y="296"/>
                      <a:pt x="381" y="317"/>
                    </a:cubicBezTo>
                    <a:lnTo>
                      <a:pt x="381" y="317"/>
                    </a:lnTo>
                    <a:cubicBezTo>
                      <a:pt x="409" y="334"/>
                      <a:pt x="430" y="357"/>
                      <a:pt x="447" y="385"/>
                    </a:cubicBezTo>
                    <a:cubicBezTo>
                      <a:pt x="452" y="394"/>
                      <a:pt x="457" y="405"/>
                      <a:pt x="461" y="415"/>
                    </a:cubicBezTo>
                    <a:cubicBezTo>
                      <a:pt x="476" y="456"/>
                      <a:pt x="473" y="490"/>
                      <a:pt x="453" y="516"/>
                    </a:cubicBezTo>
                    <a:lnTo>
                      <a:pt x="453" y="516"/>
                    </a:lnTo>
                    <a:cubicBezTo>
                      <a:pt x="436" y="537"/>
                      <a:pt x="409" y="551"/>
                      <a:pt x="374" y="557"/>
                    </a:cubicBezTo>
                    <a:lnTo>
                      <a:pt x="394" y="611"/>
                    </a:lnTo>
                    <a:lnTo>
                      <a:pt x="394" y="611"/>
                    </a:lnTo>
                    <a:cubicBezTo>
                      <a:pt x="394" y="611"/>
                      <a:pt x="395" y="612"/>
                      <a:pt x="395" y="613"/>
                    </a:cubicBezTo>
                    <a:cubicBezTo>
                      <a:pt x="395" y="614"/>
                      <a:pt x="394" y="615"/>
                      <a:pt x="394" y="617"/>
                    </a:cubicBezTo>
                    <a:cubicBezTo>
                      <a:pt x="393" y="618"/>
                      <a:pt x="392" y="619"/>
                      <a:pt x="391" y="620"/>
                    </a:cubicBezTo>
                    <a:cubicBezTo>
                      <a:pt x="390" y="620"/>
                      <a:pt x="389" y="621"/>
                      <a:pt x="387" y="621"/>
                    </a:cubicBezTo>
                    <a:lnTo>
                      <a:pt x="387" y="621"/>
                    </a:lnTo>
                    <a:lnTo>
                      <a:pt x="388" y="621"/>
                    </a:lnTo>
                    <a:moveTo>
                      <a:pt x="307" y="606"/>
                    </a:moveTo>
                    <a:lnTo>
                      <a:pt x="377" y="606"/>
                    </a:lnTo>
                    <a:lnTo>
                      <a:pt x="358" y="554"/>
                    </a:lnTo>
                    <a:lnTo>
                      <a:pt x="358" y="554"/>
                    </a:lnTo>
                    <a:cubicBezTo>
                      <a:pt x="358" y="553"/>
                      <a:pt x="358" y="552"/>
                      <a:pt x="358" y="551"/>
                    </a:cubicBezTo>
                    <a:cubicBezTo>
                      <a:pt x="358" y="550"/>
                      <a:pt x="358" y="549"/>
                      <a:pt x="359" y="548"/>
                    </a:cubicBezTo>
                    <a:cubicBezTo>
                      <a:pt x="359" y="546"/>
                      <a:pt x="360" y="546"/>
                      <a:pt x="361" y="545"/>
                    </a:cubicBezTo>
                    <a:cubicBezTo>
                      <a:pt x="362" y="544"/>
                      <a:pt x="363" y="544"/>
                      <a:pt x="364" y="544"/>
                    </a:cubicBezTo>
                    <a:cubicBezTo>
                      <a:pt x="400" y="539"/>
                      <a:pt x="426" y="526"/>
                      <a:pt x="442" y="507"/>
                    </a:cubicBezTo>
                    <a:cubicBezTo>
                      <a:pt x="459" y="485"/>
                      <a:pt x="461" y="456"/>
                      <a:pt x="448" y="420"/>
                    </a:cubicBezTo>
                    <a:lnTo>
                      <a:pt x="448" y="420"/>
                    </a:lnTo>
                    <a:cubicBezTo>
                      <a:pt x="444" y="410"/>
                      <a:pt x="440" y="400"/>
                      <a:pt x="435" y="392"/>
                    </a:cubicBezTo>
                    <a:cubicBezTo>
                      <a:pt x="420" y="366"/>
                      <a:pt x="399" y="345"/>
                      <a:pt x="374" y="330"/>
                    </a:cubicBezTo>
                    <a:cubicBezTo>
                      <a:pt x="341" y="309"/>
                      <a:pt x="294" y="289"/>
                      <a:pt x="235" y="271"/>
                    </a:cubicBezTo>
                    <a:cubicBezTo>
                      <a:pt x="198" y="260"/>
                      <a:pt x="180" y="251"/>
                      <a:pt x="172" y="245"/>
                    </a:cubicBezTo>
                    <a:lnTo>
                      <a:pt x="172" y="245"/>
                    </a:lnTo>
                    <a:cubicBezTo>
                      <a:pt x="163" y="239"/>
                      <a:pt x="157" y="230"/>
                      <a:pt x="152" y="223"/>
                    </a:cubicBezTo>
                    <a:cubicBezTo>
                      <a:pt x="149" y="218"/>
                      <a:pt x="148" y="215"/>
                      <a:pt x="146" y="211"/>
                    </a:cubicBezTo>
                    <a:cubicBezTo>
                      <a:pt x="141" y="196"/>
                      <a:pt x="141" y="183"/>
                      <a:pt x="147" y="174"/>
                    </a:cubicBezTo>
                    <a:cubicBezTo>
                      <a:pt x="152" y="164"/>
                      <a:pt x="164" y="160"/>
                      <a:pt x="183" y="160"/>
                    </a:cubicBezTo>
                    <a:lnTo>
                      <a:pt x="183" y="160"/>
                    </a:lnTo>
                    <a:lnTo>
                      <a:pt x="183" y="160"/>
                    </a:lnTo>
                    <a:cubicBezTo>
                      <a:pt x="195" y="160"/>
                      <a:pt x="207" y="163"/>
                      <a:pt x="217" y="169"/>
                    </a:cubicBezTo>
                    <a:cubicBezTo>
                      <a:pt x="221" y="171"/>
                      <a:pt x="224" y="173"/>
                      <a:pt x="227" y="175"/>
                    </a:cubicBezTo>
                    <a:cubicBezTo>
                      <a:pt x="241" y="187"/>
                      <a:pt x="252" y="204"/>
                      <a:pt x="261" y="226"/>
                    </a:cubicBezTo>
                    <a:lnTo>
                      <a:pt x="264" y="235"/>
                    </a:lnTo>
                    <a:lnTo>
                      <a:pt x="376" y="235"/>
                    </a:lnTo>
                    <a:lnTo>
                      <a:pt x="377" y="231"/>
                    </a:lnTo>
                    <a:lnTo>
                      <a:pt x="377" y="230"/>
                    </a:lnTo>
                    <a:lnTo>
                      <a:pt x="377" y="230"/>
                    </a:lnTo>
                    <a:cubicBezTo>
                      <a:pt x="372" y="217"/>
                      <a:pt x="367" y="204"/>
                      <a:pt x="360" y="193"/>
                    </a:cubicBezTo>
                    <a:cubicBezTo>
                      <a:pt x="345" y="167"/>
                      <a:pt x="326" y="147"/>
                      <a:pt x="303" y="129"/>
                    </a:cubicBezTo>
                    <a:lnTo>
                      <a:pt x="303" y="129"/>
                    </a:lnTo>
                    <a:cubicBezTo>
                      <a:pt x="295" y="123"/>
                      <a:pt x="287" y="118"/>
                      <a:pt x="278" y="113"/>
                    </a:cubicBezTo>
                    <a:cubicBezTo>
                      <a:pt x="253" y="98"/>
                      <a:pt x="225" y="88"/>
                      <a:pt x="196" y="83"/>
                    </a:cubicBezTo>
                    <a:lnTo>
                      <a:pt x="196" y="83"/>
                    </a:lnTo>
                    <a:cubicBezTo>
                      <a:pt x="195" y="83"/>
                      <a:pt x="194" y="83"/>
                      <a:pt x="194" y="83"/>
                    </a:cubicBezTo>
                    <a:cubicBezTo>
                      <a:pt x="193" y="82"/>
                      <a:pt x="192" y="81"/>
                      <a:pt x="191" y="80"/>
                    </a:cubicBezTo>
                    <a:lnTo>
                      <a:pt x="191" y="79"/>
                    </a:lnTo>
                    <a:lnTo>
                      <a:pt x="167" y="15"/>
                    </a:lnTo>
                    <a:lnTo>
                      <a:pt x="97" y="15"/>
                    </a:lnTo>
                    <a:lnTo>
                      <a:pt x="118" y="72"/>
                    </a:lnTo>
                    <a:lnTo>
                      <a:pt x="118" y="72"/>
                    </a:lnTo>
                    <a:cubicBezTo>
                      <a:pt x="119" y="73"/>
                      <a:pt x="119" y="74"/>
                      <a:pt x="119" y="75"/>
                    </a:cubicBezTo>
                    <a:cubicBezTo>
                      <a:pt x="119" y="76"/>
                      <a:pt x="119" y="76"/>
                      <a:pt x="118" y="78"/>
                    </a:cubicBezTo>
                    <a:cubicBezTo>
                      <a:pt x="117" y="79"/>
                      <a:pt x="116" y="80"/>
                      <a:pt x="115" y="81"/>
                    </a:cubicBezTo>
                    <a:cubicBezTo>
                      <a:pt x="114" y="82"/>
                      <a:pt x="113" y="82"/>
                      <a:pt x="112" y="82"/>
                    </a:cubicBezTo>
                    <a:cubicBezTo>
                      <a:pt x="77" y="87"/>
                      <a:pt x="51" y="100"/>
                      <a:pt x="35" y="120"/>
                    </a:cubicBezTo>
                    <a:cubicBezTo>
                      <a:pt x="18" y="142"/>
                      <a:pt x="16" y="171"/>
                      <a:pt x="29" y="206"/>
                    </a:cubicBezTo>
                    <a:lnTo>
                      <a:pt x="29" y="206"/>
                    </a:lnTo>
                    <a:cubicBezTo>
                      <a:pt x="32" y="216"/>
                      <a:pt x="37" y="226"/>
                      <a:pt x="42" y="235"/>
                    </a:cubicBezTo>
                    <a:cubicBezTo>
                      <a:pt x="57" y="261"/>
                      <a:pt x="78" y="282"/>
                      <a:pt x="103" y="298"/>
                    </a:cubicBezTo>
                    <a:cubicBezTo>
                      <a:pt x="136" y="319"/>
                      <a:pt x="183" y="338"/>
                      <a:pt x="242" y="354"/>
                    </a:cubicBezTo>
                    <a:cubicBezTo>
                      <a:pt x="270" y="363"/>
                      <a:pt x="290" y="372"/>
                      <a:pt x="303" y="381"/>
                    </a:cubicBezTo>
                    <a:lnTo>
                      <a:pt x="303" y="381"/>
                    </a:lnTo>
                    <a:cubicBezTo>
                      <a:pt x="312" y="387"/>
                      <a:pt x="318" y="395"/>
                      <a:pt x="324" y="404"/>
                    </a:cubicBezTo>
                    <a:cubicBezTo>
                      <a:pt x="326" y="408"/>
                      <a:pt x="329" y="412"/>
                      <a:pt x="330" y="416"/>
                    </a:cubicBezTo>
                    <a:cubicBezTo>
                      <a:pt x="336" y="431"/>
                      <a:pt x="335" y="444"/>
                      <a:pt x="328" y="454"/>
                    </a:cubicBezTo>
                    <a:cubicBezTo>
                      <a:pt x="320" y="463"/>
                      <a:pt x="307" y="467"/>
                      <a:pt x="288" y="467"/>
                    </a:cubicBezTo>
                    <a:lnTo>
                      <a:pt x="288" y="467"/>
                    </a:lnTo>
                    <a:cubicBezTo>
                      <a:pt x="287" y="467"/>
                      <a:pt x="287" y="467"/>
                      <a:pt x="287" y="467"/>
                    </a:cubicBezTo>
                    <a:cubicBezTo>
                      <a:pt x="270" y="467"/>
                      <a:pt x="253" y="463"/>
                      <a:pt x="238" y="454"/>
                    </a:cubicBezTo>
                    <a:cubicBezTo>
                      <a:pt x="237" y="453"/>
                      <a:pt x="235" y="453"/>
                      <a:pt x="234" y="452"/>
                    </a:cubicBezTo>
                    <a:cubicBezTo>
                      <a:pt x="218" y="442"/>
                      <a:pt x="206" y="424"/>
                      <a:pt x="196" y="399"/>
                    </a:cubicBezTo>
                    <a:lnTo>
                      <a:pt x="193" y="391"/>
                    </a:lnTo>
                    <a:lnTo>
                      <a:pt x="81" y="391"/>
                    </a:lnTo>
                    <a:lnTo>
                      <a:pt x="80" y="395"/>
                    </a:lnTo>
                    <a:lnTo>
                      <a:pt x="81" y="395"/>
                    </a:lnTo>
                    <a:cubicBezTo>
                      <a:pt x="97" y="442"/>
                      <a:pt x="125" y="478"/>
                      <a:pt x="164" y="503"/>
                    </a:cubicBezTo>
                    <a:lnTo>
                      <a:pt x="164" y="503"/>
                    </a:lnTo>
                    <a:cubicBezTo>
                      <a:pt x="167" y="505"/>
                      <a:pt x="170" y="506"/>
                      <a:pt x="173" y="508"/>
                    </a:cubicBezTo>
                    <a:cubicBezTo>
                      <a:pt x="206" y="526"/>
                      <a:pt x="242" y="540"/>
                      <a:pt x="280" y="544"/>
                    </a:cubicBezTo>
                    <a:lnTo>
                      <a:pt x="280" y="544"/>
                    </a:lnTo>
                    <a:cubicBezTo>
                      <a:pt x="281" y="544"/>
                      <a:pt x="282" y="544"/>
                      <a:pt x="283" y="545"/>
                    </a:cubicBezTo>
                    <a:cubicBezTo>
                      <a:pt x="284" y="545"/>
                      <a:pt x="285" y="547"/>
                      <a:pt x="286" y="548"/>
                    </a:cubicBezTo>
                    <a:lnTo>
                      <a:pt x="286" y="549"/>
                    </a:lnTo>
                    <a:lnTo>
                      <a:pt x="307" y="606"/>
                    </a:lnTo>
                    <a:moveTo>
                      <a:pt x="447" y="512"/>
                    </a:moveTo>
                    <a:lnTo>
                      <a:pt x="447" y="5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5"/>
              <p:cNvSpPr/>
              <p:nvPr/>
            </p:nvSpPr>
            <p:spPr>
              <a:xfrm>
                <a:off x="2705339" y="3414269"/>
                <a:ext cx="460051" cy="400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23" extrusionOk="0">
                    <a:moveTo>
                      <a:pt x="1012" y="104"/>
                    </a:moveTo>
                    <a:cubicBezTo>
                      <a:pt x="1175" y="261"/>
                      <a:pt x="1117" y="571"/>
                      <a:pt x="883" y="796"/>
                    </a:cubicBezTo>
                    <a:cubicBezTo>
                      <a:pt x="767" y="907"/>
                      <a:pt x="629" y="976"/>
                      <a:pt x="500" y="999"/>
                    </a:cubicBezTo>
                    <a:cubicBezTo>
                      <a:pt x="368" y="1022"/>
                      <a:pt x="245" y="997"/>
                      <a:pt x="163" y="918"/>
                    </a:cubicBezTo>
                    <a:cubicBezTo>
                      <a:pt x="0" y="760"/>
                      <a:pt x="58" y="450"/>
                      <a:pt x="292" y="226"/>
                    </a:cubicBezTo>
                    <a:cubicBezTo>
                      <a:pt x="408" y="115"/>
                      <a:pt x="545" y="47"/>
                      <a:pt x="675" y="24"/>
                    </a:cubicBezTo>
                    <a:cubicBezTo>
                      <a:pt x="807" y="0"/>
                      <a:pt x="930" y="26"/>
                      <a:pt x="1012" y="104"/>
                    </a:cubicBezTo>
                    <a:moveTo>
                      <a:pt x="827" y="742"/>
                    </a:moveTo>
                    <a:cubicBezTo>
                      <a:pt x="924" y="649"/>
                      <a:pt x="983" y="539"/>
                      <a:pt x="1001" y="436"/>
                    </a:cubicBezTo>
                    <a:cubicBezTo>
                      <a:pt x="1019" y="336"/>
                      <a:pt x="997" y="243"/>
                      <a:pt x="932" y="181"/>
                    </a:cubicBezTo>
                    <a:cubicBezTo>
                      <a:pt x="865" y="116"/>
                      <a:pt x="765" y="96"/>
                      <a:pt x="658" y="115"/>
                    </a:cubicBezTo>
                    <a:cubicBezTo>
                      <a:pt x="553" y="133"/>
                      <a:pt x="442" y="189"/>
                      <a:pt x="348" y="279"/>
                    </a:cubicBezTo>
                    <a:cubicBezTo>
                      <a:pt x="251" y="372"/>
                      <a:pt x="192" y="482"/>
                      <a:pt x="174" y="585"/>
                    </a:cubicBezTo>
                    <a:cubicBezTo>
                      <a:pt x="156" y="685"/>
                      <a:pt x="178" y="778"/>
                      <a:pt x="243" y="840"/>
                    </a:cubicBezTo>
                    <a:cubicBezTo>
                      <a:pt x="310" y="905"/>
                      <a:pt x="410" y="925"/>
                      <a:pt x="517" y="906"/>
                    </a:cubicBezTo>
                    <a:cubicBezTo>
                      <a:pt x="622" y="888"/>
                      <a:pt x="733" y="832"/>
                      <a:pt x="827" y="7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5"/>
              <p:cNvSpPr/>
              <p:nvPr/>
            </p:nvSpPr>
            <p:spPr>
              <a:xfrm>
                <a:off x="2816831" y="3502289"/>
                <a:ext cx="240979" cy="22768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582" extrusionOk="0">
                    <a:moveTo>
                      <a:pt x="566" y="0"/>
                    </a:moveTo>
                    <a:lnTo>
                      <a:pt x="615" y="46"/>
                    </a:lnTo>
                    <a:lnTo>
                      <a:pt x="551" y="107"/>
                    </a:lnTo>
                    <a:cubicBezTo>
                      <a:pt x="566" y="134"/>
                      <a:pt x="569" y="165"/>
                      <a:pt x="559" y="200"/>
                    </a:cubicBezTo>
                    <a:cubicBezTo>
                      <a:pt x="549" y="237"/>
                      <a:pt x="524" y="275"/>
                      <a:pt x="484" y="313"/>
                    </a:cubicBezTo>
                    <a:lnTo>
                      <a:pt x="481" y="316"/>
                    </a:lnTo>
                    <a:lnTo>
                      <a:pt x="467" y="321"/>
                    </a:lnTo>
                    <a:lnTo>
                      <a:pt x="397" y="255"/>
                    </a:lnTo>
                    <a:lnTo>
                      <a:pt x="410" y="243"/>
                    </a:lnTo>
                    <a:cubicBezTo>
                      <a:pt x="429" y="224"/>
                      <a:pt x="441" y="208"/>
                      <a:pt x="446" y="193"/>
                    </a:cubicBezTo>
                    <a:cubicBezTo>
                      <a:pt x="450" y="180"/>
                      <a:pt x="448" y="170"/>
                      <a:pt x="440" y="162"/>
                    </a:cubicBezTo>
                    <a:lnTo>
                      <a:pt x="440" y="162"/>
                    </a:lnTo>
                    <a:cubicBezTo>
                      <a:pt x="438" y="160"/>
                      <a:pt x="435" y="158"/>
                      <a:pt x="433" y="156"/>
                    </a:cubicBezTo>
                    <a:cubicBezTo>
                      <a:pt x="428" y="154"/>
                      <a:pt x="423" y="152"/>
                      <a:pt x="418" y="152"/>
                    </a:cubicBezTo>
                    <a:cubicBezTo>
                      <a:pt x="416" y="152"/>
                      <a:pt x="415" y="152"/>
                      <a:pt x="413" y="153"/>
                    </a:cubicBezTo>
                    <a:lnTo>
                      <a:pt x="411" y="153"/>
                    </a:lnTo>
                    <a:cubicBezTo>
                      <a:pt x="400" y="156"/>
                      <a:pt x="388" y="163"/>
                      <a:pt x="376" y="175"/>
                    </a:cubicBezTo>
                    <a:cubicBezTo>
                      <a:pt x="364" y="186"/>
                      <a:pt x="357" y="197"/>
                      <a:pt x="354" y="208"/>
                    </a:cubicBezTo>
                    <a:cubicBezTo>
                      <a:pt x="352" y="216"/>
                      <a:pt x="352" y="232"/>
                      <a:pt x="359" y="259"/>
                    </a:cubicBezTo>
                    <a:cubicBezTo>
                      <a:pt x="372" y="304"/>
                      <a:pt x="376" y="343"/>
                      <a:pt x="372" y="376"/>
                    </a:cubicBezTo>
                    <a:cubicBezTo>
                      <a:pt x="367" y="411"/>
                      <a:pt x="345" y="447"/>
                      <a:pt x="308" y="483"/>
                    </a:cubicBezTo>
                    <a:cubicBezTo>
                      <a:pt x="273" y="516"/>
                      <a:pt x="237" y="536"/>
                      <a:pt x="200" y="543"/>
                    </a:cubicBezTo>
                    <a:lnTo>
                      <a:pt x="197" y="543"/>
                    </a:lnTo>
                    <a:lnTo>
                      <a:pt x="197" y="543"/>
                    </a:lnTo>
                    <a:cubicBezTo>
                      <a:pt x="190" y="545"/>
                      <a:pt x="182" y="545"/>
                      <a:pt x="175" y="545"/>
                    </a:cubicBezTo>
                    <a:cubicBezTo>
                      <a:pt x="151" y="545"/>
                      <a:pt x="128" y="539"/>
                      <a:pt x="108" y="527"/>
                    </a:cubicBezTo>
                    <a:cubicBezTo>
                      <a:pt x="107" y="527"/>
                      <a:pt x="106" y="526"/>
                      <a:pt x="105" y="526"/>
                    </a:cubicBezTo>
                    <a:lnTo>
                      <a:pt x="48" y="581"/>
                    </a:lnTo>
                    <a:lnTo>
                      <a:pt x="0" y="534"/>
                    </a:lnTo>
                    <a:lnTo>
                      <a:pt x="57" y="479"/>
                    </a:lnTo>
                    <a:cubicBezTo>
                      <a:pt x="39" y="452"/>
                      <a:pt x="33" y="421"/>
                      <a:pt x="38" y="386"/>
                    </a:cubicBezTo>
                    <a:cubicBezTo>
                      <a:pt x="44" y="346"/>
                      <a:pt x="70" y="304"/>
                      <a:pt x="116" y="262"/>
                    </a:cubicBezTo>
                    <a:lnTo>
                      <a:pt x="118" y="260"/>
                    </a:lnTo>
                    <a:lnTo>
                      <a:pt x="132" y="252"/>
                    </a:lnTo>
                    <a:lnTo>
                      <a:pt x="202" y="320"/>
                    </a:lnTo>
                    <a:lnTo>
                      <a:pt x="190" y="331"/>
                    </a:lnTo>
                    <a:cubicBezTo>
                      <a:pt x="168" y="352"/>
                      <a:pt x="156" y="370"/>
                      <a:pt x="154" y="384"/>
                    </a:cubicBezTo>
                    <a:lnTo>
                      <a:pt x="154" y="384"/>
                    </a:lnTo>
                    <a:cubicBezTo>
                      <a:pt x="154" y="387"/>
                      <a:pt x="153" y="389"/>
                      <a:pt x="153" y="392"/>
                    </a:cubicBezTo>
                    <a:cubicBezTo>
                      <a:pt x="153" y="399"/>
                      <a:pt x="155" y="406"/>
                      <a:pt x="159" y="412"/>
                    </a:cubicBezTo>
                    <a:cubicBezTo>
                      <a:pt x="161" y="415"/>
                      <a:pt x="163" y="418"/>
                      <a:pt x="166" y="421"/>
                    </a:cubicBezTo>
                    <a:lnTo>
                      <a:pt x="166" y="421"/>
                    </a:lnTo>
                    <a:cubicBezTo>
                      <a:pt x="168" y="423"/>
                      <a:pt x="171" y="427"/>
                      <a:pt x="174" y="428"/>
                    </a:cubicBezTo>
                    <a:cubicBezTo>
                      <a:pt x="180" y="432"/>
                      <a:pt x="186" y="432"/>
                      <a:pt x="192" y="432"/>
                    </a:cubicBezTo>
                    <a:cubicBezTo>
                      <a:pt x="194" y="432"/>
                      <a:pt x="196" y="432"/>
                      <a:pt x="198" y="432"/>
                    </a:cubicBezTo>
                    <a:cubicBezTo>
                      <a:pt x="209" y="430"/>
                      <a:pt x="221" y="423"/>
                      <a:pt x="233" y="411"/>
                    </a:cubicBezTo>
                    <a:cubicBezTo>
                      <a:pt x="245" y="400"/>
                      <a:pt x="253" y="388"/>
                      <a:pt x="255" y="377"/>
                    </a:cubicBezTo>
                    <a:cubicBezTo>
                      <a:pt x="258" y="364"/>
                      <a:pt x="257" y="347"/>
                      <a:pt x="251" y="327"/>
                    </a:cubicBezTo>
                    <a:cubicBezTo>
                      <a:pt x="237" y="283"/>
                      <a:pt x="232" y="244"/>
                      <a:pt x="237" y="211"/>
                    </a:cubicBezTo>
                    <a:cubicBezTo>
                      <a:pt x="242" y="175"/>
                      <a:pt x="264" y="139"/>
                      <a:pt x="302" y="103"/>
                    </a:cubicBezTo>
                    <a:cubicBezTo>
                      <a:pt x="336" y="70"/>
                      <a:pt x="373" y="50"/>
                      <a:pt x="411" y="43"/>
                    </a:cubicBezTo>
                    <a:cubicBezTo>
                      <a:pt x="446" y="37"/>
                      <a:pt x="477" y="43"/>
                      <a:pt x="504" y="59"/>
                    </a:cubicBezTo>
                    <a:lnTo>
                      <a:pt x="5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5"/>
              <p:cNvSpPr/>
              <p:nvPr/>
            </p:nvSpPr>
            <p:spPr>
              <a:xfrm>
                <a:off x="2766367" y="3451824"/>
                <a:ext cx="337997" cy="324698"/>
              </a:xfrm>
              <a:custGeom>
                <a:avLst/>
                <a:gdLst/>
                <a:ahLst/>
                <a:cxnLst/>
                <a:rect l="l" t="t" r="r" b="b"/>
                <a:pathLst>
                  <a:path w="864" h="830" extrusionOk="0">
                    <a:moveTo>
                      <a:pt x="776" y="85"/>
                    </a:moveTo>
                    <a:cubicBezTo>
                      <a:pt x="841" y="148"/>
                      <a:pt x="863" y="240"/>
                      <a:pt x="845" y="340"/>
                    </a:cubicBezTo>
                    <a:cubicBezTo>
                      <a:pt x="827" y="443"/>
                      <a:pt x="768" y="554"/>
                      <a:pt x="671" y="646"/>
                    </a:cubicBezTo>
                    <a:cubicBezTo>
                      <a:pt x="577" y="736"/>
                      <a:pt x="466" y="792"/>
                      <a:pt x="361" y="811"/>
                    </a:cubicBezTo>
                    <a:cubicBezTo>
                      <a:pt x="254" y="829"/>
                      <a:pt x="154" y="809"/>
                      <a:pt x="87" y="744"/>
                    </a:cubicBezTo>
                    <a:cubicBezTo>
                      <a:pt x="22" y="682"/>
                      <a:pt x="0" y="589"/>
                      <a:pt x="18" y="489"/>
                    </a:cubicBezTo>
                    <a:cubicBezTo>
                      <a:pt x="36" y="386"/>
                      <a:pt x="95" y="276"/>
                      <a:pt x="192" y="184"/>
                    </a:cubicBezTo>
                    <a:cubicBezTo>
                      <a:pt x="286" y="94"/>
                      <a:pt x="397" y="37"/>
                      <a:pt x="502" y="19"/>
                    </a:cubicBezTo>
                    <a:cubicBezTo>
                      <a:pt x="609" y="0"/>
                      <a:pt x="709" y="21"/>
                      <a:pt x="776" y="85"/>
                    </a:cubicBezTo>
                    <a:moveTo>
                      <a:pt x="688" y="329"/>
                    </a:moveTo>
                    <a:cubicBezTo>
                      <a:pt x="698" y="295"/>
                      <a:pt x="695" y="263"/>
                      <a:pt x="680" y="236"/>
                    </a:cubicBezTo>
                    <a:lnTo>
                      <a:pt x="743" y="175"/>
                    </a:lnTo>
                    <a:lnTo>
                      <a:pt x="695" y="129"/>
                    </a:lnTo>
                    <a:lnTo>
                      <a:pt x="633" y="188"/>
                    </a:lnTo>
                    <a:lnTo>
                      <a:pt x="633" y="188"/>
                    </a:lnTo>
                    <a:cubicBezTo>
                      <a:pt x="632" y="188"/>
                      <a:pt x="632" y="188"/>
                      <a:pt x="631" y="187"/>
                    </a:cubicBezTo>
                    <a:cubicBezTo>
                      <a:pt x="611" y="176"/>
                      <a:pt x="589" y="170"/>
                      <a:pt x="565" y="170"/>
                    </a:cubicBezTo>
                    <a:cubicBezTo>
                      <a:pt x="557" y="170"/>
                      <a:pt x="549" y="171"/>
                      <a:pt x="541" y="172"/>
                    </a:cubicBezTo>
                    <a:cubicBezTo>
                      <a:pt x="502" y="179"/>
                      <a:pt x="465" y="199"/>
                      <a:pt x="430" y="232"/>
                    </a:cubicBezTo>
                    <a:cubicBezTo>
                      <a:pt x="393" y="268"/>
                      <a:pt x="371" y="304"/>
                      <a:pt x="366" y="340"/>
                    </a:cubicBezTo>
                    <a:cubicBezTo>
                      <a:pt x="361" y="373"/>
                      <a:pt x="366" y="412"/>
                      <a:pt x="380" y="456"/>
                    </a:cubicBezTo>
                    <a:cubicBezTo>
                      <a:pt x="386" y="476"/>
                      <a:pt x="387" y="493"/>
                      <a:pt x="384" y="506"/>
                    </a:cubicBezTo>
                    <a:cubicBezTo>
                      <a:pt x="381" y="517"/>
                      <a:pt x="374" y="529"/>
                      <a:pt x="362" y="540"/>
                    </a:cubicBezTo>
                    <a:cubicBezTo>
                      <a:pt x="350" y="552"/>
                      <a:pt x="338" y="559"/>
                      <a:pt x="327" y="561"/>
                    </a:cubicBezTo>
                    <a:lnTo>
                      <a:pt x="327" y="561"/>
                    </a:lnTo>
                    <a:cubicBezTo>
                      <a:pt x="325" y="561"/>
                      <a:pt x="323" y="561"/>
                      <a:pt x="321" y="561"/>
                    </a:cubicBezTo>
                    <a:cubicBezTo>
                      <a:pt x="315" y="561"/>
                      <a:pt x="308" y="560"/>
                      <a:pt x="303" y="556"/>
                    </a:cubicBezTo>
                    <a:cubicBezTo>
                      <a:pt x="300" y="555"/>
                      <a:pt x="297" y="552"/>
                      <a:pt x="295" y="550"/>
                    </a:cubicBezTo>
                    <a:lnTo>
                      <a:pt x="295" y="550"/>
                    </a:lnTo>
                    <a:cubicBezTo>
                      <a:pt x="292" y="547"/>
                      <a:pt x="288" y="545"/>
                      <a:pt x="287" y="541"/>
                    </a:cubicBezTo>
                    <a:cubicBezTo>
                      <a:pt x="283" y="536"/>
                      <a:pt x="282" y="528"/>
                      <a:pt x="282" y="521"/>
                    </a:cubicBezTo>
                    <a:cubicBezTo>
                      <a:pt x="282" y="518"/>
                      <a:pt x="282" y="516"/>
                      <a:pt x="283" y="513"/>
                    </a:cubicBezTo>
                    <a:cubicBezTo>
                      <a:pt x="285" y="499"/>
                      <a:pt x="297" y="481"/>
                      <a:pt x="319" y="460"/>
                    </a:cubicBezTo>
                    <a:lnTo>
                      <a:pt x="331" y="449"/>
                    </a:lnTo>
                    <a:lnTo>
                      <a:pt x="261" y="381"/>
                    </a:lnTo>
                    <a:lnTo>
                      <a:pt x="247" y="389"/>
                    </a:lnTo>
                    <a:lnTo>
                      <a:pt x="244" y="391"/>
                    </a:lnTo>
                    <a:cubicBezTo>
                      <a:pt x="199" y="433"/>
                      <a:pt x="173" y="475"/>
                      <a:pt x="167" y="515"/>
                    </a:cubicBezTo>
                    <a:cubicBezTo>
                      <a:pt x="162" y="550"/>
                      <a:pt x="168" y="581"/>
                      <a:pt x="186" y="608"/>
                    </a:cubicBezTo>
                    <a:lnTo>
                      <a:pt x="129" y="663"/>
                    </a:lnTo>
                    <a:lnTo>
                      <a:pt x="177" y="710"/>
                    </a:lnTo>
                    <a:lnTo>
                      <a:pt x="234" y="655"/>
                    </a:lnTo>
                    <a:lnTo>
                      <a:pt x="234" y="655"/>
                    </a:lnTo>
                    <a:cubicBezTo>
                      <a:pt x="235" y="655"/>
                      <a:pt x="236" y="656"/>
                      <a:pt x="237" y="656"/>
                    </a:cubicBezTo>
                    <a:cubicBezTo>
                      <a:pt x="257" y="668"/>
                      <a:pt x="280" y="674"/>
                      <a:pt x="303" y="674"/>
                    </a:cubicBezTo>
                    <a:cubicBezTo>
                      <a:pt x="311" y="674"/>
                      <a:pt x="318" y="673"/>
                      <a:pt x="326" y="672"/>
                    </a:cubicBezTo>
                    <a:lnTo>
                      <a:pt x="329" y="672"/>
                    </a:lnTo>
                    <a:cubicBezTo>
                      <a:pt x="366" y="665"/>
                      <a:pt x="402" y="645"/>
                      <a:pt x="437" y="612"/>
                    </a:cubicBezTo>
                    <a:cubicBezTo>
                      <a:pt x="474" y="576"/>
                      <a:pt x="495" y="540"/>
                      <a:pt x="500" y="505"/>
                    </a:cubicBezTo>
                    <a:cubicBezTo>
                      <a:pt x="505" y="472"/>
                      <a:pt x="501" y="433"/>
                      <a:pt x="488" y="388"/>
                    </a:cubicBezTo>
                    <a:cubicBezTo>
                      <a:pt x="481" y="361"/>
                      <a:pt x="481" y="345"/>
                      <a:pt x="483" y="337"/>
                    </a:cubicBezTo>
                    <a:cubicBezTo>
                      <a:pt x="486" y="326"/>
                      <a:pt x="492" y="315"/>
                      <a:pt x="504" y="304"/>
                    </a:cubicBezTo>
                    <a:cubicBezTo>
                      <a:pt x="517" y="292"/>
                      <a:pt x="529" y="285"/>
                      <a:pt x="540" y="282"/>
                    </a:cubicBezTo>
                    <a:lnTo>
                      <a:pt x="542" y="282"/>
                    </a:lnTo>
                    <a:lnTo>
                      <a:pt x="542" y="282"/>
                    </a:lnTo>
                    <a:cubicBezTo>
                      <a:pt x="544" y="281"/>
                      <a:pt x="545" y="281"/>
                      <a:pt x="547" y="281"/>
                    </a:cubicBezTo>
                    <a:cubicBezTo>
                      <a:pt x="552" y="281"/>
                      <a:pt x="557" y="283"/>
                      <a:pt x="561" y="285"/>
                    </a:cubicBezTo>
                    <a:cubicBezTo>
                      <a:pt x="564" y="287"/>
                      <a:pt x="566" y="289"/>
                      <a:pt x="569" y="291"/>
                    </a:cubicBezTo>
                    <a:cubicBezTo>
                      <a:pt x="577" y="299"/>
                      <a:pt x="579" y="309"/>
                      <a:pt x="575" y="322"/>
                    </a:cubicBezTo>
                    <a:cubicBezTo>
                      <a:pt x="570" y="337"/>
                      <a:pt x="558" y="353"/>
                      <a:pt x="538" y="372"/>
                    </a:cubicBezTo>
                    <a:lnTo>
                      <a:pt x="526" y="384"/>
                    </a:lnTo>
                    <a:lnTo>
                      <a:pt x="595" y="450"/>
                    </a:lnTo>
                    <a:lnTo>
                      <a:pt x="610" y="445"/>
                    </a:lnTo>
                    <a:lnTo>
                      <a:pt x="613" y="442"/>
                    </a:lnTo>
                    <a:cubicBezTo>
                      <a:pt x="652" y="404"/>
                      <a:pt x="678" y="366"/>
                      <a:pt x="688" y="3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5"/>
              <p:cNvSpPr/>
              <p:nvPr/>
            </p:nvSpPr>
            <p:spPr>
              <a:xfrm>
                <a:off x="2762846" y="3461213"/>
                <a:ext cx="424843" cy="38024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972" extrusionOk="0">
                    <a:moveTo>
                      <a:pt x="881" y="0"/>
                    </a:moveTo>
                    <a:lnTo>
                      <a:pt x="942" y="69"/>
                    </a:lnTo>
                    <a:cubicBezTo>
                      <a:pt x="1085" y="231"/>
                      <a:pt x="1024" y="528"/>
                      <a:pt x="797" y="745"/>
                    </a:cubicBezTo>
                    <a:cubicBezTo>
                      <a:pt x="681" y="855"/>
                      <a:pt x="544" y="925"/>
                      <a:pt x="414" y="948"/>
                    </a:cubicBezTo>
                    <a:cubicBezTo>
                      <a:pt x="282" y="971"/>
                      <a:pt x="159" y="946"/>
                      <a:pt x="77" y="867"/>
                    </a:cubicBezTo>
                    <a:cubicBezTo>
                      <a:pt x="71" y="861"/>
                      <a:pt x="66" y="856"/>
                      <a:pt x="61" y="850"/>
                    </a:cubicBezTo>
                    <a:lnTo>
                      <a:pt x="0" y="781"/>
                    </a:lnTo>
                    <a:cubicBezTo>
                      <a:pt x="5" y="787"/>
                      <a:pt x="10" y="792"/>
                      <a:pt x="16" y="798"/>
                    </a:cubicBezTo>
                    <a:cubicBezTo>
                      <a:pt x="98" y="877"/>
                      <a:pt x="221" y="902"/>
                      <a:pt x="353" y="879"/>
                    </a:cubicBezTo>
                    <a:cubicBezTo>
                      <a:pt x="483" y="856"/>
                      <a:pt x="620" y="787"/>
                      <a:pt x="736" y="676"/>
                    </a:cubicBezTo>
                    <a:cubicBezTo>
                      <a:pt x="962" y="459"/>
                      <a:pt x="1024" y="162"/>
                      <a:pt x="8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5"/>
              <p:cNvSpPr/>
              <p:nvPr/>
            </p:nvSpPr>
            <p:spPr>
              <a:xfrm>
                <a:off x="2729985" y="3411139"/>
                <a:ext cx="410760" cy="400983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025" extrusionOk="0">
                    <a:moveTo>
                      <a:pt x="345" y="1023"/>
                    </a:moveTo>
                    <a:cubicBezTo>
                      <a:pt x="244" y="1023"/>
                      <a:pt x="157" y="992"/>
                      <a:pt x="95" y="931"/>
                    </a:cubicBezTo>
                    <a:cubicBezTo>
                      <a:pt x="32" y="871"/>
                      <a:pt x="0" y="787"/>
                      <a:pt x="0" y="690"/>
                    </a:cubicBezTo>
                    <a:cubicBezTo>
                      <a:pt x="0" y="535"/>
                      <a:pt x="84" y="362"/>
                      <a:pt x="224" y="228"/>
                    </a:cubicBezTo>
                    <a:cubicBezTo>
                      <a:pt x="337" y="120"/>
                      <a:pt x="474" y="48"/>
                      <a:pt x="610" y="24"/>
                    </a:cubicBezTo>
                    <a:cubicBezTo>
                      <a:pt x="751" y="0"/>
                      <a:pt x="873" y="29"/>
                      <a:pt x="954" y="107"/>
                    </a:cubicBezTo>
                    <a:lnTo>
                      <a:pt x="954" y="107"/>
                    </a:lnTo>
                    <a:cubicBezTo>
                      <a:pt x="1017" y="167"/>
                      <a:pt x="1049" y="250"/>
                      <a:pt x="1049" y="348"/>
                    </a:cubicBezTo>
                    <a:cubicBezTo>
                      <a:pt x="1049" y="503"/>
                      <a:pt x="965" y="675"/>
                      <a:pt x="825" y="809"/>
                    </a:cubicBezTo>
                    <a:cubicBezTo>
                      <a:pt x="712" y="917"/>
                      <a:pt x="575" y="990"/>
                      <a:pt x="438" y="1014"/>
                    </a:cubicBezTo>
                    <a:lnTo>
                      <a:pt x="438" y="1014"/>
                    </a:lnTo>
                    <a:cubicBezTo>
                      <a:pt x="407" y="1020"/>
                      <a:pt x="376" y="1022"/>
                      <a:pt x="345" y="1023"/>
                    </a:cubicBezTo>
                    <a:moveTo>
                      <a:pt x="704" y="31"/>
                    </a:moveTo>
                    <a:lnTo>
                      <a:pt x="704" y="31"/>
                    </a:lnTo>
                    <a:cubicBezTo>
                      <a:pt x="673" y="31"/>
                      <a:pt x="643" y="34"/>
                      <a:pt x="613" y="39"/>
                    </a:cubicBezTo>
                    <a:cubicBezTo>
                      <a:pt x="479" y="62"/>
                      <a:pt x="345" y="133"/>
                      <a:pt x="234" y="239"/>
                    </a:cubicBezTo>
                    <a:cubicBezTo>
                      <a:pt x="97" y="371"/>
                      <a:pt x="15" y="539"/>
                      <a:pt x="14" y="690"/>
                    </a:cubicBezTo>
                    <a:cubicBezTo>
                      <a:pt x="14" y="783"/>
                      <a:pt x="45" y="863"/>
                      <a:pt x="105" y="920"/>
                    </a:cubicBezTo>
                    <a:cubicBezTo>
                      <a:pt x="183" y="995"/>
                      <a:pt x="300" y="1024"/>
                      <a:pt x="436" y="1000"/>
                    </a:cubicBezTo>
                    <a:cubicBezTo>
                      <a:pt x="569" y="976"/>
                      <a:pt x="704" y="905"/>
                      <a:pt x="815" y="799"/>
                    </a:cubicBezTo>
                    <a:cubicBezTo>
                      <a:pt x="952" y="667"/>
                      <a:pt x="1034" y="499"/>
                      <a:pt x="1034" y="348"/>
                    </a:cubicBezTo>
                    <a:cubicBezTo>
                      <a:pt x="1034" y="254"/>
                      <a:pt x="1003" y="175"/>
                      <a:pt x="944" y="118"/>
                    </a:cubicBezTo>
                    <a:lnTo>
                      <a:pt x="944" y="118"/>
                    </a:lnTo>
                    <a:cubicBezTo>
                      <a:pt x="884" y="61"/>
                      <a:pt x="801" y="31"/>
                      <a:pt x="704" y="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5"/>
              <p:cNvSpPr/>
              <p:nvPr/>
            </p:nvSpPr>
            <p:spPr>
              <a:xfrm>
                <a:off x="2763237" y="3448303"/>
                <a:ext cx="344256" cy="326654"/>
              </a:xfrm>
              <a:custGeom>
                <a:avLst/>
                <a:gdLst/>
                <a:ahLst/>
                <a:cxnLst/>
                <a:rect l="l" t="t" r="r" b="b"/>
                <a:pathLst>
                  <a:path w="880" h="835" extrusionOk="0">
                    <a:moveTo>
                      <a:pt x="294" y="834"/>
                    </a:moveTo>
                    <a:cubicBezTo>
                      <a:pt x="212" y="834"/>
                      <a:pt x="141" y="808"/>
                      <a:pt x="90" y="759"/>
                    </a:cubicBezTo>
                    <a:cubicBezTo>
                      <a:pt x="25" y="696"/>
                      <a:pt x="0" y="603"/>
                      <a:pt x="18" y="497"/>
                    </a:cubicBezTo>
                    <a:cubicBezTo>
                      <a:pt x="37" y="388"/>
                      <a:pt x="100" y="278"/>
                      <a:pt x="195" y="187"/>
                    </a:cubicBezTo>
                    <a:cubicBezTo>
                      <a:pt x="286" y="99"/>
                      <a:pt x="398" y="40"/>
                      <a:pt x="509" y="21"/>
                    </a:cubicBezTo>
                    <a:cubicBezTo>
                      <a:pt x="623" y="0"/>
                      <a:pt x="723" y="25"/>
                      <a:pt x="789" y="88"/>
                    </a:cubicBezTo>
                    <a:cubicBezTo>
                      <a:pt x="854" y="151"/>
                      <a:pt x="879" y="244"/>
                      <a:pt x="860" y="350"/>
                    </a:cubicBezTo>
                    <a:cubicBezTo>
                      <a:pt x="841" y="460"/>
                      <a:pt x="779" y="570"/>
                      <a:pt x="684" y="660"/>
                    </a:cubicBezTo>
                    <a:cubicBezTo>
                      <a:pt x="592" y="748"/>
                      <a:pt x="481" y="807"/>
                      <a:pt x="370" y="827"/>
                    </a:cubicBezTo>
                    <a:lnTo>
                      <a:pt x="370" y="827"/>
                    </a:lnTo>
                    <a:cubicBezTo>
                      <a:pt x="345" y="831"/>
                      <a:pt x="319" y="834"/>
                      <a:pt x="294" y="834"/>
                    </a:cubicBezTo>
                    <a:moveTo>
                      <a:pt x="585" y="29"/>
                    </a:moveTo>
                    <a:lnTo>
                      <a:pt x="585" y="29"/>
                    </a:lnTo>
                    <a:cubicBezTo>
                      <a:pt x="560" y="29"/>
                      <a:pt x="536" y="31"/>
                      <a:pt x="511" y="35"/>
                    </a:cubicBezTo>
                    <a:cubicBezTo>
                      <a:pt x="403" y="54"/>
                      <a:pt x="294" y="112"/>
                      <a:pt x="205" y="198"/>
                    </a:cubicBezTo>
                    <a:cubicBezTo>
                      <a:pt x="112" y="286"/>
                      <a:pt x="51" y="394"/>
                      <a:pt x="33" y="500"/>
                    </a:cubicBezTo>
                    <a:cubicBezTo>
                      <a:pt x="15" y="601"/>
                      <a:pt x="39" y="690"/>
                      <a:pt x="100" y="748"/>
                    </a:cubicBezTo>
                    <a:cubicBezTo>
                      <a:pt x="163" y="809"/>
                      <a:pt x="258" y="832"/>
                      <a:pt x="368" y="813"/>
                    </a:cubicBezTo>
                    <a:cubicBezTo>
                      <a:pt x="475" y="794"/>
                      <a:pt x="584" y="736"/>
                      <a:pt x="674" y="650"/>
                    </a:cubicBezTo>
                    <a:lnTo>
                      <a:pt x="674" y="650"/>
                    </a:lnTo>
                    <a:cubicBezTo>
                      <a:pt x="766" y="561"/>
                      <a:pt x="827" y="454"/>
                      <a:pt x="846" y="348"/>
                    </a:cubicBezTo>
                    <a:cubicBezTo>
                      <a:pt x="864" y="246"/>
                      <a:pt x="840" y="158"/>
                      <a:pt x="779" y="99"/>
                    </a:cubicBezTo>
                    <a:cubicBezTo>
                      <a:pt x="731" y="53"/>
                      <a:pt x="663" y="28"/>
                      <a:pt x="585" y="28"/>
                    </a:cubicBezTo>
                    <a:lnTo>
                      <a:pt x="585" y="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5"/>
              <p:cNvSpPr/>
              <p:nvPr/>
            </p:nvSpPr>
            <p:spPr>
              <a:xfrm>
                <a:off x="2814093" y="3499160"/>
                <a:ext cx="246456" cy="23354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597" extrusionOk="0">
                    <a:moveTo>
                      <a:pt x="55" y="596"/>
                    </a:moveTo>
                    <a:lnTo>
                      <a:pt x="55" y="596"/>
                    </a:lnTo>
                    <a:cubicBezTo>
                      <a:pt x="54" y="596"/>
                      <a:pt x="52" y="596"/>
                      <a:pt x="51" y="595"/>
                    </a:cubicBezTo>
                    <a:cubicBezTo>
                      <a:pt x="51" y="595"/>
                      <a:pt x="50" y="595"/>
                      <a:pt x="50" y="594"/>
                    </a:cubicBezTo>
                    <a:lnTo>
                      <a:pt x="2" y="548"/>
                    </a:lnTo>
                    <a:lnTo>
                      <a:pt x="2" y="548"/>
                    </a:lnTo>
                    <a:cubicBezTo>
                      <a:pt x="1" y="547"/>
                      <a:pt x="1" y="547"/>
                      <a:pt x="1" y="546"/>
                    </a:cubicBezTo>
                    <a:cubicBezTo>
                      <a:pt x="0" y="545"/>
                      <a:pt x="0" y="544"/>
                      <a:pt x="0" y="542"/>
                    </a:cubicBezTo>
                    <a:lnTo>
                      <a:pt x="0" y="542"/>
                    </a:lnTo>
                    <a:lnTo>
                      <a:pt x="0" y="542"/>
                    </a:lnTo>
                    <a:lnTo>
                      <a:pt x="0" y="542"/>
                    </a:lnTo>
                    <a:cubicBezTo>
                      <a:pt x="0" y="541"/>
                      <a:pt x="0" y="541"/>
                      <a:pt x="1" y="539"/>
                    </a:cubicBezTo>
                    <a:cubicBezTo>
                      <a:pt x="1" y="539"/>
                      <a:pt x="1" y="538"/>
                      <a:pt x="2" y="537"/>
                    </a:cubicBezTo>
                    <a:lnTo>
                      <a:pt x="55" y="486"/>
                    </a:lnTo>
                    <a:cubicBezTo>
                      <a:pt x="38" y="459"/>
                      <a:pt x="33" y="427"/>
                      <a:pt x="38" y="393"/>
                    </a:cubicBezTo>
                    <a:cubicBezTo>
                      <a:pt x="44" y="351"/>
                      <a:pt x="71" y="308"/>
                      <a:pt x="117" y="264"/>
                    </a:cubicBezTo>
                    <a:lnTo>
                      <a:pt x="120" y="262"/>
                    </a:lnTo>
                    <a:lnTo>
                      <a:pt x="120" y="262"/>
                    </a:lnTo>
                    <a:lnTo>
                      <a:pt x="121" y="261"/>
                    </a:lnTo>
                    <a:lnTo>
                      <a:pt x="121" y="261"/>
                    </a:lnTo>
                    <a:lnTo>
                      <a:pt x="135" y="253"/>
                    </a:lnTo>
                    <a:lnTo>
                      <a:pt x="135" y="253"/>
                    </a:lnTo>
                    <a:cubicBezTo>
                      <a:pt x="137" y="253"/>
                      <a:pt x="138" y="253"/>
                      <a:pt x="139" y="253"/>
                    </a:cubicBezTo>
                    <a:cubicBezTo>
                      <a:pt x="140" y="253"/>
                      <a:pt x="141" y="253"/>
                      <a:pt x="143" y="254"/>
                    </a:cubicBezTo>
                    <a:cubicBezTo>
                      <a:pt x="143" y="254"/>
                      <a:pt x="144" y="254"/>
                      <a:pt x="144" y="255"/>
                    </a:cubicBezTo>
                    <a:lnTo>
                      <a:pt x="214" y="322"/>
                    </a:lnTo>
                    <a:lnTo>
                      <a:pt x="214" y="322"/>
                    </a:lnTo>
                    <a:cubicBezTo>
                      <a:pt x="215" y="323"/>
                      <a:pt x="214" y="324"/>
                      <a:pt x="215" y="324"/>
                    </a:cubicBezTo>
                    <a:cubicBezTo>
                      <a:pt x="215" y="326"/>
                      <a:pt x="216" y="326"/>
                      <a:pt x="216" y="327"/>
                    </a:cubicBezTo>
                    <a:cubicBezTo>
                      <a:pt x="216" y="329"/>
                      <a:pt x="215" y="330"/>
                      <a:pt x="215" y="331"/>
                    </a:cubicBezTo>
                    <a:cubicBezTo>
                      <a:pt x="214" y="332"/>
                      <a:pt x="215" y="332"/>
                      <a:pt x="214" y="333"/>
                    </a:cubicBezTo>
                    <a:lnTo>
                      <a:pt x="202" y="344"/>
                    </a:lnTo>
                    <a:cubicBezTo>
                      <a:pt x="177" y="369"/>
                      <a:pt x="169" y="384"/>
                      <a:pt x="168" y="393"/>
                    </a:cubicBezTo>
                    <a:lnTo>
                      <a:pt x="168" y="393"/>
                    </a:lnTo>
                    <a:cubicBezTo>
                      <a:pt x="168" y="395"/>
                      <a:pt x="167" y="397"/>
                      <a:pt x="167" y="400"/>
                    </a:cubicBezTo>
                    <a:cubicBezTo>
                      <a:pt x="167" y="405"/>
                      <a:pt x="169" y="411"/>
                      <a:pt x="172" y="416"/>
                    </a:cubicBezTo>
                    <a:cubicBezTo>
                      <a:pt x="173" y="418"/>
                      <a:pt x="175" y="421"/>
                      <a:pt x="178" y="423"/>
                    </a:cubicBezTo>
                    <a:lnTo>
                      <a:pt x="178" y="423"/>
                    </a:lnTo>
                    <a:cubicBezTo>
                      <a:pt x="180" y="425"/>
                      <a:pt x="182" y="428"/>
                      <a:pt x="185" y="429"/>
                    </a:cubicBezTo>
                    <a:cubicBezTo>
                      <a:pt x="189" y="432"/>
                      <a:pt x="194" y="433"/>
                      <a:pt x="199" y="433"/>
                    </a:cubicBezTo>
                    <a:cubicBezTo>
                      <a:pt x="200" y="433"/>
                      <a:pt x="202" y="432"/>
                      <a:pt x="203" y="432"/>
                    </a:cubicBezTo>
                    <a:cubicBezTo>
                      <a:pt x="213" y="430"/>
                      <a:pt x="224" y="425"/>
                      <a:pt x="235" y="414"/>
                    </a:cubicBezTo>
                    <a:cubicBezTo>
                      <a:pt x="246" y="404"/>
                      <a:pt x="253" y="393"/>
                      <a:pt x="255" y="383"/>
                    </a:cubicBezTo>
                    <a:cubicBezTo>
                      <a:pt x="258" y="371"/>
                      <a:pt x="256" y="356"/>
                      <a:pt x="251" y="337"/>
                    </a:cubicBezTo>
                    <a:cubicBezTo>
                      <a:pt x="236" y="292"/>
                      <a:pt x="231" y="252"/>
                      <a:pt x="236" y="217"/>
                    </a:cubicBezTo>
                    <a:cubicBezTo>
                      <a:pt x="242" y="180"/>
                      <a:pt x="264" y="143"/>
                      <a:pt x="303" y="106"/>
                    </a:cubicBezTo>
                    <a:cubicBezTo>
                      <a:pt x="339" y="72"/>
                      <a:pt x="377" y="51"/>
                      <a:pt x="416" y="44"/>
                    </a:cubicBezTo>
                    <a:cubicBezTo>
                      <a:pt x="450" y="38"/>
                      <a:pt x="482" y="43"/>
                      <a:pt x="510" y="58"/>
                    </a:cubicBezTo>
                    <a:lnTo>
                      <a:pt x="568" y="2"/>
                    </a:lnTo>
                    <a:lnTo>
                      <a:pt x="568" y="2"/>
                    </a:lnTo>
                    <a:lnTo>
                      <a:pt x="569" y="1"/>
                    </a:lnTo>
                    <a:cubicBezTo>
                      <a:pt x="571" y="0"/>
                      <a:pt x="572" y="0"/>
                      <a:pt x="573" y="0"/>
                    </a:cubicBezTo>
                    <a:cubicBezTo>
                      <a:pt x="574" y="0"/>
                      <a:pt x="576" y="0"/>
                      <a:pt x="577" y="1"/>
                    </a:cubicBezTo>
                    <a:lnTo>
                      <a:pt x="578" y="2"/>
                    </a:lnTo>
                    <a:lnTo>
                      <a:pt x="626" y="49"/>
                    </a:lnTo>
                    <a:lnTo>
                      <a:pt x="626" y="49"/>
                    </a:lnTo>
                    <a:cubicBezTo>
                      <a:pt x="627" y="49"/>
                      <a:pt x="627" y="50"/>
                      <a:pt x="628" y="50"/>
                    </a:cubicBezTo>
                    <a:cubicBezTo>
                      <a:pt x="628" y="51"/>
                      <a:pt x="629" y="53"/>
                      <a:pt x="629" y="54"/>
                    </a:cubicBezTo>
                    <a:cubicBezTo>
                      <a:pt x="629" y="55"/>
                      <a:pt x="628" y="58"/>
                      <a:pt x="628" y="58"/>
                    </a:cubicBezTo>
                    <a:cubicBezTo>
                      <a:pt x="627" y="59"/>
                      <a:pt x="627" y="59"/>
                      <a:pt x="626" y="59"/>
                    </a:cubicBezTo>
                    <a:lnTo>
                      <a:pt x="567" y="116"/>
                    </a:lnTo>
                    <a:cubicBezTo>
                      <a:pt x="580" y="144"/>
                      <a:pt x="582" y="175"/>
                      <a:pt x="573" y="209"/>
                    </a:cubicBezTo>
                    <a:cubicBezTo>
                      <a:pt x="562" y="248"/>
                      <a:pt x="536" y="287"/>
                      <a:pt x="496" y="326"/>
                    </a:cubicBezTo>
                    <a:lnTo>
                      <a:pt x="493" y="329"/>
                    </a:lnTo>
                    <a:lnTo>
                      <a:pt x="493" y="329"/>
                    </a:lnTo>
                    <a:cubicBezTo>
                      <a:pt x="492" y="329"/>
                      <a:pt x="492" y="329"/>
                      <a:pt x="491" y="330"/>
                    </a:cubicBezTo>
                    <a:lnTo>
                      <a:pt x="490" y="330"/>
                    </a:lnTo>
                    <a:lnTo>
                      <a:pt x="476" y="336"/>
                    </a:lnTo>
                    <a:lnTo>
                      <a:pt x="476" y="336"/>
                    </a:lnTo>
                    <a:cubicBezTo>
                      <a:pt x="475" y="336"/>
                      <a:pt x="474" y="336"/>
                      <a:pt x="473" y="336"/>
                    </a:cubicBezTo>
                    <a:cubicBezTo>
                      <a:pt x="472" y="336"/>
                      <a:pt x="471" y="336"/>
                      <a:pt x="470" y="335"/>
                    </a:cubicBezTo>
                    <a:cubicBezTo>
                      <a:pt x="469" y="335"/>
                      <a:pt x="469" y="335"/>
                      <a:pt x="468" y="334"/>
                    </a:cubicBezTo>
                    <a:lnTo>
                      <a:pt x="399" y="268"/>
                    </a:lnTo>
                    <a:lnTo>
                      <a:pt x="399" y="268"/>
                    </a:lnTo>
                    <a:cubicBezTo>
                      <a:pt x="398" y="267"/>
                      <a:pt x="398" y="267"/>
                      <a:pt x="398" y="266"/>
                    </a:cubicBezTo>
                    <a:cubicBezTo>
                      <a:pt x="397" y="265"/>
                      <a:pt x="397" y="264"/>
                      <a:pt x="397" y="262"/>
                    </a:cubicBezTo>
                    <a:lnTo>
                      <a:pt x="397" y="262"/>
                    </a:lnTo>
                    <a:cubicBezTo>
                      <a:pt x="397" y="261"/>
                      <a:pt x="397" y="261"/>
                      <a:pt x="398" y="259"/>
                    </a:cubicBezTo>
                    <a:cubicBezTo>
                      <a:pt x="398" y="259"/>
                      <a:pt x="398" y="258"/>
                      <a:pt x="399" y="257"/>
                    </a:cubicBezTo>
                    <a:lnTo>
                      <a:pt x="411" y="245"/>
                    </a:lnTo>
                    <a:cubicBezTo>
                      <a:pt x="430" y="228"/>
                      <a:pt x="440" y="212"/>
                      <a:pt x="445" y="199"/>
                    </a:cubicBezTo>
                    <a:cubicBezTo>
                      <a:pt x="449" y="186"/>
                      <a:pt x="446" y="179"/>
                      <a:pt x="441" y="175"/>
                    </a:cubicBezTo>
                    <a:lnTo>
                      <a:pt x="441" y="175"/>
                    </a:lnTo>
                    <a:cubicBezTo>
                      <a:pt x="440" y="173"/>
                      <a:pt x="438" y="172"/>
                      <a:pt x="436" y="170"/>
                    </a:cubicBezTo>
                    <a:cubicBezTo>
                      <a:pt x="432" y="168"/>
                      <a:pt x="428" y="167"/>
                      <a:pt x="424" y="167"/>
                    </a:cubicBezTo>
                    <a:cubicBezTo>
                      <a:pt x="423" y="167"/>
                      <a:pt x="422" y="168"/>
                      <a:pt x="421" y="168"/>
                    </a:cubicBezTo>
                    <a:lnTo>
                      <a:pt x="419" y="168"/>
                    </a:lnTo>
                    <a:cubicBezTo>
                      <a:pt x="409" y="170"/>
                      <a:pt x="399" y="177"/>
                      <a:pt x="387" y="188"/>
                    </a:cubicBezTo>
                    <a:cubicBezTo>
                      <a:pt x="376" y="198"/>
                      <a:pt x="370" y="208"/>
                      <a:pt x="368" y="217"/>
                    </a:cubicBezTo>
                    <a:cubicBezTo>
                      <a:pt x="367" y="223"/>
                      <a:pt x="365" y="238"/>
                      <a:pt x="373" y="264"/>
                    </a:cubicBezTo>
                    <a:cubicBezTo>
                      <a:pt x="386" y="311"/>
                      <a:pt x="390" y="351"/>
                      <a:pt x="385" y="385"/>
                    </a:cubicBezTo>
                    <a:cubicBezTo>
                      <a:pt x="380" y="422"/>
                      <a:pt x="358" y="459"/>
                      <a:pt x="320" y="496"/>
                    </a:cubicBezTo>
                    <a:cubicBezTo>
                      <a:pt x="284" y="530"/>
                      <a:pt x="246" y="551"/>
                      <a:pt x="208" y="558"/>
                    </a:cubicBezTo>
                    <a:lnTo>
                      <a:pt x="205" y="558"/>
                    </a:lnTo>
                    <a:lnTo>
                      <a:pt x="205" y="558"/>
                    </a:lnTo>
                    <a:cubicBezTo>
                      <a:pt x="197" y="560"/>
                      <a:pt x="189" y="560"/>
                      <a:pt x="181" y="560"/>
                    </a:cubicBezTo>
                    <a:cubicBezTo>
                      <a:pt x="157" y="560"/>
                      <a:pt x="134" y="554"/>
                      <a:pt x="113" y="543"/>
                    </a:cubicBezTo>
                    <a:lnTo>
                      <a:pt x="60" y="594"/>
                    </a:lnTo>
                    <a:lnTo>
                      <a:pt x="60" y="594"/>
                    </a:lnTo>
                    <a:cubicBezTo>
                      <a:pt x="59" y="594"/>
                      <a:pt x="59" y="595"/>
                      <a:pt x="58" y="595"/>
                    </a:cubicBezTo>
                    <a:cubicBezTo>
                      <a:pt x="56" y="596"/>
                      <a:pt x="56" y="596"/>
                      <a:pt x="55" y="596"/>
                    </a:cubicBezTo>
                    <a:moveTo>
                      <a:pt x="17" y="542"/>
                    </a:moveTo>
                    <a:lnTo>
                      <a:pt x="55" y="579"/>
                    </a:lnTo>
                    <a:lnTo>
                      <a:pt x="107" y="529"/>
                    </a:lnTo>
                    <a:lnTo>
                      <a:pt x="107" y="529"/>
                    </a:lnTo>
                    <a:cubicBezTo>
                      <a:pt x="108" y="528"/>
                      <a:pt x="107" y="528"/>
                      <a:pt x="109" y="527"/>
                    </a:cubicBezTo>
                    <a:cubicBezTo>
                      <a:pt x="110" y="527"/>
                      <a:pt x="110" y="526"/>
                      <a:pt x="112" y="526"/>
                    </a:cubicBezTo>
                    <a:cubicBezTo>
                      <a:pt x="113" y="526"/>
                      <a:pt x="115" y="527"/>
                      <a:pt x="116" y="527"/>
                    </a:cubicBezTo>
                    <a:lnTo>
                      <a:pt x="116" y="528"/>
                    </a:lnTo>
                    <a:lnTo>
                      <a:pt x="116" y="528"/>
                    </a:lnTo>
                    <a:cubicBezTo>
                      <a:pt x="117" y="528"/>
                      <a:pt x="118" y="529"/>
                      <a:pt x="119" y="529"/>
                    </a:cubicBezTo>
                    <a:cubicBezTo>
                      <a:pt x="138" y="540"/>
                      <a:pt x="159" y="546"/>
                      <a:pt x="182" y="546"/>
                    </a:cubicBezTo>
                    <a:cubicBezTo>
                      <a:pt x="189" y="546"/>
                      <a:pt x="196" y="545"/>
                      <a:pt x="203" y="544"/>
                    </a:cubicBezTo>
                    <a:lnTo>
                      <a:pt x="205" y="544"/>
                    </a:lnTo>
                    <a:cubicBezTo>
                      <a:pt x="241" y="537"/>
                      <a:pt x="276" y="518"/>
                      <a:pt x="310" y="485"/>
                    </a:cubicBezTo>
                    <a:cubicBezTo>
                      <a:pt x="346" y="451"/>
                      <a:pt x="366" y="417"/>
                      <a:pt x="371" y="383"/>
                    </a:cubicBezTo>
                    <a:cubicBezTo>
                      <a:pt x="376" y="351"/>
                      <a:pt x="372" y="313"/>
                      <a:pt x="359" y="269"/>
                    </a:cubicBezTo>
                    <a:cubicBezTo>
                      <a:pt x="351" y="240"/>
                      <a:pt x="352" y="223"/>
                      <a:pt x="354" y="214"/>
                    </a:cubicBezTo>
                    <a:cubicBezTo>
                      <a:pt x="357" y="202"/>
                      <a:pt x="364" y="190"/>
                      <a:pt x="377" y="178"/>
                    </a:cubicBezTo>
                    <a:cubicBezTo>
                      <a:pt x="391" y="165"/>
                      <a:pt x="404" y="157"/>
                      <a:pt x="416" y="154"/>
                    </a:cubicBezTo>
                    <a:lnTo>
                      <a:pt x="419" y="153"/>
                    </a:lnTo>
                    <a:lnTo>
                      <a:pt x="419" y="153"/>
                    </a:lnTo>
                    <a:cubicBezTo>
                      <a:pt x="421" y="153"/>
                      <a:pt x="423" y="153"/>
                      <a:pt x="425" y="153"/>
                    </a:cubicBezTo>
                    <a:cubicBezTo>
                      <a:pt x="431" y="153"/>
                      <a:pt x="438" y="155"/>
                      <a:pt x="443" y="158"/>
                    </a:cubicBezTo>
                    <a:cubicBezTo>
                      <a:pt x="446" y="160"/>
                      <a:pt x="449" y="162"/>
                      <a:pt x="452" y="165"/>
                    </a:cubicBezTo>
                    <a:cubicBezTo>
                      <a:pt x="462" y="175"/>
                      <a:pt x="465" y="187"/>
                      <a:pt x="460" y="203"/>
                    </a:cubicBezTo>
                    <a:cubicBezTo>
                      <a:pt x="454" y="220"/>
                      <a:pt x="442" y="237"/>
                      <a:pt x="421" y="256"/>
                    </a:cubicBezTo>
                    <a:lnTo>
                      <a:pt x="415" y="263"/>
                    </a:lnTo>
                    <a:lnTo>
                      <a:pt x="475" y="321"/>
                    </a:lnTo>
                    <a:lnTo>
                      <a:pt x="484" y="317"/>
                    </a:lnTo>
                    <a:lnTo>
                      <a:pt x="486" y="315"/>
                    </a:lnTo>
                    <a:cubicBezTo>
                      <a:pt x="524" y="279"/>
                      <a:pt x="549" y="242"/>
                      <a:pt x="559" y="206"/>
                    </a:cubicBezTo>
                    <a:cubicBezTo>
                      <a:pt x="568" y="173"/>
                      <a:pt x="565" y="144"/>
                      <a:pt x="551" y="119"/>
                    </a:cubicBezTo>
                    <a:lnTo>
                      <a:pt x="551" y="119"/>
                    </a:lnTo>
                    <a:cubicBezTo>
                      <a:pt x="551" y="118"/>
                      <a:pt x="550" y="116"/>
                      <a:pt x="550" y="115"/>
                    </a:cubicBezTo>
                    <a:cubicBezTo>
                      <a:pt x="550" y="114"/>
                      <a:pt x="550" y="113"/>
                      <a:pt x="551" y="112"/>
                    </a:cubicBezTo>
                    <a:cubicBezTo>
                      <a:pt x="551" y="111"/>
                      <a:pt x="552" y="110"/>
                      <a:pt x="553" y="110"/>
                    </a:cubicBezTo>
                    <a:lnTo>
                      <a:pt x="611" y="54"/>
                    </a:lnTo>
                    <a:lnTo>
                      <a:pt x="573" y="18"/>
                    </a:lnTo>
                    <a:lnTo>
                      <a:pt x="516" y="73"/>
                    </a:lnTo>
                    <a:lnTo>
                      <a:pt x="516" y="73"/>
                    </a:lnTo>
                    <a:cubicBezTo>
                      <a:pt x="515" y="73"/>
                      <a:pt x="515" y="74"/>
                      <a:pt x="514" y="74"/>
                    </a:cubicBezTo>
                    <a:cubicBezTo>
                      <a:pt x="513" y="75"/>
                      <a:pt x="512" y="75"/>
                      <a:pt x="511" y="75"/>
                    </a:cubicBezTo>
                    <a:cubicBezTo>
                      <a:pt x="509" y="75"/>
                      <a:pt x="508" y="74"/>
                      <a:pt x="507" y="74"/>
                    </a:cubicBezTo>
                    <a:lnTo>
                      <a:pt x="507" y="74"/>
                    </a:lnTo>
                    <a:cubicBezTo>
                      <a:pt x="481" y="58"/>
                      <a:pt x="451" y="53"/>
                      <a:pt x="418" y="59"/>
                    </a:cubicBezTo>
                    <a:cubicBezTo>
                      <a:pt x="382" y="65"/>
                      <a:pt x="347" y="84"/>
                      <a:pt x="313" y="116"/>
                    </a:cubicBezTo>
                    <a:cubicBezTo>
                      <a:pt x="277" y="151"/>
                      <a:pt x="256" y="186"/>
                      <a:pt x="251" y="220"/>
                    </a:cubicBezTo>
                    <a:cubicBezTo>
                      <a:pt x="246" y="252"/>
                      <a:pt x="251" y="290"/>
                      <a:pt x="265" y="333"/>
                    </a:cubicBezTo>
                    <a:cubicBezTo>
                      <a:pt x="271" y="354"/>
                      <a:pt x="273" y="372"/>
                      <a:pt x="269" y="386"/>
                    </a:cubicBezTo>
                    <a:cubicBezTo>
                      <a:pt x="266" y="399"/>
                      <a:pt x="258" y="413"/>
                      <a:pt x="245" y="425"/>
                    </a:cubicBezTo>
                    <a:cubicBezTo>
                      <a:pt x="232" y="438"/>
                      <a:pt x="219" y="445"/>
                      <a:pt x="206" y="447"/>
                    </a:cubicBezTo>
                    <a:lnTo>
                      <a:pt x="206" y="447"/>
                    </a:lnTo>
                    <a:cubicBezTo>
                      <a:pt x="203" y="447"/>
                      <a:pt x="201" y="447"/>
                      <a:pt x="199" y="447"/>
                    </a:cubicBezTo>
                    <a:cubicBezTo>
                      <a:pt x="191" y="447"/>
                      <a:pt x="184" y="447"/>
                      <a:pt x="177" y="442"/>
                    </a:cubicBezTo>
                    <a:cubicBezTo>
                      <a:pt x="174" y="441"/>
                      <a:pt x="170" y="437"/>
                      <a:pt x="168" y="434"/>
                    </a:cubicBezTo>
                    <a:lnTo>
                      <a:pt x="168" y="434"/>
                    </a:lnTo>
                    <a:cubicBezTo>
                      <a:pt x="164" y="431"/>
                      <a:pt x="161" y="427"/>
                      <a:pt x="159" y="423"/>
                    </a:cubicBezTo>
                    <a:cubicBezTo>
                      <a:pt x="155" y="416"/>
                      <a:pt x="153" y="408"/>
                      <a:pt x="153" y="400"/>
                    </a:cubicBezTo>
                    <a:cubicBezTo>
                      <a:pt x="153" y="397"/>
                      <a:pt x="153" y="394"/>
                      <a:pt x="154" y="391"/>
                    </a:cubicBezTo>
                    <a:cubicBezTo>
                      <a:pt x="156" y="375"/>
                      <a:pt x="169" y="356"/>
                      <a:pt x="192" y="334"/>
                    </a:cubicBezTo>
                    <a:lnTo>
                      <a:pt x="198" y="328"/>
                    </a:lnTo>
                    <a:lnTo>
                      <a:pt x="138" y="269"/>
                    </a:lnTo>
                    <a:lnTo>
                      <a:pt x="127" y="275"/>
                    </a:lnTo>
                    <a:cubicBezTo>
                      <a:pt x="83" y="317"/>
                      <a:pt x="58" y="357"/>
                      <a:pt x="52" y="395"/>
                    </a:cubicBezTo>
                    <a:cubicBezTo>
                      <a:pt x="47" y="428"/>
                      <a:pt x="53" y="458"/>
                      <a:pt x="70" y="484"/>
                    </a:cubicBezTo>
                    <a:lnTo>
                      <a:pt x="70" y="484"/>
                    </a:lnTo>
                    <a:lnTo>
                      <a:pt x="70" y="484"/>
                    </a:lnTo>
                    <a:cubicBezTo>
                      <a:pt x="71" y="485"/>
                      <a:pt x="71" y="487"/>
                      <a:pt x="71" y="488"/>
                    </a:cubicBezTo>
                    <a:cubicBezTo>
                      <a:pt x="71" y="490"/>
                      <a:pt x="70" y="490"/>
                      <a:pt x="70" y="491"/>
                    </a:cubicBezTo>
                    <a:cubicBezTo>
                      <a:pt x="69" y="492"/>
                      <a:pt x="69" y="492"/>
                      <a:pt x="69" y="493"/>
                    </a:cubicBezTo>
                    <a:lnTo>
                      <a:pt x="17" y="54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5"/>
              <p:cNvSpPr/>
              <p:nvPr/>
            </p:nvSpPr>
            <p:spPr>
              <a:xfrm>
                <a:off x="2763237" y="3448303"/>
                <a:ext cx="344256" cy="326654"/>
              </a:xfrm>
              <a:custGeom>
                <a:avLst/>
                <a:gdLst/>
                <a:ahLst/>
                <a:cxnLst/>
                <a:rect l="l" t="t" r="r" b="b"/>
                <a:pathLst>
                  <a:path w="880" h="835" extrusionOk="0">
                    <a:moveTo>
                      <a:pt x="294" y="834"/>
                    </a:moveTo>
                    <a:cubicBezTo>
                      <a:pt x="212" y="834"/>
                      <a:pt x="141" y="808"/>
                      <a:pt x="90" y="759"/>
                    </a:cubicBezTo>
                    <a:cubicBezTo>
                      <a:pt x="25" y="696"/>
                      <a:pt x="0" y="603"/>
                      <a:pt x="18" y="497"/>
                    </a:cubicBezTo>
                    <a:cubicBezTo>
                      <a:pt x="37" y="388"/>
                      <a:pt x="100" y="278"/>
                      <a:pt x="195" y="187"/>
                    </a:cubicBezTo>
                    <a:cubicBezTo>
                      <a:pt x="286" y="99"/>
                      <a:pt x="398" y="40"/>
                      <a:pt x="509" y="21"/>
                    </a:cubicBezTo>
                    <a:cubicBezTo>
                      <a:pt x="623" y="0"/>
                      <a:pt x="723" y="25"/>
                      <a:pt x="789" y="88"/>
                    </a:cubicBezTo>
                    <a:lnTo>
                      <a:pt x="789" y="88"/>
                    </a:lnTo>
                    <a:cubicBezTo>
                      <a:pt x="854" y="151"/>
                      <a:pt x="879" y="244"/>
                      <a:pt x="860" y="350"/>
                    </a:cubicBezTo>
                    <a:cubicBezTo>
                      <a:pt x="841" y="460"/>
                      <a:pt x="779" y="570"/>
                      <a:pt x="684" y="660"/>
                    </a:cubicBezTo>
                    <a:cubicBezTo>
                      <a:pt x="592" y="748"/>
                      <a:pt x="481" y="807"/>
                      <a:pt x="370" y="827"/>
                    </a:cubicBezTo>
                    <a:lnTo>
                      <a:pt x="370" y="827"/>
                    </a:lnTo>
                    <a:cubicBezTo>
                      <a:pt x="345" y="831"/>
                      <a:pt x="319" y="834"/>
                      <a:pt x="294" y="834"/>
                    </a:cubicBezTo>
                    <a:moveTo>
                      <a:pt x="585" y="29"/>
                    </a:moveTo>
                    <a:lnTo>
                      <a:pt x="585" y="29"/>
                    </a:lnTo>
                    <a:cubicBezTo>
                      <a:pt x="560" y="29"/>
                      <a:pt x="536" y="31"/>
                      <a:pt x="511" y="35"/>
                    </a:cubicBezTo>
                    <a:cubicBezTo>
                      <a:pt x="403" y="54"/>
                      <a:pt x="294" y="112"/>
                      <a:pt x="205" y="198"/>
                    </a:cubicBezTo>
                    <a:cubicBezTo>
                      <a:pt x="112" y="286"/>
                      <a:pt x="51" y="394"/>
                      <a:pt x="33" y="500"/>
                    </a:cubicBezTo>
                    <a:cubicBezTo>
                      <a:pt x="15" y="601"/>
                      <a:pt x="39" y="690"/>
                      <a:pt x="100" y="748"/>
                    </a:cubicBezTo>
                    <a:cubicBezTo>
                      <a:pt x="163" y="809"/>
                      <a:pt x="258" y="832"/>
                      <a:pt x="368" y="813"/>
                    </a:cubicBezTo>
                    <a:cubicBezTo>
                      <a:pt x="475" y="794"/>
                      <a:pt x="584" y="736"/>
                      <a:pt x="674" y="650"/>
                    </a:cubicBezTo>
                    <a:cubicBezTo>
                      <a:pt x="766" y="561"/>
                      <a:pt x="827" y="454"/>
                      <a:pt x="846" y="348"/>
                    </a:cubicBezTo>
                    <a:cubicBezTo>
                      <a:pt x="864" y="246"/>
                      <a:pt x="840" y="158"/>
                      <a:pt x="779" y="99"/>
                    </a:cubicBezTo>
                    <a:cubicBezTo>
                      <a:pt x="731" y="53"/>
                      <a:pt x="663" y="28"/>
                      <a:pt x="585" y="28"/>
                    </a:cubicBezTo>
                    <a:lnTo>
                      <a:pt x="585" y="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15"/>
              <p:cNvSpPr/>
              <p:nvPr/>
            </p:nvSpPr>
            <p:spPr>
              <a:xfrm>
                <a:off x="2814093" y="3499160"/>
                <a:ext cx="246065" cy="233548"/>
              </a:xfrm>
              <a:custGeom>
                <a:avLst/>
                <a:gdLst/>
                <a:ahLst/>
                <a:cxnLst/>
                <a:rect l="l" t="t" r="r" b="b"/>
                <a:pathLst>
                  <a:path w="629" h="597" extrusionOk="0">
                    <a:moveTo>
                      <a:pt x="55" y="596"/>
                    </a:moveTo>
                    <a:lnTo>
                      <a:pt x="55" y="596"/>
                    </a:lnTo>
                    <a:cubicBezTo>
                      <a:pt x="54" y="596"/>
                      <a:pt x="52" y="596"/>
                      <a:pt x="51" y="595"/>
                    </a:cubicBezTo>
                    <a:cubicBezTo>
                      <a:pt x="51" y="595"/>
                      <a:pt x="50" y="595"/>
                      <a:pt x="50" y="594"/>
                    </a:cubicBezTo>
                    <a:lnTo>
                      <a:pt x="2" y="548"/>
                    </a:lnTo>
                    <a:lnTo>
                      <a:pt x="2" y="548"/>
                    </a:lnTo>
                    <a:cubicBezTo>
                      <a:pt x="1" y="547"/>
                      <a:pt x="1" y="547"/>
                      <a:pt x="1" y="546"/>
                    </a:cubicBezTo>
                    <a:cubicBezTo>
                      <a:pt x="0" y="545"/>
                      <a:pt x="0" y="544"/>
                      <a:pt x="0" y="542"/>
                    </a:cubicBezTo>
                    <a:lnTo>
                      <a:pt x="0" y="542"/>
                    </a:lnTo>
                    <a:lnTo>
                      <a:pt x="0" y="542"/>
                    </a:lnTo>
                    <a:lnTo>
                      <a:pt x="0" y="542"/>
                    </a:lnTo>
                    <a:cubicBezTo>
                      <a:pt x="0" y="541"/>
                      <a:pt x="0" y="541"/>
                      <a:pt x="1" y="539"/>
                    </a:cubicBezTo>
                    <a:cubicBezTo>
                      <a:pt x="1" y="539"/>
                      <a:pt x="1" y="538"/>
                      <a:pt x="2" y="537"/>
                    </a:cubicBezTo>
                    <a:lnTo>
                      <a:pt x="55" y="486"/>
                    </a:lnTo>
                    <a:cubicBezTo>
                      <a:pt x="38" y="459"/>
                      <a:pt x="33" y="427"/>
                      <a:pt x="38" y="393"/>
                    </a:cubicBezTo>
                    <a:cubicBezTo>
                      <a:pt x="44" y="351"/>
                      <a:pt x="71" y="308"/>
                      <a:pt x="117" y="264"/>
                    </a:cubicBezTo>
                    <a:lnTo>
                      <a:pt x="120" y="262"/>
                    </a:lnTo>
                    <a:lnTo>
                      <a:pt x="120" y="262"/>
                    </a:lnTo>
                    <a:lnTo>
                      <a:pt x="121" y="261"/>
                    </a:lnTo>
                    <a:lnTo>
                      <a:pt x="121" y="261"/>
                    </a:lnTo>
                    <a:lnTo>
                      <a:pt x="135" y="253"/>
                    </a:lnTo>
                    <a:lnTo>
                      <a:pt x="135" y="253"/>
                    </a:lnTo>
                    <a:cubicBezTo>
                      <a:pt x="137" y="253"/>
                      <a:pt x="138" y="253"/>
                      <a:pt x="139" y="253"/>
                    </a:cubicBezTo>
                    <a:cubicBezTo>
                      <a:pt x="140" y="253"/>
                      <a:pt x="141" y="253"/>
                      <a:pt x="143" y="254"/>
                    </a:cubicBezTo>
                    <a:cubicBezTo>
                      <a:pt x="143" y="254"/>
                      <a:pt x="144" y="254"/>
                      <a:pt x="144" y="255"/>
                    </a:cubicBezTo>
                    <a:lnTo>
                      <a:pt x="214" y="322"/>
                    </a:lnTo>
                    <a:lnTo>
                      <a:pt x="214" y="322"/>
                    </a:lnTo>
                    <a:cubicBezTo>
                      <a:pt x="215" y="323"/>
                      <a:pt x="214" y="324"/>
                      <a:pt x="215" y="324"/>
                    </a:cubicBezTo>
                    <a:cubicBezTo>
                      <a:pt x="215" y="326"/>
                      <a:pt x="216" y="326"/>
                      <a:pt x="216" y="327"/>
                    </a:cubicBezTo>
                    <a:cubicBezTo>
                      <a:pt x="216" y="329"/>
                      <a:pt x="215" y="330"/>
                      <a:pt x="215" y="331"/>
                    </a:cubicBezTo>
                    <a:cubicBezTo>
                      <a:pt x="214" y="332"/>
                      <a:pt x="215" y="332"/>
                      <a:pt x="214" y="333"/>
                    </a:cubicBezTo>
                    <a:lnTo>
                      <a:pt x="202" y="344"/>
                    </a:lnTo>
                    <a:cubicBezTo>
                      <a:pt x="177" y="369"/>
                      <a:pt x="169" y="384"/>
                      <a:pt x="168" y="393"/>
                    </a:cubicBezTo>
                    <a:lnTo>
                      <a:pt x="168" y="393"/>
                    </a:lnTo>
                    <a:cubicBezTo>
                      <a:pt x="168" y="395"/>
                      <a:pt x="167" y="397"/>
                      <a:pt x="167" y="400"/>
                    </a:cubicBezTo>
                    <a:cubicBezTo>
                      <a:pt x="167" y="405"/>
                      <a:pt x="169" y="411"/>
                      <a:pt x="172" y="416"/>
                    </a:cubicBezTo>
                    <a:cubicBezTo>
                      <a:pt x="173" y="418"/>
                      <a:pt x="175" y="421"/>
                      <a:pt x="178" y="423"/>
                    </a:cubicBezTo>
                    <a:lnTo>
                      <a:pt x="178" y="423"/>
                    </a:lnTo>
                    <a:cubicBezTo>
                      <a:pt x="180" y="425"/>
                      <a:pt x="182" y="428"/>
                      <a:pt x="185" y="429"/>
                    </a:cubicBezTo>
                    <a:cubicBezTo>
                      <a:pt x="189" y="432"/>
                      <a:pt x="194" y="433"/>
                      <a:pt x="199" y="433"/>
                    </a:cubicBezTo>
                    <a:cubicBezTo>
                      <a:pt x="200" y="433"/>
                      <a:pt x="202" y="432"/>
                      <a:pt x="203" y="432"/>
                    </a:cubicBezTo>
                    <a:cubicBezTo>
                      <a:pt x="213" y="430"/>
                      <a:pt x="224" y="425"/>
                      <a:pt x="235" y="414"/>
                    </a:cubicBezTo>
                    <a:cubicBezTo>
                      <a:pt x="246" y="404"/>
                      <a:pt x="252" y="393"/>
                      <a:pt x="255" y="383"/>
                    </a:cubicBezTo>
                    <a:cubicBezTo>
                      <a:pt x="257" y="371"/>
                      <a:pt x="256" y="356"/>
                      <a:pt x="251" y="337"/>
                    </a:cubicBezTo>
                    <a:cubicBezTo>
                      <a:pt x="236" y="292"/>
                      <a:pt x="231" y="252"/>
                      <a:pt x="236" y="217"/>
                    </a:cubicBezTo>
                    <a:cubicBezTo>
                      <a:pt x="242" y="180"/>
                      <a:pt x="264" y="143"/>
                      <a:pt x="303" y="106"/>
                    </a:cubicBezTo>
                    <a:cubicBezTo>
                      <a:pt x="339" y="72"/>
                      <a:pt x="377" y="50"/>
                      <a:pt x="417" y="44"/>
                    </a:cubicBezTo>
                    <a:lnTo>
                      <a:pt x="417" y="44"/>
                    </a:lnTo>
                    <a:cubicBezTo>
                      <a:pt x="426" y="42"/>
                      <a:pt x="434" y="41"/>
                      <a:pt x="443" y="41"/>
                    </a:cubicBezTo>
                    <a:cubicBezTo>
                      <a:pt x="466" y="41"/>
                      <a:pt x="489" y="47"/>
                      <a:pt x="510" y="58"/>
                    </a:cubicBezTo>
                    <a:lnTo>
                      <a:pt x="568" y="2"/>
                    </a:lnTo>
                    <a:lnTo>
                      <a:pt x="568" y="2"/>
                    </a:lnTo>
                    <a:lnTo>
                      <a:pt x="569" y="1"/>
                    </a:lnTo>
                    <a:cubicBezTo>
                      <a:pt x="570" y="0"/>
                      <a:pt x="572" y="0"/>
                      <a:pt x="573" y="0"/>
                    </a:cubicBezTo>
                    <a:cubicBezTo>
                      <a:pt x="574" y="0"/>
                      <a:pt x="576" y="0"/>
                      <a:pt x="577" y="1"/>
                    </a:cubicBezTo>
                    <a:lnTo>
                      <a:pt x="578" y="2"/>
                    </a:lnTo>
                    <a:lnTo>
                      <a:pt x="626" y="49"/>
                    </a:lnTo>
                    <a:lnTo>
                      <a:pt x="626" y="49"/>
                    </a:lnTo>
                    <a:cubicBezTo>
                      <a:pt x="627" y="49"/>
                      <a:pt x="627" y="50"/>
                      <a:pt x="627" y="50"/>
                    </a:cubicBezTo>
                    <a:cubicBezTo>
                      <a:pt x="628" y="51"/>
                      <a:pt x="628" y="53"/>
                      <a:pt x="628" y="54"/>
                    </a:cubicBezTo>
                    <a:cubicBezTo>
                      <a:pt x="628" y="55"/>
                      <a:pt x="628" y="57"/>
                      <a:pt x="627" y="58"/>
                    </a:cubicBezTo>
                    <a:cubicBezTo>
                      <a:pt x="627" y="58"/>
                      <a:pt x="627" y="59"/>
                      <a:pt x="626" y="59"/>
                    </a:cubicBezTo>
                    <a:lnTo>
                      <a:pt x="567" y="116"/>
                    </a:lnTo>
                    <a:cubicBezTo>
                      <a:pt x="580" y="144"/>
                      <a:pt x="582" y="175"/>
                      <a:pt x="573" y="209"/>
                    </a:cubicBezTo>
                    <a:lnTo>
                      <a:pt x="573" y="209"/>
                    </a:lnTo>
                    <a:cubicBezTo>
                      <a:pt x="562" y="248"/>
                      <a:pt x="536" y="287"/>
                      <a:pt x="496" y="326"/>
                    </a:cubicBezTo>
                    <a:lnTo>
                      <a:pt x="492" y="329"/>
                    </a:lnTo>
                    <a:lnTo>
                      <a:pt x="492" y="329"/>
                    </a:lnTo>
                    <a:lnTo>
                      <a:pt x="491" y="330"/>
                    </a:lnTo>
                    <a:lnTo>
                      <a:pt x="490" y="330"/>
                    </a:lnTo>
                    <a:lnTo>
                      <a:pt x="476" y="336"/>
                    </a:lnTo>
                    <a:lnTo>
                      <a:pt x="476" y="336"/>
                    </a:lnTo>
                    <a:cubicBezTo>
                      <a:pt x="475" y="336"/>
                      <a:pt x="474" y="336"/>
                      <a:pt x="473" y="336"/>
                    </a:cubicBezTo>
                    <a:cubicBezTo>
                      <a:pt x="472" y="336"/>
                      <a:pt x="471" y="336"/>
                      <a:pt x="469" y="335"/>
                    </a:cubicBezTo>
                    <a:cubicBezTo>
                      <a:pt x="469" y="335"/>
                      <a:pt x="468" y="335"/>
                      <a:pt x="468" y="334"/>
                    </a:cubicBezTo>
                    <a:lnTo>
                      <a:pt x="399" y="268"/>
                    </a:lnTo>
                    <a:lnTo>
                      <a:pt x="399" y="268"/>
                    </a:lnTo>
                    <a:cubicBezTo>
                      <a:pt x="398" y="267"/>
                      <a:pt x="398" y="267"/>
                      <a:pt x="398" y="266"/>
                    </a:cubicBezTo>
                    <a:cubicBezTo>
                      <a:pt x="397" y="265"/>
                      <a:pt x="397" y="264"/>
                      <a:pt x="397" y="262"/>
                    </a:cubicBezTo>
                    <a:lnTo>
                      <a:pt x="397" y="262"/>
                    </a:lnTo>
                    <a:cubicBezTo>
                      <a:pt x="397" y="261"/>
                      <a:pt x="397" y="261"/>
                      <a:pt x="398" y="259"/>
                    </a:cubicBezTo>
                    <a:cubicBezTo>
                      <a:pt x="398" y="259"/>
                      <a:pt x="398" y="258"/>
                      <a:pt x="399" y="257"/>
                    </a:cubicBezTo>
                    <a:lnTo>
                      <a:pt x="411" y="245"/>
                    </a:lnTo>
                    <a:cubicBezTo>
                      <a:pt x="429" y="228"/>
                      <a:pt x="440" y="212"/>
                      <a:pt x="445" y="199"/>
                    </a:cubicBezTo>
                    <a:cubicBezTo>
                      <a:pt x="449" y="186"/>
                      <a:pt x="446" y="179"/>
                      <a:pt x="441" y="175"/>
                    </a:cubicBezTo>
                    <a:lnTo>
                      <a:pt x="441" y="175"/>
                    </a:lnTo>
                    <a:cubicBezTo>
                      <a:pt x="439" y="173"/>
                      <a:pt x="438" y="172"/>
                      <a:pt x="435" y="170"/>
                    </a:cubicBezTo>
                    <a:cubicBezTo>
                      <a:pt x="432" y="168"/>
                      <a:pt x="428" y="167"/>
                      <a:pt x="424" y="167"/>
                    </a:cubicBezTo>
                    <a:cubicBezTo>
                      <a:pt x="423" y="167"/>
                      <a:pt x="422" y="168"/>
                      <a:pt x="421" y="168"/>
                    </a:cubicBezTo>
                    <a:lnTo>
                      <a:pt x="419" y="168"/>
                    </a:lnTo>
                    <a:cubicBezTo>
                      <a:pt x="409" y="170"/>
                      <a:pt x="399" y="177"/>
                      <a:pt x="387" y="188"/>
                    </a:cubicBezTo>
                    <a:cubicBezTo>
                      <a:pt x="376" y="198"/>
                      <a:pt x="370" y="208"/>
                      <a:pt x="368" y="217"/>
                    </a:cubicBezTo>
                    <a:cubicBezTo>
                      <a:pt x="367" y="223"/>
                      <a:pt x="365" y="238"/>
                      <a:pt x="373" y="264"/>
                    </a:cubicBezTo>
                    <a:cubicBezTo>
                      <a:pt x="386" y="311"/>
                      <a:pt x="390" y="351"/>
                      <a:pt x="385" y="385"/>
                    </a:cubicBezTo>
                    <a:cubicBezTo>
                      <a:pt x="380" y="422"/>
                      <a:pt x="358" y="459"/>
                      <a:pt x="320" y="496"/>
                    </a:cubicBezTo>
                    <a:cubicBezTo>
                      <a:pt x="284" y="530"/>
                      <a:pt x="246" y="551"/>
                      <a:pt x="208" y="558"/>
                    </a:cubicBezTo>
                    <a:lnTo>
                      <a:pt x="205" y="558"/>
                    </a:lnTo>
                    <a:lnTo>
                      <a:pt x="205" y="558"/>
                    </a:lnTo>
                    <a:cubicBezTo>
                      <a:pt x="197" y="560"/>
                      <a:pt x="189" y="560"/>
                      <a:pt x="181" y="560"/>
                    </a:cubicBezTo>
                    <a:cubicBezTo>
                      <a:pt x="157" y="560"/>
                      <a:pt x="134" y="554"/>
                      <a:pt x="113" y="543"/>
                    </a:cubicBezTo>
                    <a:lnTo>
                      <a:pt x="60" y="594"/>
                    </a:lnTo>
                    <a:lnTo>
                      <a:pt x="60" y="594"/>
                    </a:lnTo>
                    <a:cubicBezTo>
                      <a:pt x="59" y="594"/>
                      <a:pt x="59" y="595"/>
                      <a:pt x="58" y="595"/>
                    </a:cubicBezTo>
                    <a:cubicBezTo>
                      <a:pt x="56" y="596"/>
                      <a:pt x="56" y="596"/>
                      <a:pt x="55" y="596"/>
                    </a:cubicBezTo>
                    <a:moveTo>
                      <a:pt x="17" y="542"/>
                    </a:moveTo>
                    <a:lnTo>
                      <a:pt x="55" y="579"/>
                    </a:lnTo>
                    <a:lnTo>
                      <a:pt x="107" y="529"/>
                    </a:lnTo>
                    <a:lnTo>
                      <a:pt x="107" y="529"/>
                    </a:lnTo>
                    <a:cubicBezTo>
                      <a:pt x="108" y="528"/>
                      <a:pt x="107" y="528"/>
                      <a:pt x="109" y="527"/>
                    </a:cubicBezTo>
                    <a:cubicBezTo>
                      <a:pt x="110" y="527"/>
                      <a:pt x="110" y="526"/>
                      <a:pt x="112" y="526"/>
                    </a:cubicBezTo>
                    <a:cubicBezTo>
                      <a:pt x="113" y="526"/>
                      <a:pt x="115" y="527"/>
                      <a:pt x="116" y="527"/>
                    </a:cubicBezTo>
                    <a:lnTo>
                      <a:pt x="116" y="528"/>
                    </a:lnTo>
                    <a:lnTo>
                      <a:pt x="116" y="528"/>
                    </a:lnTo>
                    <a:cubicBezTo>
                      <a:pt x="117" y="528"/>
                      <a:pt x="118" y="529"/>
                      <a:pt x="119" y="529"/>
                    </a:cubicBezTo>
                    <a:cubicBezTo>
                      <a:pt x="138" y="540"/>
                      <a:pt x="159" y="546"/>
                      <a:pt x="182" y="546"/>
                    </a:cubicBezTo>
                    <a:cubicBezTo>
                      <a:pt x="189" y="546"/>
                      <a:pt x="196" y="545"/>
                      <a:pt x="203" y="544"/>
                    </a:cubicBezTo>
                    <a:lnTo>
                      <a:pt x="205" y="544"/>
                    </a:lnTo>
                    <a:cubicBezTo>
                      <a:pt x="241" y="537"/>
                      <a:pt x="276" y="518"/>
                      <a:pt x="310" y="485"/>
                    </a:cubicBezTo>
                    <a:cubicBezTo>
                      <a:pt x="346" y="451"/>
                      <a:pt x="366" y="417"/>
                      <a:pt x="371" y="383"/>
                    </a:cubicBezTo>
                    <a:cubicBezTo>
                      <a:pt x="376" y="351"/>
                      <a:pt x="372" y="313"/>
                      <a:pt x="359" y="269"/>
                    </a:cubicBezTo>
                    <a:cubicBezTo>
                      <a:pt x="351" y="240"/>
                      <a:pt x="352" y="223"/>
                      <a:pt x="354" y="214"/>
                    </a:cubicBezTo>
                    <a:cubicBezTo>
                      <a:pt x="357" y="202"/>
                      <a:pt x="364" y="190"/>
                      <a:pt x="377" y="178"/>
                    </a:cubicBezTo>
                    <a:cubicBezTo>
                      <a:pt x="391" y="165"/>
                      <a:pt x="404" y="157"/>
                      <a:pt x="416" y="154"/>
                    </a:cubicBezTo>
                    <a:lnTo>
                      <a:pt x="419" y="153"/>
                    </a:lnTo>
                    <a:lnTo>
                      <a:pt x="419" y="153"/>
                    </a:lnTo>
                    <a:cubicBezTo>
                      <a:pt x="421" y="153"/>
                      <a:pt x="423" y="153"/>
                      <a:pt x="425" y="153"/>
                    </a:cubicBezTo>
                    <a:cubicBezTo>
                      <a:pt x="431" y="153"/>
                      <a:pt x="438" y="155"/>
                      <a:pt x="443" y="158"/>
                    </a:cubicBezTo>
                    <a:cubicBezTo>
                      <a:pt x="446" y="160"/>
                      <a:pt x="449" y="162"/>
                      <a:pt x="452" y="165"/>
                    </a:cubicBezTo>
                    <a:cubicBezTo>
                      <a:pt x="462" y="175"/>
                      <a:pt x="465" y="187"/>
                      <a:pt x="460" y="203"/>
                    </a:cubicBezTo>
                    <a:cubicBezTo>
                      <a:pt x="454" y="220"/>
                      <a:pt x="442" y="237"/>
                      <a:pt x="421" y="256"/>
                    </a:cubicBezTo>
                    <a:lnTo>
                      <a:pt x="415" y="263"/>
                    </a:lnTo>
                    <a:lnTo>
                      <a:pt x="475" y="321"/>
                    </a:lnTo>
                    <a:lnTo>
                      <a:pt x="484" y="317"/>
                    </a:lnTo>
                    <a:lnTo>
                      <a:pt x="486" y="315"/>
                    </a:lnTo>
                    <a:cubicBezTo>
                      <a:pt x="524" y="279"/>
                      <a:pt x="549" y="242"/>
                      <a:pt x="559" y="206"/>
                    </a:cubicBezTo>
                    <a:lnTo>
                      <a:pt x="559" y="206"/>
                    </a:lnTo>
                    <a:cubicBezTo>
                      <a:pt x="568" y="173"/>
                      <a:pt x="565" y="144"/>
                      <a:pt x="551" y="119"/>
                    </a:cubicBezTo>
                    <a:lnTo>
                      <a:pt x="551" y="119"/>
                    </a:lnTo>
                    <a:cubicBezTo>
                      <a:pt x="551" y="118"/>
                      <a:pt x="550" y="116"/>
                      <a:pt x="550" y="115"/>
                    </a:cubicBezTo>
                    <a:cubicBezTo>
                      <a:pt x="550" y="114"/>
                      <a:pt x="550" y="113"/>
                      <a:pt x="551" y="112"/>
                    </a:cubicBezTo>
                    <a:cubicBezTo>
                      <a:pt x="551" y="111"/>
                      <a:pt x="552" y="110"/>
                      <a:pt x="553" y="110"/>
                    </a:cubicBezTo>
                    <a:lnTo>
                      <a:pt x="611" y="54"/>
                    </a:lnTo>
                    <a:lnTo>
                      <a:pt x="573" y="18"/>
                    </a:lnTo>
                    <a:lnTo>
                      <a:pt x="516" y="73"/>
                    </a:lnTo>
                    <a:lnTo>
                      <a:pt x="516" y="73"/>
                    </a:lnTo>
                    <a:cubicBezTo>
                      <a:pt x="515" y="73"/>
                      <a:pt x="515" y="74"/>
                      <a:pt x="514" y="74"/>
                    </a:cubicBezTo>
                    <a:cubicBezTo>
                      <a:pt x="513" y="75"/>
                      <a:pt x="512" y="75"/>
                      <a:pt x="511" y="75"/>
                    </a:cubicBezTo>
                    <a:cubicBezTo>
                      <a:pt x="509" y="75"/>
                      <a:pt x="508" y="74"/>
                      <a:pt x="507" y="74"/>
                    </a:cubicBezTo>
                    <a:lnTo>
                      <a:pt x="507" y="74"/>
                    </a:lnTo>
                    <a:lnTo>
                      <a:pt x="507" y="74"/>
                    </a:lnTo>
                    <a:cubicBezTo>
                      <a:pt x="506" y="73"/>
                      <a:pt x="506" y="73"/>
                      <a:pt x="505" y="73"/>
                    </a:cubicBezTo>
                    <a:cubicBezTo>
                      <a:pt x="487" y="62"/>
                      <a:pt x="465" y="56"/>
                      <a:pt x="443" y="56"/>
                    </a:cubicBezTo>
                    <a:cubicBezTo>
                      <a:pt x="435" y="56"/>
                      <a:pt x="427" y="57"/>
                      <a:pt x="420" y="58"/>
                    </a:cubicBezTo>
                    <a:cubicBezTo>
                      <a:pt x="382" y="65"/>
                      <a:pt x="347" y="84"/>
                      <a:pt x="313" y="116"/>
                    </a:cubicBezTo>
                    <a:cubicBezTo>
                      <a:pt x="277" y="151"/>
                      <a:pt x="256" y="186"/>
                      <a:pt x="251" y="220"/>
                    </a:cubicBezTo>
                    <a:cubicBezTo>
                      <a:pt x="246" y="252"/>
                      <a:pt x="251" y="290"/>
                      <a:pt x="265" y="333"/>
                    </a:cubicBezTo>
                    <a:cubicBezTo>
                      <a:pt x="271" y="354"/>
                      <a:pt x="273" y="372"/>
                      <a:pt x="269" y="386"/>
                    </a:cubicBezTo>
                    <a:cubicBezTo>
                      <a:pt x="266" y="399"/>
                      <a:pt x="258" y="413"/>
                      <a:pt x="245" y="425"/>
                    </a:cubicBezTo>
                    <a:cubicBezTo>
                      <a:pt x="232" y="438"/>
                      <a:pt x="219" y="445"/>
                      <a:pt x="206" y="447"/>
                    </a:cubicBezTo>
                    <a:lnTo>
                      <a:pt x="206" y="447"/>
                    </a:lnTo>
                    <a:cubicBezTo>
                      <a:pt x="204" y="447"/>
                      <a:pt x="201" y="447"/>
                      <a:pt x="199" y="447"/>
                    </a:cubicBezTo>
                    <a:cubicBezTo>
                      <a:pt x="191" y="447"/>
                      <a:pt x="184" y="446"/>
                      <a:pt x="178" y="442"/>
                    </a:cubicBezTo>
                    <a:cubicBezTo>
                      <a:pt x="174" y="440"/>
                      <a:pt x="171" y="437"/>
                      <a:pt x="168" y="434"/>
                    </a:cubicBezTo>
                    <a:lnTo>
                      <a:pt x="168" y="434"/>
                    </a:lnTo>
                    <a:cubicBezTo>
                      <a:pt x="164" y="431"/>
                      <a:pt x="161" y="427"/>
                      <a:pt x="159" y="423"/>
                    </a:cubicBezTo>
                    <a:cubicBezTo>
                      <a:pt x="155" y="416"/>
                      <a:pt x="153" y="408"/>
                      <a:pt x="153" y="400"/>
                    </a:cubicBezTo>
                    <a:cubicBezTo>
                      <a:pt x="153" y="397"/>
                      <a:pt x="153" y="394"/>
                      <a:pt x="154" y="391"/>
                    </a:cubicBezTo>
                    <a:cubicBezTo>
                      <a:pt x="156" y="375"/>
                      <a:pt x="169" y="356"/>
                      <a:pt x="192" y="334"/>
                    </a:cubicBezTo>
                    <a:lnTo>
                      <a:pt x="198" y="328"/>
                    </a:lnTo>
                    <a:lnTo>
                      <a:pt x="138" y="269"/>
                    </a:lnTo>
                    <a:lnTo>
                      <a:pt x="127" y="275"/>
                    </a:lnTo>
                    <a:cubicBezTo>
                      <a:pt x="83" y="317"/>
                      <a:pt x="58" y="357"/>
                      <a:pt x="52" y="395"/>
                    </a:cubicBezTo>
                    <a:cubicBezTo>
                      <a:pt x="47" y="428"/>
                      <a:pt x="53" y="458"/>
                      <a:pt x="70" y="484"/>
                    </a:cubicBezTo>
                    <a:lnTo>
                      <a:pt x="70" y="484"/>
                    </a:lnTo>
                    <a:lnTo>
                      <a:pt x="70" y="484"/>
                    </a:lnTo>
                    <a:cubicBezTo>
                      <a:pt x="71" y="485"/>
                      <a:pt x="71" y="487"/>
                      <a:pt x="71" y="488"/>
                    </a:cubicBezTo>
                    <a:cubicBezTo>
                      <a:pt x="71" y="490"/>
                      <a:pt x="70" y="490"/>
                      <a:pt x="70" y="491"/>
                    </a:cubicBezTo>
                    <a:cubicBezTo>
                      <a:pt x="69" y="492"/>
                      <a:pt x="69" y="492"/>
                      <a:pt x="69" y="493"/>
                    </a:cubicBezTo>
                    <a:lnTo>
                      <a:pt x="17" y="542"/>
                    </a:lnTo>
                    <a:moveTo>
                      <a:pt x="566" y="208"/>
                    </a:moveTo>
                    <a:lnTo>
                      <a:pt x="566" y="2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15"/>
              <p:cNvSpPr/>
              <p:nvPr/>
            </p:nvSpPr>
            <p:spPr>
              <a:xfrm>
                <a:off x="2760107" y="3458475"/>
                <a:ext cx="431494" cy="380249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972" extrusionOk="0">
                    <a:moveTo>
                      <a:pt x="329" y="970"/>
                    </a:moveTo>
                    <a:cubicBezTo>
                      <a:pt x="228" y="970"/>
                      <a:pt x="141" y="939"/>
                      <a:pt x="79" y="879"/>
                    </a:cubicBezTo>
                    <a:cubicBezTo>
                      <a:pt x="73" y="873"/>
                      <a:pt x="68" y="868"/>
                      <a:pt x="63" y="862"/>
                    </a:cubicBezTo>
                    <a:lnTo>
                      <a:pt x="2" y="793"/>
                    </a:lnTo>
                    <a:lnTo>
                      <a:pt x="2" y="793"/>
                    </a:lnTo>
                    <a:lnTo>
                      <a:pt x="2" y="793"/>
                    </a:lnTo>
                    <a:lnTo>
                      <a:pt x="2" y="793"/>
                    </a:lnTo>
                    <a:cubicBezTo>
                      <a:pt x="1" y="793"/>
                      <a:pt x="1" y="792"/>
                      <a:pt x="1" y="792"/>
                    </a:cubicBezTo>
                    <a:cubicBezTo>
                      <a:pt x="0" y="791"/>
                      <a:pt x="0" y="790"/>
                      <a:pt x="0" y="788"/>
                    </a:cubicBezTo>
                    <a:cubicBezTo>
                      <a:pt x="0" y="787"/>
                      <a:pt x="0" y="786"/>
                      <a:pt x="1" y="785"/>
                    </a:cubicBezTo>
                    <a:cubicBezTo>
                      <a:pt x="1" y="784"/>
                      <a:pt x="1" y="783"/>
                      <a:pt x="3" y="782"/>
                    </a:cubicBezTo>
                    <a:cubicBezTo>
                      <a:pt x="4" y="781"/>
                      <a:pt x="6" y="781"/>
                      <a:pt x="7" y="781"/>
                    </a:cubicBezTo>
                    <a:cubicBezTo>
                      <a:pt x="8" y="781"/>
                      <a:pt x="10" y="781"/>
                      <a:pt x="11" y="782"/>
                    </a:cubicBezTo>
                    <a:cubicBezTo>
                      <a:pt x="11" y="782"/>
                      <a:pt x="12" y="783"/>
                      <a:pt x="13" y="783"/>
                    </a:cubicBezTo>
                    <a:lnTo>
                      <a:pt x="13" y="783"/>
                    </a:lnTo>
                    <a:lnTo>
                      <a:pt x="13" y="783"/>
                    </a:lnTo>
                    <a:cubicBezTo>
                      <a:pt x="17" y="789"/>
                      <a:pt x="22" y="794"/>
                      <a:pt x="28" y="799"/>
                    </a:cubicBezTo>
                    <a:cubicBezTo>
                      <a:pt x="106" y="874"/>
                      <a:pt x="223" y="903"/>
                      <a:pt x="359" y="879"/>
                    </a:cubicBezTo>
                    <a:cubicBezTo>
                      <a:pt x="492" y="855"/>
                      <a:pt x="627" y="784"/>
                      <a:pt x="738" y="677"/>
                    </a:cubicBezTo>
                    <a:cubicBezTo>
                      <a:pt x="961" y="464"/>
                      <a:pt x="1024" y="172"/>
                      <a:pt x="883" y="12"/>
                    </a:cubicBezTo>
                    <a:lnTo>
                      <a:pt x="883" y="12"/>
                    </a:lnTo>
                    <a:cubicBezTo>
                      <a:pt x="882" y="12"/>
                      <a:pt x="882" y="12"/>
                      <a:pt x="882" y="11"/>
                    </a:cubicBezTo>
                    <a:cubicBezTo>
                      <a:pt x="881" y="10"/>
                      <a:pt x="881" y="10"/>
                      <a:pt x="881" y="8"/>
                    </a:cubicBezTo>
                    <a:cubicBezTo>
                      <a:pt x="881" y="7"/>
                      <a:pt x="881" y="6"/>
                      <a:pt x="882" y="4"/>
                    </a:cubicBezTo>
                    <a:cubicBezTo>
                      <a:pt x="882" y="3"/>
                      <a:pt x="883" y="2"/>
                      <a:pt x="885" y="1"/>
                    </a:cubicBezTo>
                    <a:cubicBezTo>
                      <a:pt x="886" y="1"/>
                      <a:pt x="887" y="0"/>
                      <a:pt x="888" y="0"/>
                    </a:cubicBezTo>
                    <a:cubicBezTo>
                      <a:pt x="889" y="0"/>
                      <a:pt x="891" y="1"/>
                      <a:pt x="892" y="1"/>
                    </a:cubicBezTo>
                    <a:cubicBezTo>
                      <a:pt x="892" y="2"/>
                      <a:pt x="893" y="2"/>
                      <a:pt x="893" y="3"/>
                    </a:cubicBezTo>
                    <a:lnTo>
                      <a:pt x="955" y="72"/>
                    </a:lnTo>
                    <a:cubicBezTo>
                      <a:pt x="1102" y="237"/>
                      <a:pt x="1038" y="538"/>
                      <a:pt x="809" y="757"/>
                    </a:cubicBezTo>
                    <a:cubicBezTo>
                      <a:pt x="696" y="865"/>
                      <a:pt x="559" y="938"/>
                      <a:pt x="423" y="962"/>
                    </a:cubicBezTo>
                    <a:lnTo>
                      <a:pt x="423" y="962"/>
                    </a:lnTo>
                    <a:cubicBezTo>
                      <a:pt x="392" y="968"/>
                      <a:pt x="360" y="970"/>
                      <a:pt x="329" y="970"/>
                    </a:cubicBezTo>
                    <a:moveTo>
                      <a:pt x="74" y="853"/>
                    </a:moveTo>
                    <a:cubicBezTo>
                      <a:pt x="79" y="858"/>
                      <a:pt x="84" y="863"/>
                      <a:pt x="89" y="868"/>
                    </a:cubicBezTo>
                    <a:cubicBezTo>
                      <a:pt x="167" y="943"/>
                      <a:pt x="284" y="971"/>
                      <a:pt x="420" y="947"/>
                    </a:cubicBezTo>
                    <a:cubicBezTo>
                      <a:pt x="553" y="924"/>
                      <a:pt x="688" y="852"/>
                      <a:pt x="799" y="746"/>
                    </a:cubicBezTo>
                    <a:cubicBezTo>
                      <a:pt x="1022" y="533"/>
                      <a:pt x="1085" y="241"/>
                      <a:pt x="944" y="81"/>
                    </a:cubicBezTo>
                    <a:cubicBezTo>
                      <a:pt x="1019" y="253"/>
                      <a:pt x="944" y="501"/>
                      <a:pt x="748" y="688"/>
                    </a:cubicBezTo>
                    <a:cubicBezTo>
                      <a:pt x="635" y="796"/>
                      <a:pt x="498" y="869"/>
                      <a:pt x="361" y="893"/>
                    </a:cubicBezTo>
                    <a:cubicBezTo>
                      <a:pt x="251" y="913"/>
                      <a:pt x="151" y="898"/>
                      <a:pt x="74" y="8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8"/>
          <p:cNvSpPr txBox="1">
            <a:spLocks noGrp="1"/>
          </p:cNvSpPr>
          <p:nvPr>
            <p:ph type="title"/>
          </p:nvPr>
        </p:nvSpPr>
        <p:spPr>
          <a:xfrm>
            <a:off x="716150" y="3498100"/>
            <a:ext cx="46893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70" name="Google Shape;770;p18"/>
          <p:cNvSpPr txBox="1">
            <a:spLocks noGrp="1"/>
          </p:cNvSpPr>
          <p:nvPr>
            <p:ph type="subTitle" idx="1"/>
          </p:nvPr>
        </p:nvSpPr>
        <p:spPr>
          <a:xfrm>
            <a:off x="716150" y="539500"/>
            <a:ext cx="4689300" cy="28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771" name="Google Shape;771;p18"/>
          <p:cNvGrpSpPr/>
          <p:nvPr/>
        </p:nvGrpSpPr>
        <p:grpSpPr>
          <a:xfrm>
            <a:off x="8411780" y="272556"/>
            <a:ext cx="453484" cy="3820075"/>
            <a:chOff x="8411780" y="362156"/>
            <a:chExt cx="453484" cy="3820075"/>
          </a:xfrm>
        </p:grpSpPr>
        <p:sp>
          <p:nvSpPr>
            <p:cNvPr id="772" name="Google Shape;772;p18"/>
            <p:cNvSpPr/>
            <p:nvPr/>
          </p:nvSpPr>
          <p:spPr>
            <a:xfrm>
              <a:off x="8411793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8411793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8411793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8411793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8411793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8411793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8613251" y="3998389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8411793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8411793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8411793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8613251" y="37287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8613251" y="21124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8613251" y="345912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8613251" y="3190251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8613251" y="2650982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8613251" y="238211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8613251" y="2920617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8815474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8815474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8815474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8815474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8815474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8815474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8815474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8815474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8815474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8411780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8411780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8411780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8411780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8411780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8613238" y="1843614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8411780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8613238" y="15739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8613238" y="1304345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8613238" y="1035476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8613238" y="49620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8613238" y="76584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8815462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8815462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8815462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8815462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8815462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8815462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18"/>
          <p:cNvGrpSpPr/>
          <p:nvPr/>
        </p:nvGrpSpPr>
        <p:grpSpPr>
          <a:xfrm>
            <a:off x="5532550" y="3195800"/>
            <a:ext cx="3467225" cy="1824800"/>
            <a:chOff x="5499200" y="3164875"/>
            <a:chExt cx="3467225" cy="1824800"/>
          </a:xfrm>
        </p:grpSpPr>
        <p:sp>
          <p:nvSpPr>
            <p:cNvPr id="817" name="Google Shape;817;p18"/>
            <p:cNvSpPr/>
            <p:nvPr/>
          </p:nvSpPr>
          <p:spPr>
            <a:xfrm>
              <a:off x="8175074" y="3906635"/>
              <a:ext cx="347682" cy="433001"/>
            </a:xfrm>
            <a:custGeom>
              <a:avLst/>
              <a:gdLst/>
              <a:ahLst/>
              <a:cxnLst/>
              <a:rect l="l" t="t" r="r" b="b"/>
              <a:pathLst>
                <a:path w="652" h="812" extrusionOk="0">
                  <a:moveTo>
                    <a:pt x="611" y="811"/>
                  </a:moveTo>
                  <a:cubicBezTo>
                    <a:pt x="651" y="695"/>
                    <a:pt x="646" y="562"/>
                    <a:pt x="611" y="446"/>
                  </a:cubicBezTo>
                  <a:cubicBezTo>
                    <a:pt x="529" y="176"/>
                    <a:pt x="282" y="0"/>
                    <a:pt x="0" y="15"/>
                  </a:cubicBezTo>
                  <a:cubicBezTo>
                    <a:pt x="87" y="232"/>
                    <a:pt x="191" y="425"/>
                    <a:pt x="358" y="590"/>
                  </a:cubicBezTo>
                  <a:cubicBezTo>
                    <a:pt x="437" y="668"/>
                    <a:pt x="522" y="744"/>
                    <a:pt x="611" y="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8171342" y="3902902"/>
              <a:ext cx="354081" cy="441000"/>
            </a:xfrm>
            <a:custGeom>
              <a:avLst/>
              <a:gdLst/>
              <a:ahLst/>
              <a:cxnLst/>
              <a:rect l="l" t="t" r="r" b="b"/>
              <a:pathLst>
                <a:path w="664" h="827" extrusionOk="0">
                  <a:moveTo>
                    <a:pt x="618" y="825"/>
                  </a:moveTo>
                  <a:lnTo>
                    <a:pt x="618" y="825"/>
                  </a:lnTo>
                  <a:cubicBezTo>
                    <a:pt x="616" y="825"/>
                    <a:pt x="615" y="826"/>
                    <a:pt x="614" y="825"/>
                  </a:cubicBezTo>
                  <a:cubicBezTo>
                    <a:pt x="614" y="825"/>
                    <a:pt x="614" y="824"/>
                    <a:pt x="613" y="824"/>
                  </a:cubicBezTo>
                  <a:cubicBezTo>
                    <a:pt x="533" y="763"/>
                    <a:pt x="450" y="691"/>
                    <a:pt x="360" y="603"/>
                  </a:cubicBezTo>
                  <a:cubicBezTo>
                    <a:pt x="213" y="457"/>
                    <a:pt x="102" y="279"/>
                    <a:pt x="0" y="25"/>
                  </a:cubicBezTo>
                  <a:lnTo>
                    <a:pt x="0" y="25"/>
                  </a:lnTo>
                  <a:cubicBezTo>
                    <a:pt x="0" y="24"/>
                    <a:pt x="0" y="23"/>
                    <a:pt x="0" y="22"/>
                  </a:cubicBezTo>
                  <a:cubicBezTo>
                    <a:pt x="0" y="21"/>
                    <a:pt x="0" y="20"/>
                    <a:pt x="1" y="19"/>
                  </a:cubicBezTo>
                  <a:lnTo>
                    <a:pt x="1" y="18"/>
                  </a:lnTo>
                  <a:lnTo>
                    <a:pt x="1" y="18"/>
                  </a:lnTo>
                  <a:cubicBezTo>
                    <a:pt x="2" y="17"/>
                    <a:pt x="3" y="17"/>
                    <a:pt x="4" y="16"/>
                  </a:cubicBezTo>
                  <a:cubicBezTo>
                    <a:pt x="6" y="16"/>
                    <a:pt x="6" y="15"/>
                    <a:pt x="7" y="15"/>
                  </a:cubicBezTo>
                  <a:cubicBezTo>
                    <a:pt x="293" y="0"/>
                    <a:pt x="542" y="175"/>
                    <a:pt x="625" y="451"/>
                  </a:cubicBezTo>
                  <a:cubicBezTo>
                    <a:pt x="663" y="577"/>
                    <a:pt x="663" y="711"/>
                    <a:pt x="625" y="821"/>
                  </a:cubicBezTo>
                  <a:lnTo>
                    <a:pt x="625" y="821"/>
                  </a:lnTo>
                  <a:cubicBezTo>
                    <a:pt x="625" y="821"/>
                    <a:pt x="624" y="821"/>
                    <a:pt x="624" y="822"/>
                  </a:cubicBezTo>
                  <a:cubicBezTo>
                    <a:pt x="624" y="823"/>
                    <a:pt x="623" y="824"/>
                    <a:pt x="622" y="824"/>
                  </a:cubicBezTo>
                  <a:cubicBezTo>
                    <a:pt x="621" y="825"/>
                    <a:pt x="621" y="825"/>
                    <a:pt x="620" y="825"/>
                  </a:cubicBezTo>
                  <a:lnTo>
                    <a:pt x="620" y="825"/>
                  </a:lnTo>
                  <a:cubicBezTo>
                    <a:pt x="619" y="825"/>
                    <a:pt x="619" y="825"/>
                    <a:pt x="618" y="825"/>
                  </a:cubicBezTo>
                  <a:moveTo>
                    <a:pt x="18" y="29"/>
                  </a:moveTo>
                  <a:cubicBezTo>
                    <a:pt x="117" y="276"/>
                    <a:pt x="226" y="450"/>
                    <a:pt x="370" y="592"/>
                  </a:cubicBezTo>
                  <a:cubicBezTo>
                    <a:pt x="457" y="677"/>
                    <a:pt x="536" y="747"/>
                    <a:pt x="614" y="806"/>
                  </a:cubicBezTo>
                  <a:cubicBezTo>
                    <a:pt x="648" y="701"/>
                    <a:pt x="646" y="574"/>
                    <a:pt x="611" y="455"/>
                  </a:cubicBezTo>
                  <a:cubicBezTo>
                    <a:pt x="533" y="197"/>
                    <a:pt x="306" y="29"/>
                    <a:pt x="41" y="29"/>
                  </a:cubicBezTo>
                  <a:cubicBezTo>
                    <a:pt x="33" y="29"/>
                    <a:pt x="26" y="29"/>
                    <a:pt x="18" y="29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8615010" y="3959427"/>
              <a:ext cx="347149" cy="432468"/>
            </a:xfrm>
            <a:custGeom>
              <a:avLst/>
              <a:gdLst/>
              <a:ahLst/>
              <a:cxnLst/>
              <a:rect l="l" t="t" r="r" b="b"/>
              <a:pathLst>
                <a:path w="651" h="811" extrusionOk="0">
                  <a:moveTo>
                    <a:pt x="40" y="810"/>
                  </a:moveTo>
                  <a:cubicBezTo>
                    <a:pt x="0" y="694"/>
                    <a:pt x="5" y="561"/>
                    <a:pt x="40" y="445"/>
                  </a:cubicBezTo>
                  <a:cubicBezTo>
                    <a:pt x="121" y="175"/>
                    <a:pt x="369" y="0"/>
                    <a:pt x="650" y="14"/>
                  </a:cubicBezTo>
                  <a:cubicBezTo>
                    <a:pt x="564" y="231"/>
                    <a:pt x="459" y="425"/>
                    <a:pt x="292" y="589"/>
                  </a:cubicBezTo>
                  <a:cubicBezTo>
                    <a:pt x="213" y="667"/>
                    <a:pt x="129" y="743"/>
                    <a:pt x="40" y="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8612343" y="3955161"/>
              <a:ext cx="354081" cy="441000"/>
            </a:xfrm>
            <a:custGeom>
              <a:avLst/>
              <a:gdLst/>
              <a:ahLst/>
              <a:cxnLst/>
              <a:rect l="l" t="t" r="r" b="b"/>
              <a:pathLst>
                <a:path w="664" h="827" extrusionOk="0">
                  <a:moveTo>
                    <a:pt x="45" y="826"/>
                  </a:moveTo>
                  <a:lnTo>
                    <a:pt x="45" y="826"/>
                  </a:lnTo>
                  <a:lnTo>
                    <a:pt x="45" y="826"/>
                  </a:lnTo>
                  <a:cubicBezTo>
                    <a:pt x="44" y="826"/>
                    <a:pt x="43" y="825"/>
                    <a:pt x="43" y="825"/>
                  </a:cubicBezTo>
                  <a:lnTo>
                    <a:pt x="43" y="825"/>
                  </a:lnTo>
                  <a:cubicBezTo>
                    <a:pt x="42" y="825"/>
                    <a:pt x="42" y="826"/>
                    <a:pt x="41" y="825"/>
                  </a:cubicBezTo>
                  <a:cubicBezTo>
                    <a:pt x="40" y="825"/>
                    <a:pt x="40" y="823"/>
                    <a:pt x="39" y="822"/>
                  </a:cubicBezTo>
                  <a:cubicBezTo>
                    <a:pt x="39" y="821"/>
                    <a:pt x="38" y="821"/>
                    <a:pt x="38" y="821"/>
                  </a:cubicBezTo>
                  <a:cubicBezTo>
                    <a:pt x="0" y="711"/>
                    <a:pt x="0" y="577"/>
                    <a:pt x="38" y="451"/>
                  </a:cubicBezTo>
                  <a:cubicBezTo>
                    <a:pt x="121" y="175"/>
                    <a:pt x="369" y="0"/>
                    <a:pt x="656" y="15"/>
                  </a:cubicBezTo>
                  <a:lnTo>
                    <a:pt x="656" y="15"/>
                  </a:lnTo>
                  <a:cubicBezTo>
                    <a:pt x="657" y="15"/>
                    <a:pt x="658" y="15"/>
                    <a:pt x="659" y="16"/>
                  </a:cubicBezTo>
                  <a:cubicBezTo>
                    <a:pt x="660" y="17"/>
                    <a:pt x="662" y="18"/>
                    <a:pt x="662" y="19"/>
                  </a:cubicBezTo>
                  <a:cubicBezTo>
                    <a:pt x="663" y="20"/>
                    <a:pt x="663" y="21"/>
                    <a:pt x="663" y="22"/>
                  </a:cubicBezTo>
                  <a:cubicBezTo>
                    <a:pt x="663" y="23"/>
                    <a:pt x="663" y="24"/>
                    <a:pt x="662" y="25"/>
                  </a:cubicBezTo>
                  <a:cubicBezTo>
                    <a:pt x="561" y="279"/>
                    <a:pt x="450" y="458"/>
                    <a:pt x="303" y="603"/>
                  </a:cubicBezTo>
                  <a:cubicBezTo>
                    <a:pt x="213" y="691"/>
                    <a:pt x="130" y="764"/>
                    <a:pt x="49" y="824"/>
                  </a:cubicBezTo>
                  <a:lnTo>
                    <a:pt x="49" y="824"/>
                  </a:lnTo>
                  <a:lnTo>
                    <a:pt x="49" y="825"/>
                  </a:lnTo>
                  <a:cubicBezTo>
                    <a:pt x="47" y="825"/>
                    <a:pt x="46" y="826"/>
                    <a:pt x="45" y="826"/>
                  </a:cubicBezTo>
                  <a:moveTo>
                    <a:pt x="622" y="29"/>
                  </a:moveTo>
                  <a:cubicBezTo>
                    <a:pt x="356" y="29"/>
                    <a:pt x="130" y="197"/>
                    <a:pt x="52" y="455"/>
                  </a:cubicBezTo>
                  <a:cubicBezTo>
                    <a:pt x="16" y="574"/>
                    <a:pt x="15" y="702"/>
                    <a:pt x="49" y="806"/>
                  </a:cubicBezTo>
                  <a:cubicBezTo>
                    <a:pt x="126" y="747"/>
                    <a:pt x="206" y="677"/>
                    <a:pt x="292" y="592"/>
                  </a:cubicBezTo>
                  <a:cubicBezTo>
                    <a:pt x="436" y="451"/>
                    <a:pt x="545" y="277"/>
                    <a:pt x="645" y="29"/>
                  </a:cubicBezTo>
                  <a:cubicBezTo>
                    <a:pt x="637" y="29"/>
                    <a:pt x="629" y="29"/>
                    <a:pt x="622" y="29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8296123" y="3990889"/>
              <a:ext cx="500193" cy="760418"/>
            </a:xfrm>
            <a:custGeom>
              <a:avLst/>
              <a:gdLst/>
              <a:ahLst/>
              <a:cxnLst/>
              <a:rect l="l" t="t" r="r" b="b"/>
              <a:pathLst>
                <a:path w="938" h="1426" extrusionOk="0">
                  <a:moveTo>
                    <a:pt x="544" y="1425"/>
                  </a:moveTo>
                  <a:lnTo>
                    <a:pt x="544" y="1425"/>
                  </a:lnTo>
                  <a:lnTo>
                    <a:pt x="544" y="1425"/>
                  </a:lnTo>
                  <a:cubicBezTo>
                    <a:pt x="543" y="1425"/>
                    <a:pt x="542" y="1424"/>
                    <a:pt x="541" y="1424"/>
                  </a:cubicBezTo>
                  <a:cubicBezTo>
                    <a:pt x="539" y="1423"/>
                    <a:pt x="539" y="1422"/>
                    <a:pt x="538" y="1421"/>
                  </a:cubicBezTo>
                  <a:cubicBezTo>
                    <a:pt x="538" y="1420"/>
                    <a:pt x="537" y="1419"/>
                    <a:pt x="537" y="1417"/>
                  </a:cubicBezTo>
                  <a:lnTo>
                    <a:pt x="537" y="1417"/>
                  </a:lnTo>
                  <a:cubicBezTo>
                    <a:pt x="537" y="631"/>
                    <a:pt x="7" y="19"/>
                    <a:pt x="2" y="13"/>
                  </a:cubicBezTo>
                  <a:lnTo>
                    <a:pt x="2" y="13"/>
                  </a:lnTo>
                  <a:cubicBezTo>
                    <a:pt x="2" y="12"/>
                    <a:pt x="2" y="12"/>
                    <a:pt x="1" y="11"/>
                  </a:cubicBezTo>
                  <a:cubicBezTo>
                    <a:pt x="1" y="10"/>
                    <a:pt x="0" y="10"/>
                    <a:pt x="0" y="8"/>
                  </a:cubicBezTo>
                  <a:cubicBezTo>
                    <a:pt x="0" y="7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3" y="2"/>
                    <a:pt x="13" y="3"/>
                  </a:cubicBezTo>
                  <a:cubicBezTo>
                    <a:pt x="18" y="9"/>
                    <a:pt x="491" y="555"/>
                    <a:pt x="546" y="1280"/>
                  </a:cubicBezTo>
                  <a:cubicBezTo>
                    <a:pt x="571" y="1010"/>
                    <a:pt x="654" y="416"/>
                    <a:pt x="925" y="175"/>
                  </a:cubicBezTo>
                  <a:lnTo>
                    <a:pt x="925" y="175"/>
                  </a:lnTo>
                  <a:cubicBezTo>
                    <a:pt x="925" y="175"/>
                    <a:pt x="926" y="175"/>
                    <a:pt x="926" y="174"/>
                  </a:cubicBezTo>
                  <a:cubicBezTo>
                    <a:pt x="927" y="174"/>
                    <a:pt x="929" y="173"/>
                    <a:pt x="930" y="173"/>
                  </a:cubicBezTo>
                  <a:cubicBezTo>
                    <a:pt x="931" y="173"/>
                    <a:pt x="932" y="174"/>
                    <a:pt x="933" y="174"/>
                  </a:cubicBezTo>
                  <a:cubicBezTo>
                    <a:pt x="935" y="175"/>
                    <a:pt x="936" y="176"/>
                    <a:pt x="936" y="177"/>
                  </a:cubicBezTo>
                  <a:cubicBezTo>
                    <a:pt x="937" y="178"/>
                    <a:pt x="937" y="180"/>
                    <a:pt x="937" y="181"/>
                  </a:cubicBezTo>
                  <a:cubicBezTo>
                    <a:pt x="937" y="183"/>
                    <a:pt x="937" y="183"/>
                    <a:pt x="936" y="184"/>
                  </a:cubicBezTo>
                  <a:cubicBezTo>
                    <a:pt x="936" y="185"/>
                    <a:pt x="935" y="186"/>
                    <a:pt x="935" y="186"/>
                  </a:cubicBezTo>
                  <a:cubicBezTo>
                    <a:pt x="585" y="496"/>
                    <a:pt x="552" y="1408"/>
                    <a:pt x="552" y="1417"/>
                  </a:cubicBezTo>
                  <a:lnTo>
                    <a:pt x="552" y="1417"/>
                  </a:lnTo>
                  <a:cubicBezTo>
                    <a:pt x="551" y="1419"/>
                    <a:pt x="552" y="1420"/>
                    <a:pt x="551" y="1421"/>
                  </a:cubicBezTo>
                  <a:cubicBezTo>
                    <a:pt x="551" y="1422"/>
                    <a:pt x="549" y="1424"/>
                    <a:pt x="548" y="1424"/>
                  </a:cubicBezTo>
                  <a:cubicBezTo>
                    <a:pt x="547" y="1425"/>
                    <a:pt x="545" y="1425"/>
                    <a:pt x="544" y="14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6280737" y="3906102"/>
              <a:ext cx="347149" cy="432468"/>
            </a:xfrm>
            <a:custGeom>
              <a:avLst/>
              <a:gdLst/>
              <a:ahLst/>
              <a:cxnLst/>
              <a:rect l="l" t="t" r="r" b="b"/>
              <a:pathLst>
                <a:path w="651" h="811" extrusionOk="0">
                  <a:moveTo>
                    <a:pt x="41" y="810"/>
                  </a:moveTo>
                  <a:cubicBezTo>
                    <a:pt x="0" y="694"/>
                    <a:pt x="6" y="561"/>
                    <a:pt x="41" y="445"/>
                  </a:cubicBezTo>
                  <a:cubicBezTo>
                    <a:pt x="121" y="175"/>
                    <a:pt x="369" y="0"/>
                    <a:pt x="650" y="15"/>
                  </a:cubicBezTo>
                  <a:cubicBezTo>
                    <a:pt x="563" y="231"/>
                    <a:pt x="459" y="425"/>
                    <a:pt x="292" y="590"/>
                  </a:cubicBezTo>
                  <a:cubicBezTo>
                    <a:pt x="213" y="668"/>
                    <a:pt x="129" y="744"/>
                    <a:pt x="41" y="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6278604" y="3901836"/>
              <a:ext cx="353015" cy="441000"/>
            </a:xfrm>
            <a:custGeom>
              <a:avLst/>
              <a:gdLst/>
              <a:ahLst/>
              <a:cxnLst/>
              <a:rect l="l" t="t" r="r" b="b"/>
              <a:pathLst>
                <a:path w="662" h="827" extrusionOk="0">
                  <a:moveTo>
                    <a:pt x="45" y="826"/>
                  </a:moveTo>
                  <a:lnTo>
                    <a:pt x="45" y="826"/>
                  </a:lnTo>
                  <a:cubicBezTo>
                    <a:pt x="44" y="826"/>
                    <a:pt x="43" y="826"/>
                    <a:pt x="42" y="825"/>
                  </a:cubicBezTo>
                  <a:lnTo>
                    <a:pt x="42" y="825"/>
                  </a:lnTo>
                  <a:lnTo>
                    <a:pt x="41" y="825"/>
                  </a:lnTo>
                  <a:cubicBezTo>
                    <a:pt x="40" y="824"/>
                    <a:pt x="39" y="823"/>
                    <a:pt x="38" y="822"/>
                  </a:cubicBezTo>
                  <a:lnTo>
                    <a:pt x="38" y="821"/>
                  </a:lnTo>
                  <a:cubicBezTo>
                    <a:pt x="0" y="712"/>
                    <a:pt x="0" y="577"/>
                    <a:pt x="38" y="451"/>
                  </a:cubicBezTo>
                  <a:cubicBezTo>
                    <a:pt x="121" y="175"/>
                    <a:pt x="368" y="0"/>
                    <a:pt x="654" y="15"/>
                  </a:cubicBezTo>
                  <a:lnTo>
                    <a:pt x="654" y="15"/>
                  </a:lnTo>
                  <a:cubicBezTo>
                    <a:pt x="656" y="15"/>
                    <a:pt x="658" y="16"/>
                    <a:pt x="658" y="16"/>
                  </a:cubicBezTo>
                  <a:cubicBezTo>
                    <a:pt x="660" y="17"/>
                    <a:pt x="660" y="18"/>
                    <a:pt x="660" y="19"/>
                  </a:cubicBezTo>
                  <a:lnTo>
                    <a:pt x="660" y="19"/>
                  </a:lnTo>
                  <a:lnTo>
                    <a:pt x="660" y="19"/>
                  </a:lnTo>
                  <a:cubicBezTo>
                    <a:pt x="661" y="20"/>
                    <a:pt x="661" y="21"/>
                    <a:pt x="661" y="23"/>
                  </a:cubicBezTo>
                  <a:cubicBezTo>
                    <a:pt x="661" y="23"/>
                    <a:pt x="661" y="24"/>
                    <a:pt x="661" y="25"/>
                  </a:cubicBezTo>
                  <a:cubicBezTo>
                    <a:pt x="560" y="279"/>
                    <a:pt x="449" y="458"/>
                    <a:pt x="301" y="603"/>
                  </a:cubicBezTo>
                  <a:cubicBezTo>
                    <a:pt x="211" y="691"/>
                    <a:pt x="129" y="764"/>
                    <a:pt x="49" y="824"/>
                  </a:cubicBezTo>
                  <a:lnTo>
                    <a:pt x="49" y="824"/>
                  </a:lnTo>
                  <a:cubicBezTo>
                    <a:pt x="49" y="824"/>
                    <a:pt x="49" y="825"/>
                    <a:pt x="48" y="825"/>
                  </a:cubicBezTo>
                  <a:cubicBezTo>
                    <a:pt x="47" y="825"/>
                    <a:pt x="46" y="826"/>
                    <a:pt x="45" y="826"/>
                  </a:cubicBezTo>
                  <a:moveTo>
                    <a:pt x="620" y="29"/>
                  </a:moveTo>
                  <a:cubicBezTo>
                    <a:pt x="355" y="29"/>
                    <a:pt x="129" y="197"/>
                    <a:pt x="52" y="456"/>
                  </a:cubicBezTo>
                  <a:cubicBezTo>
                    <a:pt x="16" y="575"/>
                    <a:pt x="15" y="702"/>
                    <a:pt x="48" y="807"/>
                  </a:cubicBezTo>
                  <a:cubicBezTo>
                    <a:pt x="125" y="748"/>
                    <a:pt x="205" y="677"/>
                    <a:pt x="291" y="592"/>
                  </a:cubicBezTo>
                  <a:cubicBezTo>
                    <a:pt x="435" y="451"/>
                    <a:pt x="544" y="277"/>
                    <a:pt x="643" y="30"/>
                  </a:cubicBezTo>
                  <a:cubicBezTo>
                    <a:pt x="636" y="29"/>
                    <a:pt x="628" y="29"/>
                    <a:pt x="62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5841335" y="3958361"/>
              <a:ext cx="347682" cy="433001"/>
            </a:xfrm>
            <a:custGeom>
              <a:avLst/>
              <a:gdLst/>
              <a:ahLst/>
              <a:cxnLst/>
              <a:rect l="l" t="t" r="r" b="b"/>
              <a:pathLst>
                <a:path w="652" h="812" extrusionOk="0">
                  <a:moveTo>
                    <a:pt x="610" y="811"/>
                  </a:moveTo>
                  <a:cubicBezTo>
                    <a:pt x="651" y="695"/>
                    <a:pt x="645" y="562"/>
                    <a:pt x="610" y="445"/>
                  </a:cubicBezTo>
                  <a:cubicBezTo>
                    <a:pt x="529" y="176"/>
                    <a:pt x="281" y="0"/>
                    <a:pt x="0" y="15"/>
                  </a:cubicBezTo>
                  <a:cubicBezTo>
                    <a:pt x="86" y="232"/>
                    <a:pt x="191" y="425"/>
                    <a:pt x="358" y="590"/>
                  </a:cubicBezTo>
                  <a:cubicBezTo>
                    <a:pt x="437" y="668"/>
                    <a:pt x="521" y="744"/>
                    <a:pt x="610" y="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5837602" y="3954095"/>
              <a:ext cx="353548" cy="441000"/>
            </a:xfrm>
            <a:custGeom>
              <a:avLst/>
              <a:gdLst/>
              <a:ahLst/>
              <a:cxnLst/>
              <a:rect l="l" t="t" r="r" b="b"/>
              <a:pathLst>
                <a:path w="663" h="827" extrusionOk="0">
                  <a:moveTo>
                    <a:pt x="617" y="826"/>
                  </a:moveTo>
                  <a:lnTo>
                    <a:pt x="617" y="826"/>
                  </a:lnTo>
                  <a:cubicBezTo>
                    <a:pt x="616" y="826"/>
                    <a:pt x="615" y="825"/>
                    <a:pt x="614" y="825"/>
                  </a:cubicBezTo>
                  <a:cubicBezTo>
                    <a:pt x="614" y="825"/>
                    <a:pt x="613" y="825"/>
                    <a:pt x="613" y="824"/>
                  </a:cubicBezTo>
                  <a:cubicBezTo>
                    <a:pt x="533" y="764"/>
                    <a:pt x="450" y="691"/>
                    <a:pt x="360" y="603"/>
                  </a:cubicBezTo>
                  <a:cubicBezTo>
                    <a:pt x="212" y="458"/>
                    <a:pt x="101" y="280"/>
                    <a:pt x="0" y="25"/>
                  </a:cubicBezTo>
                  <a:lnTo>
                    <a:pt x="0" y="25"/>
                  </a:lnTo>
                  <a:cubicBezTo>
                    <a:pt x="0" y="24"/>
                    <a:pt x="0" y="24"/>
                    <a:pt x="0" y="23"/>
                  </a:cubicBezTo>
                  <a:cubicBezTo>
                    <a:pt x="0" y="21"/>
                    <a:pt x="0" y="20"/>
                    <a:pt x="1" y="19"/>
                  </a:cubicBezTo>
                  <a:cubicBezTo>
                    <a:pt x="1" y="18"/>
                    <a:pt x="1" y="17"/>
                    <a:pt x="3" y="16"/>
                  </a:cubicBezTo>
                  <a:cubicBezTo>
                    <a:pt x="3" y="16"/>
                    <a:pt x="5" y="15"/>
                    <a:pt x="7" y="15"/>
                  </a:cubicBezTo>
                  <a:cubicBezTo>
                    <a:pt x="293" y="0"/>
                    <a:pt x="541" y="175"/>
                    <a:pt x="625" y="451"/>
                  </a:cubicBezTo>
                  <a:cubicBezTo>
                    <a:pt x="662" y="577"/>
                    <a:pt x="662" y="712"/>
                    <a:pt x="625" y="821"/>
                  </a:cubicBezTo>
                  <a:lnTo>
                    <a:pt x="625" y="821"/>
                  </a:lnTo>
                  <a:cubicBezTo>
                    <a:pt x="624" y="821"/>
                    <a:pt x="624" y="822"/>
                    <a:pt x="624" y="822"/>
                  </a:cubicBezTo>
                  <a:cubicBezTo>
                    <a:pt x="623" y="823"/>
                    <a:pt x="622" y="824"/>
                    <a:pt x="621" y="825"/>
                  </a:cubicBezTo>
                  <a:cubicBezTo>
                    <a:pt x="621" y="825"/>
                    <a:pt x="620" y="825"/>
                    <a:pt x="620" y="826"/>
                  </a:cubicBezTo>
                  <a:lnTo>
                    <a:pt x="620" y="826"/>
                  </a:lnTo>
                  <a:cubicBezTo>
                    <a:pt x="619" y="826"/>
                    <a:pt x="618" y="826"/>
                    <a:pt x="618" y="826"/>
                  </a:cubicBezTo>
                  <a:lnTo>
                    <a:pt x="617" y="826"/>
                  </a:lnTo>
                  <a:moveTo>
                    <a:pt x="17" y="29"/>
                  </a:moveTo>
                  <a:cubicBezTo>
                    <a:pt x="117" y="277"/>
                    <a:pt x="226" y="451"/>
                    <a:pt x="370" y="592"/>
                  </a:cubicBezTo>
                  <a:cubicBezTo>
                    <a:pt x="456" y="678"/>
                    <a:pt x="536" y="748"/>
                    <a:pt x="614" y="807"/>
                  </a:cubicBezTo>
                  <a:cubicBezTo>
                    <a:pt x="647" y="702"/>
                    <a:pt x="646" y="575"/>
                    <a:pt x="610" y="456"/>
                  </a:cubicBezTo>
                  <a:cubicBezTo>
                    <a:pt x="530" y="190"/>
                    <a:pt x="292" y="19"/>
                    <a:pt x="17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6006644" y="3990356"/>
              <a:ext cx="500193" cy="759885"/>
            </a:xfrm>
            <a:custGeom>
              <a:avLst/>
              <a:gdLst/>
              <a:ahLst/>
              <a:cxnLst/>
              <a:rect l="l" t="t" r="r" b="b"/>
              <a:pathLst>
                <a:path w="938" h="1425" extrusionOk="0">
                  <a:moveTo>
                    <a:pt x="394" y="1424"/>
                  </a:moveTo>
                  <a:lnTo>
                    <a:pt x="394" y="1424"/>
                  </a:lnTo>
                  <a:lnTo>
                    <a:pt x="394" y="1424"/>
                  </a:lnTo>
                  <a:cubicBezTo>
                    <a:pt x="393" y="1424"/>
                    <a:pt x="391" y="1424"/>
                    <a:pt x="390" y="1423"/>
                  </a:cubicBezTo>
                  <a:cubicBezTo>
                    <a:pt x="388" y="1423"/>
                    <a:pt x="388" y="1421"/>
                    <a:pt x="388" y="1420"/>
                  </a:cubicBezTo>
                  <a:cubicBezTo>
                    <a:pt x="387" y="1419"/>
                    <a:pt x="387" y="1418"/>
                    <a:pt x="387" y="1417"/>
                  </a:cubicBezTo>
                  <a:cubicBezTo>
                    <a:pt x="386" y="1408"/>
                    <a:pt x="353" y="496"/>
                    <a:pt x="4" y="185"/>
                  </a:cubicBezTo>
                  <a:lnTo>
                    <a:pt x="4" y="185"/>
                  </a:lnTo>
                  <a:cubicBezTo>
                    <a:pt x="3" y="185"/>
                    <a:pt x="2" y="185"/>
                    <a:pt x="2" y="184"/>
                  </a:cubicBezTo>
                  <a:cubicBezTo>
                    <a:pt x="0" y="184"/>
                    <a:pt x="1" y="181"/>
                    <a:pt x="1" y="180"/>
                  </a:cubicBezTo>
                  <a:cubicBezTo>
                    <a:pt x="1" y="179"/>
                    <a:pt x="1" y="177"/>
                    <a:pt x="2" y="176"/>
                  </a:cubicBezTo>
                  <a:cubicBezTo>
                    <a:pt x="3" y="175"/>
                    <a:pt x="3" y="175"/>
                    <a:pt x="5" y="174"/>
                  </a:cubicBezTo>
                  <a:cubicBezTo>
                    <a:pt x="6" y="174"/>
                    <a:pt x="6" y="173"/>
                    <a:pt x="8" y="173"/>
                  </a:cubicBezTo>
                  <a:cubicBezTo>
                    <a:pt x="9" y="173"/>
                    <a:pt x="10" y="174"/>
                    <a:pt x="12" y="174"/>
                  </a:cubicBezTo>
                  <a:cubicBezTo>
                    <a:pt x="12" y="175"/>
                    <a:pt x="13" y="174"/>
                    <a:pt x="13" y="174"/>
                  </a:cubicBezTo>
                  <a:cubicBezTo>
                    <a:pt x="285" y="415"/>
                    <a:pt x="368" y="1010"/>
                    <a:pt x="392" y="1279"/>
                  </a:cubicBezTo>
                  <a:cubicBezTo>
                    <a:pt x="447" y="554"/>
                    <a:pt x="919" y="8"/>
                    <a:pt x="924" y="2"/>
                  </a:cubicBezTo>
                  <a:lnTo>
                    <a:pt x="924" y="2"/>
                  </a:lnTo>
                  <a:cubicBezTo>
                    <a:pt x="925" y="2"/>
                    <a:pt x="926" y="2"/>
                    <a:pt x="926" y="1"/>
                  </a:cubicBezTo>
                  <a:cubicBezTo>
                    <a:pt x="928" y="1"/>
                    <a:pt x="929" y="0"/>
                    <a:pt x="930" y="0"/>
                  </a:cubicBezTo>
                  <a:cubicBezTo>
                    <a:pt x="932" y="0"/>
                    <a:pt x="932" y="0"/>
                    <a:pt x="933" y="1"/>
                  </a:cubicBezTo>
                  <a:cubicBezTo>
                    <a:pt x="934" y="2"/>
                    <a:pt x="935" y="3"/>
                    <a:pt x="936" y="4"/>
                  </a:cubicBezTo>
                  <a:cubicBezTo>
                    <a:pt x="937" y="5"/>
                    <a:pt x="937" y="6"/>
                    <a:pt x="937" y="7"/>
                  </a:cubicBezTo>
                  <a:cubicBezTo>
                    <a:pt x="937" y="9"/>
                    <a:pt x="937" y="10"/>
                    <a:pt x="936" y="11"/>
                  </a:cubicBezTo>
                  <a:lnTo>
                    <a:pt x="935" y="12"/>
                  </a:lnTo>
                  <a:cubicBezTo>
                    <a:pt x="930" y="18"/>
                    <a:pt x="401" y="630"/>
                    <a:pt x="401" y="1417"/>
                  </a:cubicBezTo>
                  <a:lnTo>
                    <a:pt x="401" y="1417"/>
                  </a:lnTo>
                  <a:lnTo>
                    <a:pt x="401" y="1417"/>
                  </a:lnTo>
                  <a:cubicBezTo>
                    <a:pt x="401" y="1418"/>
                    <a:pt x="400" y="1419"/>
                    <a:pt x="400" y="1420"/>
                  </a:cubicBezTo>
                  <a:cubicBezTo>
                    <a:pt x="399" y="1421"/>
                    <a:pt x="399" y="1422"/>
                    <a:pt x="398" y="1423"/>
                  </a:cubicBezTo>
                  <a:cubicBezTo>
                    <a:pt x="397" y="1424"/>
                    <a:pt x="395" y="1424"/>
                    <a:pt x="394" y="14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5844750" y="4770508"/>
              <a:ext cx="2876911" cy="219167"/>
            </a:xfrm>
            <a:custGeom>
              <a:avLst/>
              <a:gdLst/>
              <a:ahLst/>
              <a:cxnLst/>
              <a:rect l="l" t="t" r="r" b="b"/>
              <a:pathLst>
                <a:path w="5395" h="411" extrusionOk="0">
                  <a:moveTo>
                    <a:pt x="5394" y="205"/>
                  </a:moveTo>
                  <a:cubicBezTo>
                    <a:pt x="5394" y="241"/>
                    <a:pt x="5270" y="276"/>
                    <a:pt x="5033" y="307"/>
                  </a:cubicBezTo>
                  <a:cubicBezTo>
                    <a:pt x="4796" y="338"/>
                    <a:pt x="4455" y="364"/>
                    <a:pt x="4045" y="382"/>
                  </a:cubicBezTo>
                  <a:cubicBezTo>
                    <a:pt x="3635" y="400"/>
                    <a:pt x="3171" y="410"/>
                    <a:pt x="2697" y="410"/>
                  </a:cubicBezTo>
                  <a:cubicBezTo>
                    <a:pt x="2224" y="410"/>
                    <a:pt x="1758" y="400"/>
                    <a:pt x="1348" y="382"/>
                  </a:cubicBezTo>
                  <a:cubicBezTo>
                    <a:pt x="938" y="364"/>
                    <a:pt x="597" y="338"/>
                    <a:pt x="361" y="307"/>
                  </a:cubicBezTo>
                  <a:cubicBezTo>
                    <a:pt x="124" y="276"/>
                    <a:pt x="0" y="241"/>
                    <a:pt x="0" y="205"/>
                  </a:cubicBezTo>
                  <a:cubicBezTo>
                    <a:pt x="0" y="169"/>
                    <a:pt x="124" y="134"/>
                    <a:pt x="361" y="102"/>
                  </a:cubicBezTo>
                  <a:cubicBezTo>
                    <a:pt x="597" y="71"/>
                    <a:pt x="938" y="45"/>
                    <a:pt x="1348" y="27"/>
                  </a:cubicBezTo>
                  <a:cubicBezTo>
                    <a:pt x="1758" y="9"/>
                    <a:pt x="2223" y="0"/>
                    <a:pt x="2697" y="0"/>
                  </a:cubicBezTo>
                  <a:cubicBezTo>
                    <a:pt x="3170" y="0"/>
                    <a:pt x="3635" y="9"/>
                    <a:pt x="4045" y="27"/>
                  </a:cubicBezTo>
                  <a:cubicBezTo>
                    <a:pt x="4455" y="45"/>
                    <a:pt x="4796" y="71"/>
                    <a:pt x="5033" y="102"/>
                  </a:cubicBezTo>
                  <a:cubicBezTo>
                    <a:pt x="5270" y="134"/>
                    <a:pt x="5394" y="169"/>
                    <a:pt x="5394" y="2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5499200" y="4741709"/>
              <a:ext cx="3443761" cy="8532"/>
            </a:xfrm>
            <a:custGeom>
              <a:avLst/>
              <a:gdLst/>
              <a:ahLst/>
              <a:cxnLst/>
              <a:rect l="l" t="t" r="r" b="b"/>
              <a:pathLst>
                <a:path w="6458" h="16" extrusionOk="0">
                  <a:moveTo>
                    <a:pt x="6450" y="15"/>
                  </a:moveTo>
                  <a:lnTo>
                    <a:pt x="7" y="15"/>
                  </a:lnTo>
                  <a:lnTo>
                    <a:pt x="7" y="15"/>
                  </a:lnTo>
                  <a:cubicBezTo>
                    <a:pt x="6" y="15"/>
                    <a:pt x="5" y="15"/>
                    <a:pt x="4" y="14"/>
                  </a:cubicBezTo>
                  <a:cubicBezTo>
                    <a:pt x="2" y="14"/>
                    <a:pt x="2" y="12"/>
                    <a:pt x="1" y="11"/>
                  </a:cubicBezTo>
                  <a:cubicBezTo>
                    <a:pt x="0" y="10"/>
                    <a:pt x="0" y="9"/>
                    <a:pt x="0" y="7"/>
                  </a:cubicBezTo>
                  <a:cubicBezTo>
                    <a:pt x="0" y="6"/>
                    <a:pt x="0" y="6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lnTo>
                    <a:pt x="6450" y="0"/>
                  </a:lnTo>
                  <a:lnTo>
                    <a:pt x="6450" y="0"/>
                  </a:lnTo>
                  <a:cubicBezTo>
                    <a:pt x="6451" y="0"/>
                    <a:pt x="6453" y="0"/>
                    <a:pt x="6454" y="1"/>
                  </a:cubicBezTo>
                  <a:cubicBezTo>
                    <a:pt x="6455" y="2"/>
                    <a:pt x="6456" y="3"/>
                    <a:pt x="6456" y="4"/>
                  </a:cubicBezTo>
                  <a:cubicBezTo>
                    <a:pt x="6457" y="6"/>
                    <a:pt x="6457" y="6"/>
                    <a:pt x="6457" y="7"/>
                  </a:cubicBezTo>
                  <a:cubicBezTo>
                    <a:pt x="6457" y="9"/>
                    <a:pt x="6457" y="10"/>
                    <a:pt x="6456" y="11"/>
                  </a:cubicBezTo>
                  <a:cubicBezTo>
                    <a:pt x="6456" y="12"/>
                    <a:pt x="6455" y="14"/>
                    <a:pt x="6454" y="14"/>
                  </a:cubicBezTo>
                  <a:cubicBezTo>
                    <a:pt x="6453" y="15"/>
                    <a:pt x="6451" y="15"/>
                    <a:pt x="6450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7029961" y="3855443"/>
              <a:ext cx="712962" cy="187172"/>
            </a:xfrm>
            <a:custGeom>
              <a:avLst/>
              <a:gdLst/>
              <a:ahLst/>
              <a:cxnLst/>
              <a:rect l="l" t="t" r="r" b="b"/>
              <a:pathLst>
                <a:path w="1337" h="351" extrusionOk="0">
                  <a:moveTo>
                    <a:pt x="1300" y="120"/>
                  </a:moveTo>
                  <a:cubicBezTo>
                    <a:pt x="1206" y="47"/>
                    <a:pt x="945" y="0"/>
                    <a:pt x="665" y="0"/>
                  </a:cubicBezTo>
                  <a:cubicBezTo>
                    <a:pt x="595" y="0"/>
                    <a:pt x="524" y="3"/>
                    <a:pt x="454" y="9"/>
                  </a:cubicBezTo>
                  <a:cubicBezTo>
                    <a:pt x="176" y="33"/>
                    <a:pt x="0" y="102"/>
                    <a:pt x="1" y="175"/>
                  </a:cubicBezTo>
                  <a:lnTo>
                    <a:pt x="1" y="175"/>
                  </a:lnTo>
                  <a:cubicBezTo>
                    <a:pt x="1" y="180"/>
                    <a:pt x="1" y="184"/>
                    <a:pt x="3" y="189"/>
                  </a:cubicBezTo>
                  <a:lnTo>
                    <a:pt x="3" y="189"/>
                  </a:lnTo>
                  <a:cubicBezTo>
                    <a:pt x="3" y="191"/>
                    <a:pt x="4" y="193"/>
                    <a:pt x="5" y="196"/>
                  </a:cubicBezTo>
                  <a:lnTo>
                    <a:pt x="5" y="196"/>
                  </a:lnTo>
                  <a:cubicBezTo>
                    <a:pt x="6" y="197"/>
                    <a:pt x="7" y="198"/>
                    <a:pt x="8" y="200"/>
                  </a:cubicBezTo>
                  <a:cubicBezTo>
                    <a:pt x="15" y="212"/>
                    <a:pt x="24" y="222"/>
                    <a:pt x="36" y="230"/>
                  </a:cubicBezTo>
                  <a:cubicBezTo>
                    <a:pt x="65" y="253"/>
                    <a:pt x="111" y="274"/>
                    <a:pt x="168" y="291"/>
                  </a:cubicBezTo>
                  <a:cubicBezTo>
                    <a:pt x="180" y="294"/>
                    <a:pt x="192" y="297"/>
                    <a:pt x="204" y="300"/>
                  </a:cubicBezTo>
                  <a:cubicBezTo>
                    <a:pt x="217" y="304"/>
                    <a:pt x="230" y="308"/>
                    <a:pt x="243" y="310"/>
                  </a:cubicBezTo>
                  <a:cubicBezTo>
                    <a:pt x="256" y="313"/>
                    <a:pt x="270" y="315"/>
                    <a:pt x="284" y="318"/>
                  </a:cubicBezTo>
                  <a:lnTo>
                    <a:pt x="284" y="318"/>
                  </a:lnTo>
                  <a:cubicBezTo>
                    <a:pt x="298" y="320"/>
                    <a:pt x="312" y="323"/>
                    <a:pt x="327" y="325"/>
                  </a:cubicBezTo>
                  <a:lnTo>
                    <a:pt x="327" y="325"/>
                  </a:lnTo>
                  <a:cubicBezTo>
                    <a:pt x="341" y="327"/>
                    <a:pt x="356" y="329"/>
                    <a:pt x="372" y="332"/>
                  </a:cubicBezTo>
                  <a:lnTo>
                    <a:pt x="372" y="332"/>
                  </a:lnTo>
                  <a:cubicBezTo>
                    <a:pt x="417" y="338"/>
                    <a:pt x="466" y="342"/>
                    <a:pt x="516" y="345"/>
                  </a:cubicBezTo>
                  <a:lnTo>
                    <a:pt x="516" y="345"/>
                  </a:lnTo>
                  <a:cubicBezTo>
                    <a:pt x="566" y="348"/>
                    <a:pt x="618" y="350"/>
                    <a:pt x="670" y="350"/>
                  </a:cubicBezTo>
                  <a:cubicBezTo>
                    <a:pt x="696" y="350"/>
                    <a:pt x="722" y="350"/>
                    <a:pt x="748" y="349"/>
                  </a:cubicBezTo>
                  <a:lnTo>
                    <a:pt x="751" y="349"/>
                  </a:lnTo>
                  <a:cubicBezTo>
                    <a:pt x="768" y="348"/>
                    <a:pt x="784" y="348"/>
                    <a:pt x="801" y="347"/>
                  </a:cubicBezTo>
                  <a:cubicBezTo>
                    <a:pt x="828" y="345"/>
                    <a:pt x="854" y="343"/>
                    <a:pt x="881" y="341"/>
                  </a:cubicBezTo>
                  <a:cubicBezTo>
                    <a:pt x="994" y="331"/>
                    <a:pt x="1090" y="314"/>
                    <a:pt x="1164" y="292"/>
                  </a:cubicBezTo>
                  <a:cubicBezTo>
                    <a:pt x="1182" y="287"/>
                    <a:pt x="1198" y="282"/>
                    <a:pt x="1212" y="277"/>
                  </a:cubicBezTo>
                  <a:lnTo>
                    <a:pt x="1212" y="277"/>
                  </a:lnTo>
                  <a:cubicBezTo>
                    <a:pt x="1234" y="269"/>
                    <a:pt x="1255" y="259"/>
                    <a:pt x="1276" y="248"/>
                  </a:cubicBezTo>
                  <a:cubicBezTo>
                    <a:pt x="1281" y="244"/>
                    <a:pt x="1286" y="241"/>
                    <a:pt x="1291" y="238"/>
                  </a:cubicBezTo>
                  <a:cubicBezTo>
                    <a:pt x="1294" y="236"/>
                    <a:pt x="1296" y="234"/>
                    <a:pt x="1299" y="233"/>
                  </a:cubicBezTo>
                  <a:lnTo>
                    <a:pt x="1299" y="233"/>
                  </a:lnTo>
                  <a:cubicBezTo>
                    <a:pt x="1303" y="229"/>
                    <a:pt x="1307" y="226"/>
                    <a:pt x="1311" y="223"/>
                  </a:cubicBezTo>
                  <a:lnTo>
                    <a:pt x="1311" y="223"/>
                  </a:lnTo>
                  <a:cubicBezTo>
                    <a:pt x="1317" y="217"/>
                    <a:pt x="1323" y="210"/>
                    <a:pt x="1327" y="203"/>
                  </a:cubicBezTo>
                  <a:lnTo>
                    <a:pt x="1327" y="203"/>
                  </a:lnTo>
                  <a:cubicBezTo>
                    <a:pt x="1327" y="202"/>
                    <a:pt x="1328" y="202"/>
                    <a:pt x="1328" y="201"/>
                  </a:cubicBezTo>
                  <a:cubicBezTo>
                    <a:pt x="1330" y="198"/>
                    <a:pt x="1332" y="194"/>
                    <a:pt x="1333" y="189"/>
                  </a:cubicBezTo>
                  <a:lnTo>
                    <a:pt x="1333" y="189"/>
                  </a:lnTo>
                  <a:cubicBezTo>
                    <a:pt x="1334" y="185"/>
                    <a:pt x="1335" y="180"/>
                    <a:pt x="1335" y="176"/>
                  </a:cubicBezTo>
                  <a:cubicBezTo>
                    <a:pt x="1336" y="157"/>
                    <a:pt x="1324" y="138"/>
                    <a:pt x="1300" y="120"/>
                  </a:cubicBezTo>
                  <a:moveTo>
                    <a:pt x="841" y="310"/>
                  </a:moveTo>
                  <a:cubicBezTo>
                    <a:pt x="819" y="312"/>
                    <a:pt x="796" y="313"/>
                    <a:pt x="774" y="314"/>
                  </a:cubicBezTo>
                  <a:cubicBezTo>
                    <a:pt x="739" y="316"/>
                    <a:pt x="705" y="317"/>
                    <a:pt x="671" y="317"/>
                  </a:cubicBezTo>
                  <a:cubicBezTo>
                    <a:pt x="444" y="317"/>
                    <a:pt x="231" y="279"/>
                    <a:pt x="155" y="220"/>
                  </a:cubicBezTo>
                  <a:cubicBezTo>
                    <a:pt x="60" y="146"/>
                    <a:pt x="212" y="65"/>
                    <a:pt x="495" y="41"/>
                  </a:cubicBezTo>
                  <a:cubicBezTo>
                    <a:pt x="524" y="38"/>
                    <a:pt x="554" y="36"/>
                    <a:pt x="584" y="35"/>
                  </a:cubicBezTo>
                  <a:cubicBezTo>
                    <a:pt x="611" y="34"/>
                    <a:pt x="638" y="33"/>
                    <a:pt x="665" y="33"/>
                  </a:cubicBezTo>
                  <a:cubicBezTo>
                    <a:pt x="892" y="33"/>
                    <a:pt x="1104" y="71"/>
                    <a:pt x="1181" y="130"/>
                  </a:cubicBezTo>
                  <a:cubicBezTo>
                    <a:pt x="1276" y="205"/>
                    <a:pt x="1124" y="285"/>
                    <a:pt x="841" y="3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8"/>
            <p:cNvSpPr/>
            <p:nvPr/>
          </p:nvSpPr>
          <p:spPr>
            <a:xfrm>
              <a:off x="7061956" y="3873040"/>
              <a:ext cx="648971" cy="151977"/>
            </a:xfrm>
            <a:custGeom>
              <a:avLst/>
              <a:gdLst/>
              <a:ahLst/>
              <a:cxnLst/>
              <a:rect l="l" t="t" r="r" b="b"/>
              <a:pathLst>
                <a:path w="1217" h="285" extrusionOk="0">
                  <a:moveTo>
                    <a:pt x="781" y="277"/>
                  </a:moveTo>
                  <a:cubicBezTo>
                    <a:pt x="759" y="279"/>
                    <a:pt x="736" y="280"/>
                    <a:pt x="714" y="281"/>
                  </a:cubicBezTo>
                  <a:cubicBezTo>
                    <a:pt x="679" y="283"/>
                    <a:pt x="645" y="284"/>
                    <a:pt x="611" y="284"/>
                  </a:cubicBezTo>
                  <a:cubicBezTo>
                    <a:pt x="384" y="284"/>
                    <a:pt x="171" y="246"/>
                    <a:pt x="95" y="187"/>
                  </a:cubicBezTo>
                  <a:cubicBezTo>
                    <a:pt x="0" y="113"/>
                    <a:pt x="152" y="32"/>
                    <a:pt x="435" y="8"/>
                  </a:cubicBezTo>
                  <a:cubicBezTo>
                    <a:pt x="464" y="5"/>
                    <a:pt x="494" y="3"/>
                    <a:pt x="524" y="2"/>
                  </a:cubicBezTo>
                  <a:cubicBezTo>
                    <a:pt x="551" y="1"/>
                    <a:pt x="578" y="0"/>
                    <a:pt x="605" y="0"/>
                  </a:cubicBezTo>
                  <a:cubicBezTo>
                    <a:pt x="832" y="0"/>
                    <a:pt x="1044" y="38"/>
                    <a:pt x="1121" y="97"/>
                  </a:cubicBezTo>
                  <a:cubicBezTo>
                    <a:pt x="1216" y="172"/>
                    <a:pt x="1064" y="252"/>
                    <a:pt x="781" y="2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7030494" y="3948762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1"/>
                  </a:lnTo>
                  <a:cubicBezTo>
                    <a:pt x="1335" y="214"/>
                    <a:pt x="1159" y="282"/>
                    <a:pt x="881" y="306"/>
                  </a:cubicBezTo>
                  <a:cubicBezTo>
                    <a:pt x="532" y="337"/>
                    <a:pt x="153" y="287"/>
                    <a:pt x="35" y="196"/>
                  </a:cubicBezTo>
                  <a:cubicBezTo>
                    <a:pt x="11" y="177"/>
                    <a:pt x="0" y="158"/>
                    <a:pt x="0" y="140"/>
                  </a:cubicBezTo>
                  <a:lnTo>
                    <a:pt x="0" y="0"/>
                  </a:lnTo>
                  <a:cubicBezTo>
                    <a:pt x="0" y="18"/>
                    <a:pt x="11" y="37"/>
                    <a:pt x="35" y="56"/>
                  </a:cubicBezTo>
                  <a:cubicBezTo>
                    <a:pt x="153" y="147"/>
                    <a:pt x="532" y="197"/>
                    <a:pt x="881" y="166"/>
                  </a:cubicBezTo>
                  <a:cubicBezTo>
                    <a:pt x="1159" y="142"/>
                    <a:pt x="1334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8"/>
            <p:cNvSpPr/>
            <p:nvPr/>
          </p:nvSpPr>
          <p:spPr>
            <a:xfrm>
              <a:off x="7030494" y="4022884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2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8"/>
                    <a:pt x="153" y="288"/>
                    <a:pt x="35" y="197"/>
                  </a:cubicBezTo>
                  <a:cubicBezTo>
                    <a:pt x="11" y="178"/>
                    <a:pt x="0" y="159"/>
                    <a:pt x="0" y="141"/>
                  </a:cubicBezTo>
                  <a:lnTo>
                    <a:pt x="0" y="0"/>
                  </a:lnTo>
                  <a:cubicBezTo>
                    <a:pt x="0" y="19"/>
                    <a:pt x="11" y="38"/>
                    <a:pt x="35" y="56"/>
                  </a:cubicBezTo>
                  <a:cubicBezTo>
                    <a:pt x="153" y="148"/>
                    <a:pt x="532" y="197"/>
                    <a:pt x="881" y="167"/>
                  </a:cubicBezTo>
                  <a:cubicBezTo>
                    <a:pt x="1159" y="143"/>
                    <a:pt x="1334" y="75"/>
                    <a:pt x="133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8"/>
            <p:cNvSpPr/>
            <p:nvPr/>
          </p:nvSpPr>
          <p:spPr>
            <a:xfrm>
              <a:off x="7030494" y="4097540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7"/>
                    <a:pt x="153" y="288"/>
                    <a:pt x="35" y="196"/>
                  </a:cubicBezTo>
                  <a:cubicBezTo>
                    <a:pt x="11" y="178"/>
                    <a:pt x="0" y="159"/>
                    <a:pt x="0" y="140"/>
                  </a:cubicBezTo>
                  <a:lnTo>
                    <a:pt x="0" y="0"/>
                  </a:lnTo>
                  <a:cubicBezTo>
                    <a:pt x="0" y="19"/>
                    <a:pt x="11" y="37"/>
                    <a:pt x="35" y="56"/>
                  </a:cubicBezTo>
                  <a:cubicBezTo>
                    <a:pt x="153" y="147"/>
                    <a:pt x="532" y="197"/>
                    <a:pt x="881" y="166"/>
                  </a:cubicBezTo>
                  <a:cubicBezTo>
                    <a:pt x="1159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8"/>
            <p:cNvSpPr/>
            <p:nvPr/>
          </p:nvSpPr>
          <p:spPr>
            <a:xfrm>
              <a:off x="7030494" y="4171662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2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8"/>
                  </a:cubicBezTo>
                  <a:cubicBezTo>
                    <a:pt x="532" y="338"/>
                    <a:pt x="153" y="288"/>
                    <a:pt x="35" y="197"/>
                  </a:cubicBezTo>
                  <a:cubicBezTo>
                    <a:pt x="11" y="178"/>
                    <a:pt x="0" y="160"/>
                    <a:pt x="0" y="141"/>
                  </a:cubicBezTo>
                  <a:lnTo>
                    <a:pt x="0" y="0"/>
                  </a:lnTo>
                  <a:cubicBezTo>
                    <a:pt x="0" y="19"/>
                    <a:pt x="11" y="38"/>
                    <a:pt x="35" y="57"/>
                  </a:cubicBezTo>
                  <a:cubicBezTo>
                    <a:pt x="153" y="148"/>
                    <a:pt x="532" y="198"/>
                    <a:pt x="881" y="167"/>
                  </a:cubicBezTo>
                  <a:cubicBezTo>
                    <a:pt x="1159" y="143"/>
                    <a:pt x="1334" y="75"/>
                    <a:pt x="133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7030494" y="4246317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8"/>
                    <a:pt x="153" y="288"/>
                    <a:pt x="35" y="196"/>
                  </a:cubicBezTo>
                  <a:cubicBezTo>
                    <a:pt x="11" y="178"/>
                    <a:pt x="0" y="159"/>
                    <a:pt x="0" y="141"/>
                  </a:cubicBezTo>
                  <a:lnTo>
                    <a:pt x="0" y="0"/>
                  </a:lnTo>
                  <a:cubicBezTo>
                    <a:pt x="0" y="19"/>
                    <a:pt x="11" y="38"/>
                    <a:pt x="35" y="56"/>
                  </a:cubicBezTo>
                  <a:cubicBezTo>
                    <a:pt x="153" y="148"/>
                    <a:pt x="532" y="197"/>
                    <a:pt x="881" y="167"/>
                  </a:cubicBezTo>
                  <a:cubicBezTo>
                    <a:pt x="1159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7030494" y="4320972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7"/>
                    <a:pt x="153" y="288"/>
                    <a:pt x="35" y="196"/>
                  </a:cubicBezTo>
                  <a:cubicBezTo>
                    <a:pt x="11" y="178"/>
                    <a:pt x="0" y="159"/>
                    <a:pt x="0" y="140"/>
                  </a:cubicBezTo>
                  <a:lnTo>
                    <a:pt x="0" y="0"/>
                  </a:lnTo>
                  <a:cubicBezTo>
                    <a:pt x="0" y="18"/>
                    <a:pt x="11" y="37"/>
                    <a:pt x="35" y="56"/>
                  </a:cubicBezTo>
                  <a:cubicBezTo>
                    <a:pt x="153" y="147"/>
                    <a:pt x="532" y="197"/>
                    <a:pt x="881" y="166"/>
                  </a:cubicBezTo>
                  <a:cubicBezTo>
                    <a:pt x="1159" y="142"/>
                    <a:pt x="1334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7024628" y="3839979"/>
              <a:ext cx="723627" cy="210101"/>
            </a:xfrm>
            <a:custGeom>
              <a:avLst/>
              <a:gdLst/>
              <a:ahLst/>
              <a:cxnLst/>
              <a:rect l="l" t="t" r="r" b="b"/>
              <a:pathLst>
                <a:path w="1357" h="394" extrusionOk="0">
                  <a:moveTo>
                    <a:pt x="682" y="386"/>
                  </a:moveTo>
                  <a:cubicBezTo>
                    <a:pt x="401" y="386"/>
                    <a:pt x="137" y="339"/>
                    <a:pt x="41" y="265"/>
                  </a:cubicBezTo>
                  <a:cubicBezTo>
                    <a:pt x="2" y="235"/>
                    <a:pt x="0" y="206"/>
                    <a:pt x="5" y="188"/>
                  </a:cubicBezTo>
                  <a:cubicBezTo>
                    <a:pt x="27" y="115"/>
                    <a:pt x="207" y="53"/>
                    <a:pt x="464" y="31"/>
                  </a:cubicBezTo>
                  <a:cubicBezTo>
                    <a:pt x="814" y="0"/>
                    <a:pt x="1196" y="51"/>
                    <a:pt x="1315" y="143"/>
                  </a:cubicBezTo>
                  <a:cubicBezTo>
                    <a:pt x="1354" y="174"/>
                    <a:pt x="1356" y="202"/>
                    <a:pt x="1351" y="220"/>
                  </a:cubicBezTo>
                  <a:cubicBezTo>
                    <a:pt x="1329" y="293"/>
                    <a:pt x="1149" y="355"/>
                    <a:pt x="892" y="377"/>
                  </a:cubicBezTo>
                  <a:cubicBezTo>
                    <a:pt x="823" y="384"/>
                    <a:pt x="752" y="386"/>
                    <a:pt x="682" y="386"/>
                  </a:cubicBezTo>
                  <a:moveTo>
                    <a:pt x="676" y="36"/>
                  </a:moveTo>
                  <a:cubicBezTo>
                    <a:pt x="606" y="36"/>
                    <a:pt x="535" y="39"/>
                    <a:pt x="465" y="45"/>
                  </a:cubicBezTo>
                  <a:cubicBezTo>
                    <a:pt x="180" y="70"/>
                    <a:pt x="36" y="137"/>
                    <a:pt x="20" y="192"/>
                  </a:cubicBezTo>
                  <a:cubicBezTo>
                    <a:pt x="14" y="213"/>
                    <a:pt x="24" y="233"/>
                    <a:pt x="50" y="254"/>
                  </a:cubicBezTo>
                  <a:cubicBezTo>
                    <a:pt x="167" y="344"/>
                    <a:pt x="544" y="393"/>
                    <a:pt x="891" y="363"/>
                  </a:cubicBezTo>
                  <a:cubicBezTo>
                    <a:pt x="1176" y="338"/>
                    <a:pt x="1320" y="271"/>
                    <a:pt x="1336" y="216"/>
                  </a:cubicBezTo>
                  <a:cubicBezTo>
                    <a:pt x="1342" y="196"/>
                    <a:pt x="1332" y="175"/>
                    <a:pt x="1306" y="155"/>
                  </a:cubicBezTo>
                  <a:cubicBezTo>
                    <a:pt x="1213" y="82"/>
                    <a:pt x="953" y="36"/>
                    <a:pt x="676" y="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7092352" y="3859709"/>
              <a:ext cx="588180" cy="170641"/>
            </a:xfrm>
            <a:custGeom>
              <a:avLst/>
              <a:gdLst/>
              <a:ahLst/>
              <a:cxnLst/>
              <a:rect l="l" t="t" r="r" b="b"/>
              <a:pathLst>
                <a:path w="1103" h="320" extrusionOk="0">
                  <a:moveTo>
                    <a:pt x="554" y="316"/>
                  </a:moveTo>
                  <a:cubicBezTo>
                    <a:pt x="326" y="316"/>
                    <a:pt x="111" y="278"/>
                    <a:pt x="34" y="218"/>
                  </a:cubicBezTo>
                  <a:cubicBezTo>
                    <a:pt x="1" y="192"/>
                    <a:pt x="0" y="169"/>
                    <a:pt x="4" y="154"/>
                  </a:cubicBezTo>
                  <a:cubicBezTo>
                    <a:pt x="22" y="93"/>
                    <a:pt x="165" y="44"/>
                    <a:pt x="377" y="25"/>
                  </a:cubicBezTo>
                  <a:cubicBezTo>
                    <a:pt x="662" y="0"/>
                    <a:pt x="972" y="41"/>
                    <a:pt x="1068" y="117"/>
                  </a:cubicBezTo>
                  <a:cubicBezTo>
                    <a:pt x="1101" y="142"/>
                    <a:pt x="1102" y="165"/>
                    <a:pt x="1098" y="181"/>
                  </a:cubicBezTo>
                  <a:cubicBezTo>
                    <a:pt x="1080" y="241"/>
                    <a:pt x="937" y="291"/>
                    <a:pt x="725" y="309"/>
                  </a:cubicBezTo>
                  <a:cubicBezTo>
                    <a:pt x="668" y="314"/>
                    <a:pt x="611" y="316"/>
                    <a:pt x="554" y="316"/>
                  </a:cubicBezTo>
                  <a:moveTo>
                    <a:pt x="549" y="32"/>
                  </a:moveTo>
                  <a:cubicBezTo>
                    <a:pt x="493" y="32"/>
                    <a:pt x="435" y="35"/>
                    <a:pt x="378" y="40"/>
                  </a:cubicBezTo>
                  <a:cubicBezTo>
                    <a:pt x="148" y="60"/>
                    <a:pt x="31" y="114"/>
                    <a:pt x="18" y="158"/>
                  </a:cubicBezTo>
                  <a:cubicBezTo>
                    <a:pt x="13" y="174"/>
                    <a:pt x="22" y="190"/>
                    <a:pt x="43" y="206"/>
                  </a:cubicBezTo>
                  <a:cubicBezTo>
                    <a:pt x="137" y="279"/>
                    <a:pt x="442" y="319"/>
                    <a:pt x="723" y="294"/>
                  </a:cubicBezTo>
                  <a:cubicBezTo>
                    <a:pt x="954" y="274"/>
                    <a:pt x="1071" y="221"/>
                    <a:pt x="1084" y="176"/>
                  </a:cubicBezTo>
                  <a:cubicBezTo>
                    <a:pt x="1088" y="160"/>
                    <a:pt x="1080" y="144"/>
                    <a:pt x="1059" y="128"/>
                  </a:cubicBezTo>
                  <a:cubicBezTo>
                    <a:pt x="984" y="70"/>
                    <a:pt x="774" y="33"/>
                    <a:pt x="549" y="33"/>
                  </a:cubicBezTo>
                  <a:lnTo>
                    <a:pt x="549" y="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7026228" y="3945029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9" y="330"/>
                  </a:moveTo>
                  <a:cubicBezTo>
                    <a:pt x="397" y="330"/>
                    <a:pt x="133" y="283"/>
                    <a:pt x="38" y="209"/>
                  </a:cubicBezTo>
                  <a:cubicBezTo>
                    <a:pt x="13" y="189"/>
                    <a:pt x="0" y="168"/>
                    <a:pt x="0" y="147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4"/>
                    <a:pt x="1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6" y="1"/>
                    <a:pt x="6" y="0"/>
                    <a:pt x="8" y="0"/>
                  </a:cubicBez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cubicBezTo>
                    <a:pt x="9" y="0"/>
                    <a:pt x="10" y="0"/>
                    <a:pt x="11" y="0"/>
                  </a:cubicBezTo>
                  <a:cubicBezTo>
                    <a:pt x="13" y="1"/>
                    <a:pt x="13" y="2"/>
                    <a:pt x="14" y="3"/>
                  </a:cubicBezTo>
                  <a:cubicBezTo>
                    <a:pt x="15" y="4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3"/>
                    <a:pt x="26" y="40"/>
                    <a:pt x="47" y="57"/>
                  </a:cubicBezTo>
                  <a:cubicBezTo>
                    <a:pt x="164" y="147"/>
                    <a:pt x="541" y="196"/>
                    <a:pt x="888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cubicBezTo>
                    <a:pt x="1335" y="6"/>
                    <a:pt x="1335" y="5"/>
                    <a:pt x="1336" y="4"/>
                  </a:cubicBezTo>
                  <a:cubicBezTo>
                    <a:pt x="1337" y="3"/>
                    <a:pt x="1338" y="2"/>
                    <a:pt x="1339" y="1"/>
                  </a:cubicBezTo>
                  <a:cubicBezTo>
                    <a:pt x="1340" y="1"/>
                    <a:pt x="1341" y="0"/>
                    <a:pt x="1342" y="0"/>
                  </a:cubicBezTo>
                  <a:lnTo>
                    <a:pt x="1342" y="0"/>
                  </a:lnTo>
                  <a:lnTo>
                    <a:pt x="1342" y="0"/>
                  </a:lnTo>
                  <a:lnTo>
                    <a:pt x="1342" y="0"/>
                  </a:lnTo>
                  <a:lnTo>
                    <a:pt x="1343" y="0"/>
                  </a:lnTo>
                  <a:cubicBezTo>
                    <a:pt x="1344" y="0"/>
                    <a:pt x="1345" y="1"/>
                    <a:pt x="1346" y="1"/>
                  </a:cubicBezTo>
                  <a:cubicBezTo>
                    <a:pt x="1347" y="2"/>
                    <a:pt x="1349" y="3"/>
                    <a:pt x="1349" y="4"/>
                  </a:cubicBezTo>
                  <a:cubicBezTo>
                    <a:pt x="1350" y="5"/>
                    <a:pt x="1350" y="6"/>
                    <a:pt x="1350" y="8"/>
                  </a:cubicBezTo>
                  <a:lnTo>
                    <a:pt x="1350" y="8"/>
                  </a:lnTo>
                  <a:lnTo>
                    <a:pt x="1350" y="148"/>
                  </a:lnTo>
                  <a:cubicBezTo>
                    <a:pt x="1350" y="229"/>
                    <a:pt x="1169" y="297"/>
                    <a:pt x="889" y="321"/>
                  </a:cubicBezTo>
                  <a:cubicBezTo>
                    <a:pt x="819" y="327"/>
                    <a:pt x="748" y="330"/>
                    <a:pt x="679" y="330"/>
                  </a:cubicBezTo>
                  <a:moveTo>
                    <a:pt x="15" y="46"/>
                  </a:moveTo>
                  <a:lnTo>
                    <a:pt x="15" y="147"/>
                  </a:lnTo>
                  <a:cubicBezTo>
                    <a:pt x="15" y="164"/>
                    <a:pt x="26" y="181"/>
                    <a:pt x="47" y="197"/>
                  </a:cubicBezTo>
                  <a:cubicBezTo>
                    <a:pt x="164" y="288"/>
                    <a:pt x="541" y="337"/>
                    <a:pt x="888" y="306"/>
                  </a:cubicBezTo>
                  <a:cubicBezTo>
                    <a:pt x="1151" y="283"/>
                    <a:pt x="1335" y="218"/>
                    <a:pt x="1335" y="148"/>
                  </a:cubicBezTo>
                  <a:lnTo>
                    <a:pt x="1335" y="47"/>
                  </a:lnTo>
                  <a:cubicBezTo>
                    <a:pt x="1287" y="110"/>
                    <a:pt x="1122" y="160"/>
                    <a:pt x="889" y="181"/>
                  </a:cubicBezTo>
                  <a:cubicBezTo>
                    <a:pt x="539" y="211"/>
                    <a:pt x="157" y="161"/>
                    <a:pt x="38" y="68"/>
                  </a:cubicBezTo>
                  <a:lnTo>
                    <a:pt x="38" y="68"/>
                  </a:lnTo>
                  <a:cubicBezTo>
                    <a:pt x="30" y="62"/>
                    <a:pt x="22" y="54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7260860" y="3885305"/>
              <a:ext cx="277293" cy="126914"/>
            </a:xfrm>
            <a:custGeom>
              <a:avLst/>
              <a:gdLst/>
              <a:ahLst/>
              <a:cxnLst/>
              <a:rect l="l" t="t" r="r" b="b"/>
              <a:pathLst>
                <a:path w="520" h="238" extrusionOk="0">
                  <a:moveTo>
                    <a:pt x="399" y="101"/>
                  </a:moveTo>
                  <a:lnTo>
                    <a:pt x="399" y="101"/>
                  </a:lnTo>
                  <a:cubicBezTo>
                    <a:pt x="368" y="96"/>
                    <a:pt x="336" y="94"/>
                    <a:pt x="305" y="94"/>
                  </a:cubicBezTo>
                  <a:cubicBezTo>
                    <a:pt x="293" y="94"/>
                    <a:pt x="281" y="94"/>
                    <a:pt x="269" y="95"/>
                  </a:cubicBezTo>
                  <a:lnTo>
                    <a:pt x="226" y="67"/>
                  </a:lnTo>
                  <a:lnTo>
                    <a:pt x="226" y="67"/>
                  </a:lnTo>
                  <a:cubicBezTo>
                    <a:pt x="243" y="65"/>
                    <a:pt x="260" y="65"/>
                    <a:pt x="277" y="65"/>
                  </a:cubicBezTo>
                  <a:cubicBezTo>
                    <a:pt x="289" y="65"/>
                    <a:pt x="301" y="65"/>
                    <a:pt x="313" y="66"/>
                  </a:cubicBezTo>
                  <a:lnTo>
                    <a:pt x="313" y="66"/>
                  </a:lnTo>
                  <a:cubicBezTo>
                    <a:pt x="314" y="66"/>
                    <a:pt x="315" y="66"/>
                    <a:pt x="315" y="66"/>
                  </a:cubicBezTo>
                  <a:cubicBezTo>
                    <a:pt x="317" y="66"/>
                    <a:pt x="320" y="66"/>
                    <a:pt x="322" y="65"/>
                  </a:cubicBezTo>
                  <a:cubicBezTo>
                    <a:pt x="324" y="64"/>
                    <a:pt x="325" y="63"/>
                    <a:pt x="324" y="62"/>
                  </a:cubicBezTo>
                  <a:lnTo>
                    <a:pt x="306" y="22"/>
                  </a:lnTo>
                  <a:cubicBezTo>
                    <a:pt x="305" y="20"/>
                    <a:pt x="300" y="19"/>
                    <a:pt x="294" y="19"/>
                  </a:cubicBezTo>
                  <a:lnTo>
                    <a:pt x="294" y="19"/>
                  </a:lnTo>
                  <a:cubicBezTo>
                    <a:pt x="285" y="18"/>
                    <a:pt x="275" y="18"/>
                    <a:pt x="265" y="18"/>
                  </a:cubicBezTo>
                  <a:cubicBezTo>
                    <a:pt x="230" y="18"/>
                    <a:pt x="195" y="20"/>
                    <a:pt x="160" y="23"/>
                  </a:cubicBezTo>
                  <a:lnTo>
                    <a:pt x="129" y="2"/>
                  </a:lnTo>
                  <a:lnTo>
                    <a:pt x="129" y="2"/>
                  </a:lnTo>
                  <a:cubicBezTo>
                    <a:pt x="125" y="1"/>
                    <a:pt x="122" y="0"/>
                    <a:pt x="118" y="0"/>
                  </a:cubicBezTo>
                  <a:cubicBezTo>
                    <a:pt x="117" y="0"/>
                    <a:pt x="115" y="0"/>
                    <a:pt x="114" y="0"/>
                  </a:cubicBezTo>
                  <a:lnTo>
                    <a:pt x="59" y="8"/>
                  </a:lnTo>
                  <a:cubicBezTo>
                    <a:pt x="54" y="9"/>
                    <a:pt x="52" y="11"/>
                    <a:pt x="55" y="13"/>
                  </a:cubicBezTo>
                  <a:lnTo>
                    <a:pt x="87" y="35"/>
                  </a:lnTo>
                  <a:cubicBezTo>
                    <a:pt x="49" y="43"/>
                    <a:pt x="23" y="53"/>
                    <a:pt x="12" y="66"/>
                  </a:cubicBezTo>
                  <a:cubicBezTo>
                    <a:pt x="0" y="80"/>
                    <a:pt x="5" y="94"/>
                    <a:pt x="28" y="109"/>
                  </a:cubicBezTo>
                  <a:cubicBezTo>
                    <a:pt x="48" y="123"/>
                    <a:pt x="79" y="133"/>
                    <a:pt x="118" y="139"/>
                  </a:cubicBezTo>
                  <a:lnTo>
                    <a:pt x="118" y="139"/>
                  </a:lnTo>
                  <a:cubicBezTo>
                    <a:pt x="151" y="144"/>
                    <a:pt x="185" y="147"/>
                    <a:pt x="219" y="147"/>
                  </a:cubicBezTo>
                  <a:cubicBezTo>
                    <a:pt x="230" y="147"/>
                    <a:pt x="241" y="147"/>
                    <a:pt x="252" y="146"/>
                  </a:cubicBezTo>
                  <a:lnTo>
                    <a:pt x="255" y="146"/>
                  </a:lnTo>
                  <a:lnTo>
                    <a:pt x="299" y="175"/>
                  </a:lnTo>
                  <a:cubicBezTo>
                    <a:pt x="285" y="177"/>
                    <a:pt x="268" y="178"/>
                    <a:pt x="250" y="179"/>
                  </a:cubicBezTo>
                  <a:cubicBezTo>
                    <a:pt x="228" y="180"/>
                    <a:pt x="206" y="180"/>
                    <a:pt x="184" y="179"/>
                  </a:cubicBezTo>
                  <a:lnTo>
                    <a:pt x="184" y="179"/>
                  </a:lnTo>
                  <a:lnTo>
                    <a:pt x="183" y="179"/>
                  </a:lnTo>
                  <a:cubicBezTo>
                    <a:pt x="181" y="179"/>
                    <a:pt x="178" y="179"/>
                    <a:pt x="176" y="180"/>
                  </a:cubicBezTo>
                  <a:cubicBezTo>
                    <a:pt x="174" y="181"/>
                    <a:pt x="174" y="182"/>
                    <a:pt x="175" y="183"/>
                  </a:cubicBezTo>
                  <a:lnTo>
                    <a:pt x="202" y="223"/>
                  </a:lnTo>
                  <a:lnTo>
                    <a:pt x="202" y="223"/>
                  </a:lnTo>
                  <a:lnTo>
                    <a:pt x="204" y="224"/>
                  </a:lnTo>
                  <a:cubicBezTo>
                    <a:pt x="207" y="226"/>
                    <a:pt x="209" y="227"/>
                    <a:pt x="212" y="227"/>
                  </a:cubicBezTo>
                  <a:lnTo>
                    <a:pt x="213" y="226"/>
                  </a:lnTo>
                  <a:lnTo>
                    <a:pt x="213" y="226"/>
                  </a:lnTo>
                  <a:cubicBezTo>
                    <a:pt x="222" y="227"/>
                    <a:pt x="230" y="227"/>
                    <a:pt x="239" y="227"/>
                  </a:cubicBezTo>
                  <a:cubicBezTo>
                    <a:pt x="281" y="227"/>
                    <a:pt x="323" y="224"/>
                    <a:pt x="365" y="219"/>
                  </a:cubicBezTo>
                  <a:lnTo>
                    <a:pt x="388" y="234"/>
                  </a:lnTo>
                  <a:lnTo>
                    <a:pt x="388" y="234"/>
                  </a:lnTo>
                  <a:cubicBezTo>
                    <a:pt x="392" y="236"/>
                    <a:pt x="395" y="237"/>
                    <a:pt x="399" y="237"/>
                  </a:cubicBezTo>
                  <a:cubicBezTo>
                    <a:pt x="400" y="237"/>
                    <a:pt x="402" y="237"/>
                    <a:pt x="403" y="237"/>
                  </a:cubicBezTo>
                  <a:lnTo>
                    <a:pt x="458" y="228"/>
                  </a:lnTo>
                  <a:cubicBezTo>
                    <a:pt x="463" y="227"/>
                    <a:pt x="465" y="225"/>
                    <a:pt x="462" y="223"/>
                  </a:cubicBezTo>
                  <a:lnTo>
                    <a:pt x="437" y="207"/>
                  </a:lnTo>
                  <a:cubicBezTo>
                    <a:pt x="475" y="198"/>
                    <a:pt x="499" y="187"/>
                    <a:pt x="509" y="175"/>
                  </a:cubicBezTo>
                  <a:cubicBezTo>
                    <a:pt x="519" y="161"/>
                    <a:pt x="512" y="146"/>
                    <a:pt x="489" y="130"/>
                  </a:cubicBezTo>
                  <a:cubicBezTo>
                    <a:pt x="468" y="117"/>
                    <a:pt x="438" y="107"/>
                    <a:pt x="399" y="101"/>
                  </a:cubicBezTo>
                  <a:moveTo>
                    <a:pt x="488" y="172"/>
                  </a:moveTo>
                  <a:cubicBezTo>
                    <a:pt x="479" y="184"/>
                    <a:pt x="455" y="194"/>
                    <a:pt x="417" y="202"/>
                  </a:cubicBezTo>
                  <a:cubicBezTo>
                    <a:pt x="412" y="203"/>
                    <a:pt x="411" y="205"/>
                    <a:pt x="414" y="207"/>
                  </a:cubicBezTo>
                  <a:lnTo>
                    <a:pt x="438" y="222"/>
                  </a:lnTo>
                  <a:lnTo>
                    <a:pt x="401" y="228"/>
                  </a:lnTo>
                  <a:lnTo>
                    <a:pt x="378" y="213"/>
                  </a:lnTo>
                  <a:lnTo>
                    <a:pt x="378" y="213"/>
                  </a:lnTo>
                  <a:cubicBezTo>
                    <a:pt x="375" y="211"/>
                    <a:pt x="371" y="210"/>
                    <a:pt x="367" y="210"/>
                  </a:cubicBezTo>
                  <a:cubicBezTo>
                    <a:pt x="366" y="210"/>
                    <a:pt x="365" y="210"/>
                    <a:pt x="364" y="211"/>
                  </a:cubicBezTo>
                  <a:lnTo>
                    <a:pt x="364" y="211"/>
                  </a:lnTo>
                  <a:cubicBezTo>
                    <a:pt x="321" y="216"/>
                    <a:pt x="277" y="219"/>
                    <a:pt x="234" y="219"/>
                  </a:cubicBezTo>
                  <a:cubicBezTo>
                    <a:pt x="229" y="219"/>
                    <a:pt x="224" y="219"/>
                    <a:pt x="219" y="219"/>
                  </a:cubicBezTo>
                  <a:lnTo>
                    <a:pt x="198" y="187"/>
                  </a:lnTo>
                  <a:cubicBezTo>
                    <a:pt x="217" y="188"/>
                    <a:pt x="237" y="187"/>
                    <a:pt x="256" y="187"/>
                  </a:cubicBezTo>
                  <a:cubicBezTo>
                    <a:pt x="280" y="185"/>
                    <a:pt x="301" y="184"/>
                    <a:pt x="319" y="182"/>
                  </a:cubicBezTo>
                  <a:lnTo>
                    <a:pt x="319" y="182"/>
                  </a:lnTo>
                  <a:cubicBezTo>
                    <a:pt x="320" y="182"/>
                    <a:pt x="322" y="181"/>
                    <a:pt x="323" y="180"/>
                  </a:cubicBezTo>
                  <a:cubicBezTo>
                    <a:pt x="324" y="180"/>
                    <a:pt x="324" y="180"/>
                    <a:pt x="324" y="180"/>
                  </a:cubicBezTo>
                  <a:cubicBezTo>
                    <a:pt x="325" y="179"/>
                    <a:pt x="325" y="178"/>
                    <a:pt x="323" y="177"/>
                  </a:cubicBezTo>
                  <a:lnTo>
                    <a:pt x="269" y="140"/>
                  </a:lnTo>
                  <a:lnTo>
                    <a:pt x="269" y="140"/>
                  </a:lnTo>
                  <a:cubicBezTo>
                    <a:pt x="266" y="139"/>
                    <a:pt x="262" y="138"/>
                    <a:pt x="259" y="138"/>
                  </a:cubicBezTo>
                  <a:cubicBezTo>
                    <a:pt x="258" y="138"/>
                    <a:pt x="257" y="138"/>
                    <a:pt x="257" y="138"/>
                  </a:cubicBezTo>
                  <a:lnTo>
                    <a:pt x="245" y="138"/>
                  </a:lnTo>
                  <a:lnTo>
                    <a:pt x="245" y="138"/>
                  </a:lnTo>
                  <a:cubicBezTo>
                    <a:pt x="235" y="139"/>
                    <a:pt x="225" y="139"/>
                    <a:pt x="214" y="139"/>
                  </a:cubicBezTo>
                  <a:cubicBezTo>
                    <a:pt x="184" y="139"/>
                    <a:pt x="153" y="137"/>
                    <a:pt x="123" y="132"/>
                  </a:cubicBezTo>
                  <a:cubicBezTo>
                    <a:pt x="88" y="127"/>
                    <a:pt x="63" y="119"/>
                    <a:pt x="45" y="107"/>
                  </a:cubicBezTo>
                  <a:cubicBezTo>
                    <a:pt x="25" y="94"/>
                    <a:pt x="22" y="82"/>
                    <a:pt x="32" y="70"/>
                  </a:cubicBezTo>
                  <a:cubicBezTo>
                    <a:pt x="43" y="59"/>
                    <a:pt x="68" y="48"/>
                    <a:pt x="107" y="40"/>
                  </a:cubicBezTo>
                  <a:cubicBezTo>
                    <a:pt x="111" y="39"/>
                    <a:pt x="113" y="37"/>
                    <a:pt x="110" y="35"/>
                  </a:cubicBezTo>
                  <a:lnTo>
                    <a:pt x="78" y="14"/>
                  </a:lnTo>
                  <a:lnTo>
                    <a:pt x="115" y="9"/>
                  </a:lnTo>
                  <a:lnTo>
                    <a:pt x="147" y="29"/>
                  </a:lnTo>
                  <a:lnTo>
                    <a:pt x="147" y="29"/>
                  </a:lnTo>
                  <a:cubicBezTo>
                    <a:pt x="150" y="31"/>
                    <a:pt x="154" y="32"/>
                    <a:pt x="157" y="32"/>
                  </a:cubicBezTo>
                  <a:cubicBezTo>
                    <a:pt x="158" y="32"/>
                    <a:pt x="159" y="32"/>
                    <a:pt x="160" y="32"/>
                  </a:cubicBezTo>
                  <a:lnTo>
                    <a:pt x="160" y="32"/>
                  </a:lnTo>
                  <a:cubicBezTo>
                    <a:pt x="196" y="28"/>
                    <a:pt x="232" y="26"/>
                    <a:pt x="267" y="26"/>
                  </a:cubicBezTo>
                  <a:cubicBezTo>
                    <a:pt x="274" y="26"/>
                    <a:pt x="280" y="26"/>
                    <a:pt x="286" y="26"/>
                  </a:cubicBezTo>
                  <a:lnTo>
                    <a:pt x="301" y="57"/>
                  </a:lnTo>
                  <a:lnTo>
                    <a:pt x="301" y="57"/>
                  </a:lnTo>
                  <a:cubicBezTo>
                    <a:pt x="292" y="57"/>
                    <a:pt x="283" y="57"/>
                    <a:pt x="275" y="57"/>
                  </a:cubicBezTo>
                  <a:cubicBezTo>
                    <a:pt x="252" y="57"/>
                    <a:pt x="229" y="58"/>
                    <a:pt x="206" y="61"/>
                  </a:cubicBezTo>
                  <a:lnTo>
                    <a:pt x="206" y="61"/>
                  </a:lnTo>
                  <a:lnTo>
                    <a:pt x="206" y="61"/>
                  </a:lnTo>
                  <a:cubicBezTo>
                    <a:pt x="204" y="61"/>
                    <a:pt x="204" y="62"/>
                    <a:pt x="202" y="62"/>
                  </a:cubicBezTo>
                  <a:cubicBezTo>
                    <a:pt x="202" y="63"/>
                    <a:pt x="201" y="62"/>
                    <a:pt x="201" y="63"/>
                  </a:cubicBezTo>
                  <a:cubicBezTo>
                    <a:pt x="200" y="64"/>
                    <a:pt x="200" y="65"/>
                    <a:pt x="202" y="66"/>
                  </a:cubicBezTo>
                  <a:lnTo>
                    <a:pt x="253" y="100"/>
                  </a:lnTo>
                  <a:lnTo>
                    <a:pt x="253" y="100"/>
                  </a:lnTo>
                  <a:cubicBezTo>
                    <a:pt x="257" y="102"/>
                    <a:pt x="260" y="103"/>
                    <a:pt x="264" y="103"/>
                  </a:cubicBezTo>
                  <a:cubicBezTo>
                    <a:pt x="264" y="103"/>
                    <a:pt x="265" y="103"/>
                    <a:pt x="266" y="103"/>
                  </a:cubicBezTo>
                  <a:lnTo>
                    <a:pt x="275" y="102"/>
                  </a:lnTo>
                  <a:lnTo>
                    <a:pt x="275" y="102"/>
                  </a:lnTo>
                  <a:cubicBezTo>
                    <a:pt x="286" y="102"/>
                    <a:pt x="297" y="101"/>
                    <a:pt x="308" y="101"/>
                  </a:cubicBezTo>
                  <a:cubicBezTo>
                    <a:pt x="337" y="101"/>
                    <a:pt x="365" y="104"/>
                    <a:pt x="393" y="108"/>
                  </a:cubicBezTo>
                  <a:cubicBezTo>
                    <a:pt x="427" y="113"/>
                    <a:pt x="452" y="121"/>
                    <a:pt x="470" y="133"/>
                  </a:cubicBezTo>
                  <a:cubicBezTo>
                    <a:pt x="491" y="147"/>
                    <a:pt x="497" y="160"/>
                    <a:pt x="488" y="1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7026228" y="4019151"/>
              <a:ext cx="720428" cy="180773"/>
            </a:xfrm>
            <a:custGeom>
              <a:avLst/>
              <a:gdLst/>
              <a:ahLst/>
              <a:cxnLst/>
              <a:rect l="l" t="t" r="r" b="b"/>
              <a:pathLst>
                <a:path w="1351" h="339" extrusionOk="0">
                  <a:moveTo>
                    <a:pt x="679" y="331"/>
                  </a:moveTo>
                  <a:cubicBezTo>
                    <a:pt x="398" y="331"/>
                    <a:pt x="133" y="284"/>
                    <a:pt x="38" y="210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0"/>
                    <a:pt x="11" y="1"/>
                  </a:cubicBezTo>
                  <a:cubicBezTo>
                    <a:pt x="12" y="2"/>
                    <a:pt x="14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4"/>
                    <a:pt x="26" y="41"/>
                    <a:pt x="47" y="58"/>
                  </a:cubicBezTo>
                  <a:cubicBezTo>
                    <a:pt x="163" y="148"/>
                    <a:pt x="541" y="197"/>
                    <a:pt x="888" y="167"/>
                  </a:cubicBezTo>
                  <a:cubicBezTo>
                    <a:pt x="1195" y="140"/>
                    <a:pt x="1335" y="66"/>
                    <a:pt x="1335" y="9"/>
                  </a:cubicBezTo>
                  <a:lnTo>
                    <a:pt x="1335" y="9"/>
                  </a:lnTo>
                  <a:lnTo>
                    <a:pt x="1335" y="9"/>
                  </a:lnTo>
                  <a:cubicBezTo>
                    <a:pt x="1335" y="7"/>
                    <a:pt x="1335" y="6"/>
                    <a:pt x="1336" y="5"/>
                  </a:cubicBezTo>
                  <a:cubicBezTo>
                    <a:pt x="1337" y="4"/>
                    <a:pt x="1338" y="3"/>
                    <a:pt x="1339" y="2"/>
                  </a:cubicBezTo>
                  <a:cubicBezTo>
                    <a:pt x="1340" y="2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4" y="1"/>
                    <a:pt x="1346" y="2"/>
                    <a:pt x="1346" y="2"/>
                  </a:cubicBezTo>
                  <a:cubicBezTo>
                    <a:pt x="1348" y="3"/>
                    <a:pt x="1349" y="4"/>
                    <a:pt x="1349" y="5"/>
                  </a:cubicBezTo>
                  <a:cubicBezTo>
                    <a:pt x="1350" y="6"/>
                    <a:pt x="1350" y="7"/>
                    <a:pt x="1350" y="9"/>
                  </a:cubicBezTo>
                  <a:lnTo>
                    <a:pt x="1350" y="149"/>
                  </a:lnTo>
                  <a:cubicBezTo>
                    <a:pt x="1350" y="230"/>
                    <a:pt x="1169" y="297"/>
                    <a:pt x="889" y="322"/>
                  </a:cubicBezTo>
                  <a:cubicBezTo>
                    <a:pt x="820" y="328"/>
                    <a:pt x="749" y="331"/>
                    <a:pt x="679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5"/>
                    <a:pt x="26" y="181"/>
                    <a:pt x="47" y="198"/>
                  </a:cubicBezTo>
                  <a:cubicBezTo>
                    <a:pt x="164" y="289"/>
                    <a:pt x="541" y="338"/>
                    <a:pt x="888" y="307"/>
                  </a:cubicBezTo>
                  <a:cubicBezTo>
                    <a:pt x="1195" y="281"/>
                    <a:pt x="1335" y="207"/>
                    <a:pt x="1335" y="149"/>
                  </a:cubicBezTo>
                  <a:lnTo>
                    <a:pt x="1335" y="48"/>
                  </a:lnTo>
                  <a:cubicBezTo>
                    <a:pt x="1287" y="111"/>
                    <a:pt x="1122" y="161"/>
                    <a:pt x="889" y="182"/>
                  </a:cubicBezTo>
                  <a:cubicBezTo>
                    <a:pt x="539" y="212"/>
                    <a:pt x="157" y="162"/>
                    <a:pt x="38" y="69"/>
                  </a:cubicBezTo>
                  <a:lnTo>
                    <a:pt x="38" y="69"/>
                  </a:lnTo>
                  <a:cubicBezTo>
                    <a:pt x="29" y="63"/>
                    <a:pt x="22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7026228" y="4093807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9" y="330"/>
                  </a:moveTo>
                  <a:cubicBezTo>
                    <a:pt x="397" y="330"/>
                    <a:pt x="133" y="283"/>
                    <a:pt x="38" y="209"/>
                  </a:cubicBezTo>
                  <a:cubicBezTo>
                    <a:pt x="13" y="189"/>
                    <a:pt x="0" y="169"/>
                    <a:pt x="0" y="147"/>
                  </a:cubicBez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2"/>
                    <a:pt x="4" y="2"/>
                    <a:pt x="4" y="1"/>
                  </a:cubicBezTo>
                  <a:cubicBezTo>
                    <a:pt x="6" y="1"/>
                    <a:pt x="6" y="0"/>
                    <a:pt x="8" y="0"/>
                  </a:cubicBez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3" y="2"/>
                    <a:pt x="14" y="3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4"/>
                    <a:pt x="26" y="40"/>
                    <a:pt x="47" y="57"/>
                  </a:cubicBezTo>
                  <a:cubicBezTo>
                    <a:pt x="164" y="148"/>
                    <a:pt x="541" y="196"/>
                    <a:pt x="888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lnTo>
                    <a:pt x="1335" y="8"/>
                  </a:lnTo>
                  <a:cubicBezTo>
                    <a:pt x="1335" y="7"/>
                    <a:pt x="1336" y="5"/>
                    <a:pt x="1336" y="4"/>
                  </a:cubicBezTo>
                  <a:cubicBezTo>
                    <a:pt x="1337" y="3"/>
                    <a:pt x="1338" y="3"/>
                    <a:pt x="1339" y="2"/>
                  </a:cubicBezTo>
                  <a:cubicBezTo>
                    <a:pt x="1340" y="2"/>
                    <a:pt x="1341" y="1"/>
                    <a:pt x="1343" y="1"/>
                  </a:cubicBezTo>
                  <a:lnTo>
                    <a:pt x="1343" y="1"/>
                  </a:lnTo>
                  <a:lnTo>
                    <a:pt x="1343" y="1"/>
                  </a:lnTo>
                  <a:lnTo>
                    <a:pt x="1343" y="1"/>
                  </a:lnTo>
                  <a:lnTo>
                    <a:pt x="1343" y="1"/>
                  </a:lnTo>
                  <a:cubicBezTo>
                    <a:pt x="1344" y="1"/>
                    <a:pt x="1345" y="2"/>
                    <a:pt x="1346" y="2"/>
                  </a:cubicBezTo>
                  <a:cubicBezTo>
                    <a:pt x="1347" y="3"/>
                    <a:pt x="1348" y="3"/>
                    <a:pt x="1349" y="4"/>
                  </a:cubicBezTo>
                  <a:cubicBezTo>
                    <a:pt x="1350" y="5"/>
                    <a:pt x="1350" y="7"/>
                    <a:pt x="1350" y="8"/>
                  </a:cubicBezTo>
                  <a:lnTo>
                    <a:pt x="1350" y="8"/>
                  </a:lnTo>
                  <a:lnTo>
                    <a:pt x="1350" y="149"/>
                  </a:lnTo>
                  <a:cubicBezTo>
                    <a:pt x="1350" y="229"/>
                    <a:pt x="1169" y="297"/>
                    <a:pt x="889" y="321"/>
                  </a:cubicBezTo>
                  <a:cubicBezTo>
                    <a:pt x="819" y="327"/>
                    <a:pt x="748" y="330"/>
                    <a:pt x="679" y="330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6" y="181"/>
                    <a:pt x="47" y="198"/>
                  </a:cubicBezTo>
                  <a:cubicBezTo>
                    <a:pt x="164" y="288"/>
                    <a:pt x="541" y="337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7"/>
                  </a:lnTo>
                  <a:cubicBezTo>
                    <a:pt x="1287" y="110"/>
                    <a:pt x="1122" y="160"/>
                    <a:pt x="889" y="181"/>
                  </a:cubicBezTo>
                  <a:cubicBezTo>
                    <a:pt x="539" y="211"/>
                    <a:pt x="157" y="161"/>
                    <a:pt x="38" y="68"/>
                  </a:cubicBezTo>
                  <a:lnTo>
                    <a:pt x="38" y="68"/>
                  </a:lnTo>
                  <a:cubicBezTo>
                    <a:pt x="30" y="62"/>
                    <a:pt x="22" y="54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7026228" y="4167929"/>
              <a:ext cx="720428" cy="180773"/>
            </a:xfrm>
            <a:custGeom>
              <a:avLst/>
              <a:gdLst/>
              <a:ahLst/>
              <a:cxnLst/>
              <a:rect l="l" t="t" r="r" b="b"/>
              <a:pathLst>
                <a:path w="1351" h="339" extrusionOk="0">
                  <a:moveTo>
                    <a:pt x="679" y="331"/>
                  </a:moveTo>
                  <a:cubicBezTo>
                    <a:pt x="398" y="331"/>
                    <a:pt x="133" y="284"/>
                    <a:pt x="38" y="210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8"/>
                  </a:cubicBezTo>
                  <a:lnTo>
                    <a:pt x="15" y="8"/>
                  </a:lnTo>
                  <a:cubicBezTo>
                    <a:pt x="15" y="24"/>
                    <a:pt x="26" y="41"/>
                    <a:pt x="47" y="58"/>
                  </a:cubicBezTo>
                  <a:cubicBezTo>
                    <a:pt x="164" y="148"/>
                    <a:pt x="541" y="197"/>
                    <a:pt x="888" y="167"/>
                  </a:cubicBezTo>
                  <a:cubicBezTo>
                    <a:pt x="1195" y="140"/>
                    <a:pt x="1335" y="66"/>
                    <a:pt x="1335" y="9"/>
                  </a:cubicBezTo>
                  <a:lnTo>
                    <a:pt x="1335" y="9"/>
                  </a:lnTo>
                  <a:lnTo>
                    <a:pt x="1335" y="9"/>
                  </a:lnTo>
                  <a:cubicBezTo>
                    <a:pt x="1335" y="8"/>
                    <a:pt x="1335" y="6"/>
                    <a:pt x="1336" y="5"/>
                  </a:cubicBezTo>
                  <a:cubicBezTo>
                    <a:pt x="1337" y="4"/>
                    <a:pt x="1338" y="4"/>
                    <a:pt x="1339" y="3"/>
                  </a:cubicBezTo>
                  <a:cubicBezTo>
                    <a:pt x="1340" y="3"/>
                    <a:pt x="1341" y="2"/>
                    <a:pt x="1342" y="2"/>
                  </a:cubicBezTo>
                  <a:lnTo>
                    <a:pt x="1342" y="2"/>
                  </a:lnTo>
                  <a:lnTo>
                    <a:pt x="1342" y="2"/>
                  </a:lnTo>
                  <a:lnTo>
                    <a:pt x="1342" y="2"/>
                  </a:lnTo>
                  <a:cubicBezTo>
                    <a:pt x="1344" y="2"/>
                    <a:pt x="1345" y="3"/>
                    <a:pt x="1346" y="3"/>
                  </a:cubicBezTo>
                  <a:cubicBezTo>
                    <a:pt x="1347" y="4"/>
                    <a:pt x="1349" y="4"/>
                    <a:pt x="1349" y="5"/>
                  </a:cubicBezTo>
                  <a:cubicBezTo>
                    <a:pt x="1350" y="6"/>
                    <a:pt x="1350" y="8"/>
                    <a:pt x="1350" y="9"/>
                  </a:cubicBezTo>
                  <a:lnTo>
                    <a:pt x="1350" y="9"/>
                  </a:lnTo>
                  <a:lnTo>
                    <a:pt x="1350" y="149"/>
                  </a:lnTo>
                  <a:cubicBezTo>
                    <a:pt x="1350" y="230"/>
                    <a:pt x="1169" y="298"/>
                    <a:pt x="889" y="322"/>
                  </a:cubicBezTo>
                  <a:cubicBezTo>
                    <a:pt x="820" y="328"/>
                    <a:pt x="749" y="331"/>
                    <a:pt x="679" y="331"/>
                  </a:cubicBezTo>
                  <a:moveTo>
                    <a:pt x="15" y="47"/>
                  </a:moveTo>
                  <a:lnTo>
                    <a:pt x="15" y="148"/>
                  </a:lnTo>
                  <a:cubicBezTo>
                    <a:pt x="15" y="165"/>
                    <a:pt x="26" y="182"/>
                    <a:pt x="47" y="199"/>
                  </a:cubicBezTo>
                  <a:cubicBezTo>
                    <a:pt x="164" y="289"/>
                    <a:pt x="541" y="338"/>
                    <a:pt x="888" y="308"/>
                  </a:cubicBezTo>
                  <a:cubicBezTo>
                    <a:pt x="1195" y="281"/>
                    <a:pt x="1335" y="207"/>
                    <a:pt x="1335" y="150"/>
                  </a:cubicBezTo>
                  <a:lnTo>
                    <a:pt x="1335" y="48"/>
                  </a:lnTo>
                  <a:cubicBezTo>
                    <a:pt x="1287" y="111"/>
                    <a:pt x="1122" y="161"/>
                    <a:pt x="889" y="182"/>
                  </a:cubicBezTo>
                  <a:cubicBezTo>
                    <a:pt x="539" y="212"/>
                    <a:pt x="157" y="162"/>
                    <a:pt x="38" y="69"/>
                  </a:cubicBezTo>
                  <a:lnTo>
                    <a:pt x="38" y="69"/>
                  </a:lnTo>
                  <a:cubicBezTo>
                    <a:pt x="30" y="63"/>
                    <a:pt x="22" y="55"/>
                    <a:pt x="15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7026228" y="4242584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9" y="330"/>
                  </a:moveTo>
                  <a:cubicBezTo>
                    <a:pt x="397" y="330"/>
                    <a:pt x="133" y="283"/>
                    <a:pt x="38" y="209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6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8" y="0"/>
                  </a:cubicBez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3" y="3"/>
                    <a:pt x="14" y="4"/>
                  </a:cubicBezTo>
                  <a:cubicBezTo>
                    <a:pt x="15" y="6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4"/>
                    <a:pt x="26" y="40"/>
                    <a:pt x="47" y="57"/>
                  </a:cubicBezTo>
                  <a:cubicBezTo>
                    <a:pt x="164" y="148"/>
                    <a:pt x="541" y="197"/>
                    <a:pt x="888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cubicBezTo>
                    <a:pt x="1335" y="7"/>
                    <a:pt x="1336" y="6"/>
                    <a:pt x="1336" y="4"/>
                  </a:cubicBezTo>
                  <a:cubicBezTo>
                    <a:pt x="1337" y="3"/>
                    <a:pt x="1339" y="3"/>
                    <a:pt x="1339" y="2"/>
                  </a:cubicBezTo>
                  <a:cubicBezTo>
                    <a:pt x="1341" y="2"/>
                    <a:pt x="1341" y="1"/>
                    <a:pt x="1343" y="1"/>
                  </a:cubicBezTo>
                  <a:lnTo>
                    <a:pt x="1343" y="1"/>
                  </a:lnTo>
                  <a:lnTo>
                    <a:pt x="1343" y="1"/>
                  </a:lnTo>
                  <a:cubicBezTo>
                    <a:pt x="1344" y="1"/>
                    <a:pt x="1345" y="2"/>
                    <a:pt x="1346" y="2"/>
                  </a:cubicBezTo>
                  <a:cubicBezTo>
                    <a:pt x="1347" y="3"/>
                    <a:pt x="1348" y="3"/>
                    <a:pt x="1349" y="4"/>
                  </a:cubicBezTo>
                  <a:cubicBezTo>
                    <a:pt x="1350" y="6"/>
                    <a:pt x="1350" y="7"/>
                    <a:pt x="1350" y="8"/>
                  </a:cubicBezTo>
                  <a:lnTo>
                    <a:pt x="1350" y="8"/>
                  </a:lnTo>
                  <a:lnTo>
                    <a:pt x="1350" y="149"/>
                  </a:lnTo>
                  <a:cubicBezTo>
                    <a:pt x="1350" y="229"/>
                    <a:pt x="1169" y="297"/>
                    <a:pt x="889" y="321"/>
                  </a:cubicBezTo>
                  <a:cubicBezTo>
                    <a:pt x="819" y="327"/>
                    <a:pt x="748" y="330"/>
                    <a:pt x="679" y="330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6" y="181"/>
                    <a:pt x="47" y="198"/>
                  </a:cubicBezTo>
                  <a:cubicBezTo>
                    <a:pt x="164" y="288"/>
                    <a:pt x="541" y="337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7"/>
                  </a:lnTo>
                  <a:cubicBezTo>
                    <a:pt x="1287" y="110"/>
                    <a:pt x="1122" y="160"/>
                    <a:pt x="889" y="181"/>
                  </a:cubicBezTo>
                  <a:cubicBezTo>
                    <a:pt x="539" y="211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30" y="62"/>
                    <a:pt x="22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7026228" y="4316706"/>
              <a:ext cx="720428" cy="180773"/>
            </a:xfrm>
            <a:custGeom>
              <a:avLst/>
              <a:gdLst/>
              <a:ahLst/>
              <a:cxnLst/>
              <a:rect l="l" t="t" r="r" b="b"/>
              <a:pathLst>
                <a:path w="1351" h="339" extrusionOk="0">
                  <a:moveTo>
                    <a:pt x="679" y="331"/>
                  </a:moveTo>
                  <a:cubicBezTo>
                    <a:pt x="398" y="331"/>
                    <a:pt x="133" y="284"/>
                    <a:pt x="38" y="210"/>
                  </a:cubicBezTo>
                  <a:cubicBezTo>
                    <a:pt x="13" y="190"/>
                    <a:pt x="0" y="170"/>
                    <a:pt x="0" y="148"/>
                  </a:cubicBezTo>
                  <a:lnTo>
                    <a:pt x="0" y="8"/>
                  </a:lnTo>
                  <a:lnTo>
                    <a:pt x="0" y="8"/>
                  </a:lnTo>
                  <a:cubicBezTo>
                    <a:pt x="0" y="7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1"/>
                    <a:pt x="6" y="1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7"/>
                    <a:pt x="15" y="8"/>
                  </a:cubicBezTo>
                  <a:lnTo>
                    <a:pt x="15" y="8"/>
                  </a:lnTo>
                  <a:cubicBezTo>
                    <a:pt x="15" y="24"/>
                    <a:pt x="26" y="41"/>
                    <a:pt x="47" y="58"/>
                  </a:cubicBezTo>
                  <a:cubicBezTo>
                    <a:pt x="163" y="149"/>
                    <a:pt x="541" y="197"/>
                    <a:pt x="888" y="167"/>
                  </a:cubicBezTo>
                  <a:cubicBezTo>
                    <a:pt x="1195" y="140"/>
                    <a:pt x="1335" y="66"/>
                    <a:pt x="1335" y="9"/>
                  </a:cubicBezTo>
                  <a:lnTo>
                    <a:pt x="1335" y="9"/>
                  </a:lnTo>
                  <a:cubicBezTo>
                    <a:pt x="1335" y="8"/>
                    <a:pt x="1336" y="7"/>
                    <a:pt x="1336" y="6"/>
                  </a:cubicBezTo>
                  <a:cubicBezTo>
                    <a:pt x="1338" y="4"/>
                    <a:pt x="1338" y="4"/>
                    <a:pt x="1339" y="3"/>
                  </a:cubicBezTo>
                  <a:cubicBezTo>
                    <a:pt x="1341" y="3"/>
                    <a:pt x="1341" y="2"/>
                    <a:pt x="1342" y="2"/>
                  </a:cubicBezTo>
                  <a:lnTo>
                    <a:pt x="1342" y="2"/>
                  </a:lnTo>
                  <a:lnTo>
                    <a:pt x="1342" y="2"/>
                  </a:lnTo>
                  <a:lnTo>
                    <a:pt x="1342" y="2"/>
                  </a:lnTo>
                  <a:lnTo>
                    <a:pt x="1342" y="2"/>
                  </a:lnTo>
                  <a:cubicBezTo>
                    <a:pt x="1344" y="2"/>
                    <a:pt x="1345" y="3"/>
                    <a:pt x="1346" y="3"/>
                  </a:cubicBezTo>
                  <a:cubicBezTo>
                    <a:pt x="1347" y="4"/>
                    <a:pt x="1349" y="4"/>
                    <a:pt x="1349" y="5"/>
                  </a:cubicBezTo>
                  <a:cubicBezTo>
                    <a:pt x="1350" y="7"/>
                    <a:pt x="1350" y="8"/>
                    <a:pt x="1350" y="9"/>
                  </a:cubicBezTo>
                  <a:lnTo>
                    <a:pt x="1350" y="9"/>
                  </a:lnTo>
                  <a:lnTo>
                    <a:pt x="1350" y="150"/>
                  </a:lnTo>
                  <a:cubicBezTo>
                    <a:pt x="1350" y="230"/>
                    <a:pt x="1169" y="298"/>
                    <a:pt x="889" y="322"/>
                  </a:cubicBezTo>
                  <a:cubicBezTo>
                    <a:pt x="820" y="328"/>
                    <a:pt x="749" y="331"/>
                    <a:pt x="679" y="331"/>
                  </a:cubicBezTo>
                  <a:moveTo>
                    <a:pt x="15" y="47"/>
                  </a:moveTo>
                  <a:lnTo>
                    <a:pt x="15" y="149"/>
                  </a:lnTo>
                  <a:cubicBezTo>
                    <a:pt x="15" y="165"/>
                    <a:pt x="26" y="182"/>
                    <a:pt x="47" y="199"/>
                  </a:cubicBezTo>
                  <a:cubicBezTo>
                    <a:pt x="164" y="289"/>
                    <a:pt x="541" y="338"/>
                    <a:pt x="888" y="308"/>
                  </a:cubicBezTo>
                  <a:cubicBezTo>
                    <a:pt x="1195" y="281"/>
                    <a:pt x="1335" y="207"/>
                    <a:pt x="1335" y="150"/>
                  </a:cubicBezTo>
                  <a:lnTo>
                    <a:pt x="1335" y="48"/>
                  </a:lnTo>
                  <a:cubicBezTo>
                    <a:pt x="1287" y="111"/>
                    <a:pt x="1122" y="161"/>
                    <a:pt x="889" y="182"/>
                  </a:cubicBezTo>
                  <a:cubicBezTo>
                    <a:pt x="539" y="212"/>
                    <a:pt x="157" y="162"/>
                    <a:pt x="38" y="70"/>
                  </a:cubicBezTo>
                  <a:lnTo>
                    <a:pt x="38" y="70"/>
                  </a:lnTo>
                  <a:cubicBezTo>
                    <a:pt x="29" y="63"/>
                    <a:pt x="22" y="55"/>
                    <a:pt x="15" y="47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7028894" y="4395628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1"/>
                  </a:lnTo>
                  <a:cubicBezTo>
                    <a:pt x="1335" y="214"/>
                    <a:pt x="1159" y="282"/>
                    <a:pt x="881" y="306"/>
                  </a:cubicBezTo>
                  <a:cubicBezTo>
                    <a:pt x="532" y="337"/>
                    <a:pt x="153" y="287"/>
                    <a:pt x="35" y="196"/>
                  </a:cubicBezTo>
                  <a:cubicBezTo>
                    <a:pt x="12" y="177"/>
                    <a:pt x="0" y="158"/>
                    <a:pt x="0" y="140"/>
                  </a:cubicBezTo>
                  <a:lnTo>
                    <a:pt x="0" y="0"/>
                  </a:lnTo>
                  <a:cubicBezTo>
                    <a:pt x="0" y="18"/>
                    <a:pt x="12" y="37"/>
                    <a:pt x="36" y="55"/>
                  </a:cubicBezTo>
                  <a:cubicBezTo>
                    <a:pt x="153" y="147"/>
                    <a:pt x="533" y="197"/>
                    <a:pt x="881" y="166"/>
                  </a:cubicBezTo>
                  <a:cubicBezTo>
                    <a:pt x="1159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7028894" y="4469750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2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8"/>
                    <a:pt x="153" y="288"/>
                    <a:pt x="35" y="197"/>
                  </a:cubicBezTo>
                  <a:cubicBezTo>
                    <a:pt x="11" y="178"/>
                    <a:pt x="0" y="159"/>
                    <a:pt x="0" y="141"/>
                  </a:cubicBezTo>
                  <a:lnTo>
                    <a:pt x="0" y="0"/>
                  </a:lnTo>
                  <a:cubicBezTo>
                    <a:pt x="0" y="19"/>
                    <a:pt x="11" y="38"/>
                    <a:pt x="35" y="56"/>
                  </a:cubicBezTo>
                  <a:cubicBezTo>
                    <a:pt x="153" y="148"/>
                    <a:pt x="532" y="197"/>
                    <a:pt x="881" y="167"/>
                  </a:cubicBezTo>
                  <a:cubicBezTo>
                    <a:pt x="1159" y="143"/>
                    <a:pt x="1335" y="74"/>
                    <a:pt x="133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028894" y="4544405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1"/>
                  </a:lnTo>
                  <a:cubicBezTo>
                    <a:pt x="1335" y="214"/>
                    <a:pt x="1159" y="282"/>
                    <a:pt x="881" y="306"/>
                  </a:cubicBezTo>
                  <a:cubicBezTo>
                    <a:pt x="532" y="337"/>
                    <a:pt x="153" y="287"/>
                    <a:pt x="35" y="196"/>
                  </a:cubicBezTo>
                  <a:cubicBezTo>
                    <a:pt x="11" y="177"/>
                    <a:pt x="0" y="158"/>
                    <a:pt x="0" y="140"/>
                  </a:cubicBezTo>
                  <a:lnTo>
                    <a:pt x="0" y="0"/>
                  </a:lnTo>
                  <a:cubicBezTo>
                    <a:pt x="0" y="18"/>
                    <a:pt x="12" y="37"/>
                    <a:pt x="36" y="55"/>
                  </a:cubicBezTo>
                  <a:cubicBezTo>
                    <a:pt x="153" y="147"/>
                    <a:pt x="533" y="197"/>
                    <a:pt x="881" y="166"/>
                  </a:cubicBezTo>
                  <a:cubicBezTo>
                    <a:pt x="1159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028894" y="4618527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2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8"/>
                    <a:pt x="153" y="288"/>
                    <a:pt x="35" y="197"/>
                  </a:cubicBezTo>
                  <a:cubicBezTo>
                    <a:pt x="11" y="178"/>
                    <a:pt x="0" y="159"/>
                    <a:pt x="0" y="141"/>
                  </a:cubicBezTo>
                  <a:lnTo>
                    <a:pt x="0" y="0"/>
                  </a:lnTo>
                  <a:cubicBezTo>
                    <a:pt x="0" y="19"/>
                    <a:pt x="11" y="38"/>
                    <a:pt x="35" y="56"/>
                  </a:cubicBezTo>
                  <a:cubicBezTo>
                    <a:pt x="153" y="148"/>
                    <a:pt x="532" y="197"/>
                    <a:pt x="881" y="167"/>
                  </a:cubicBezTo>
                  <a:cubicBezTo>
                    <a:pt x="1159" y="143"/>
                    <a:pt x="1335" y="75"/>
                    <a:pt x="133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025162" y="4391362"/>
              <a:ext cx="719894" cy="180773"/>
            </a:xfrm>
            <a:custGeom>
              <a:avLst/>
              <a:gdLst/>
              <a:ahLst/>
              <a:cxnLst/>
              <a:rect l="l" t="t" r="r" b="b"/>
              <a:pathLst>
                <a:path w="1350" h="339" extrusionOk="0">
                  <a:moveTo>
                    <a:pt x="678" y="331"/>
                  </a:moveTo>
                  <a:cubicBezTo>
                    <a:pt x="397" y="331"/>
                    <a:pt x="133" y="284"/>
                    <a:pt x="38" y="210"/>
                  </a:cubicBezTo>
                  <a:cubicBezTo>
                    <a:pt x="12" y="190"/>
                    <a:pt x="0" y="169"/>
                    <a:pt x="0" y="148"/>
                  </a:cubicBez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8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8"/>
                  </a:cubicBezTo>
                  <a:lnTo>
                    <a:pt x="15" y="8"/>
                  </a:lnTo>
                  <a:cubicBezTo>
                    <a:pt x="15" y="24"/>
                    <a:pt x="25" y="41"/>
                    <a:pt x="47" y="58"/>
                  </a:cubicBezTo>
                  <a:cubicBezTo>
                    <a:pt x="163" y="148"/>
                    <a:pt x="540" y="197"/>
                    <a:pt x="887" y="167"/>
                  </a:cubicBezTo>
                  <a:cubicBezTo>
                    <a:pt x="1151" y="144"/>
                    <a:pt x="1335" y="79"/>
                    <a:pt x="1335" y="9"/>
                  </a:cubicBezTo>
                  <a:lnTo>
                    <a:pt x="1335" y="9"/>
                  </a:lnTo>
                  <a:lnTo>
                    <a:pt x="1335" y="9"/>
                  </a:lnTo>
                  <a:cubicBezTo>
                    <a:pt x="1335" y="7"/>
                    <a:pt x="1336" y="6"/>
                    <a:pt x="1336" y="5"/>
                  </a:cubicBezTo>
                  <a:cubicBezTo>
                    <a:pt x="1337" y="4"/>
                    <a:pt x="1337" y="3"/>
                    <a:pt x="1338" y="2"/>
                  </a:cubicBezTo>
                  <a:cubicBezTo>
                    <a:pt x="1340" y="2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3" y="1"/>
                    <a:pt x="1346" y="2"/>
                    <a:pt x="1346" y="2"/>
                  </a:cubicBezTo>
                  <a:cubicBezTo>
                    <a:pt x="1348" y="3"/>
                    <a:pt x="1348" y="4"/>
                    <a:pt x="1348" y="5"/>
                  </a:cubicBezTo>
                  <a:cubicBezTo>
                    <a:pt x="1349" y="6"/>
                    <a:pt x="1349" y="7"/>
                    <a:pt x="1349" y="9"/>
                  </a:cubicBezTo>
                  <a:lnTo>
                    <a:pt x="1349" y="9"/>
                  </a:lnTo>
                  <a:lnTo>
                    <a:pt x="1349" y="149"/>
                  </a:lnTo>
                  <a:cubicBezTo>
                    <a:pt x="1349" y="230"/>
                    <a:pt x="1168" y="297"/>
                    <a:pt x="889" y="322"/>
                  </a:cubicBezTo>
                  <a:cubicBezTo>
                    <a:pt x="819" y="328"/>
                    <a:pt x="748" y="331"/>
                    <a:pt x="678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5"/>
                    <a:pt x="25" y="182"/>
                    <a:pt x="47" y="198"/>
                  </a:cubicBezTo>
                  <a:cubicBezTo>
                    <a:pt x="163" y="289"/>
                    <a:pt x="541" y="338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8"/>
                  </a:lnTo>
                  <a:cubicBezTo>
                    <a:pt x="1287" y="110"/>
                    <a:pt x="1122" y="161"/>
                    <a:pt x="889" y="181"/>
                  </a:cubicBezTo>
                  <a:cubicBezTo>
                    <a:pt x="539" y="212"/>
                    <a:pt x="157" y="162"/>
                    <a:pt x="38" y="69"/>
                  </a:cubicBezTo>
                  <a:lnTo>
                    <a:pt x="38" y="69"/>
                  </a:lnTo>
                  <a:cubicBezTo>
                    <a:pt x="29" y="63"/>
                    <a:pt x="21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7025162" y="4466017"/>
              <a:ext cx="719894" cy="180239"/>
            </a:xfrm>
            <a:custGeom>
              <a:avLst/>
              <a:gdLst/>
              <a:ahLst/>
              <a:cxnLst/>
              <a:rect l="l" t="t" r="r" b="b"/>
              <a:pathLst>
                <a:path w="1350" h="338" extrusionOk="0">
                  <a:moveTo>
                    <a:pt x="679" y="331"/>
                  </a:moveTo>
                  <a:cubicBezTo>
                    <a:pt x="397" y="331"/>
                    <a:pt x="133" y="284"/>
                    <a:pt x="38" y="210"/>
                  </a:cubicBezTo>
                  <a:cubicBezTo>
                    <a:pt x="12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6"/>
                    <a:pt x="1" y="4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5" y="0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8" y="0"/>
                    <a:pt x="10" y="0"/>
                    <a:pt x="11" y="1"/>
                  </a:cubicBezTo>
                  <a:cubicBezTo>
                    <a:pt x="12" y="2"/>
                    <a:pt x="13" y="3"/>
                    <a:pt x="13" y="4"/>
                  </a:cubicBezTo>
                  <a:cubicBezTo>
                    <a:pt x="14" y="6"/>
                    <a:pt x="14" y="6"/>
                    <a:pt x="14" y="7"/>
                  </a:cubicBezTo>
                  <a:lnTo>
                    <a:pt x="14" y="7"/>
                  </a:lnTo>
                  <a:cubicBezTo>
                    <a:pt x="14" y="24"/>
                    <a:pt x="25" y="41"/>
                    <a:pt x="47" y="57"/>
                  </a:cubicBezTo>
                  <a:cubicBezTo>
                    <a:pt x="163" y="148"/>
                    <a:pt x="540" y="197"/>
                    <a:pt x="887" y="167"/>
                  </a:cubicBezTo>
                  <a:cubicBezTo>
                    <a:pt x="1195" y="140"/>
                    <a:pt x="1335" y="66"/>
                    <a:pt x="1335" y="8"/>
                  </a:cubicBezTo>
                  <a:lnTo>
                    <a:pt x="1335" y="8"/>
                  </a:lnTo>
                  <a:cubicBezTo>
                    <a:pt x="1335" y="7"/>
                    <a:pt x="1336" y="6"/>
                    <a:pt x="1336" y="5"/>
                  </a:cubicBezTo>
                  <a:cubicBezTo>
                    <a:pt x="1337" y="4"/>
                    <a:pt x="1337" y="3"/>
                    <a:pt x="1338" y="2"/>
                  </a:cubicBezTo>
                  <a:cubicBezTo>
                    <a:pt x="1339" y="2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3" y="1"/>
                    <a:pt x="1345" y="2"/>
                    <a:pt x="1346" y="2"/>
                  </a:cubicBezTo>
                  <a:cubicBezTo>
                    <a:pt x="1347" y="3"/>
                    <a:pt x="1348" y="4"/>
                    <a:pt x="1348" y="5"/>
                  </a:cubicBezTo>
                  <a:cubicBezTo>
                    <a:pt x="1349" y="6"/>
                    <a:pt x="1349" y="7"/>
                    <a:pt x="1349" y="8"/>
                  </a:cubicBezTo>
                  <a:cubicBezTo>
                    <a:pt x="1349" y="9"/>
                    <a:pt x="1349" y="9"/>
                    <a:pt x="1349" y="9"/>
                  </a:cubicBezTo>
                  <a:lnTo>
                    <a:pt x="1349" y="149"/>
                  </a:lnTo>
                  <a:cubicBezTo>
                    <a:pt x="1349" y="230"/>
                    <a:pt x="1168" y="297"/>
                    <a:pt x="889" y="322"/>
                  </a:cubicBezTo>
                  <a:cubicBezTo>
                    <a:pt x="819" y="328"/>
                    <a:pt x="749" y="331"/>
                    <a:pt x="679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5" y="181"/>
                    <a:pt x="47" y="198"/>
                  </a:cubicBezTo>
                  <a:cubicBezTo>
                    <a:pt x="163" y="289"/>
                    <a:pt x="540" y="337"/>
                    <a:pt x="888" y="307"/>
                  </a:cubicBezTo>
                  <a:cubicBezTo>
                    <a:pt x="1195" y="280"/>
                    <a:pt x="1335" y="206"/>
                    <a:pt x="1335" y="149"/>
                  </a:cubicBezTo>
                  <a:lnTo>
                    <a:pt x="1335" y="47"/>
                  </a:lnTo>
                  <a:cubicBezTo>
                    <a:pt x="1286" y="110"/>
                    <a:pt x="1122" y="161"/>
                    <a:pt x="889" y="181"/>
                  </a:cubicBezTo>
                  <a:cubicBezTo>
                    <a:pt x="539" y="212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29" y="62"/>
                    <a:pt x="21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7025162" y="4540673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8" y="330"/>
                  </a:moveTo>
                  <a:cubicBezTo>
                    <a:pt x="397" y="330"/>
                    <a:pt x="133" y="283"/>
                    <a:pt x="38" y="209"/>
                  </a:cubicBezTo>
                  <a:cubicBezTo>
                    <a:pt x="12" y="189"/>
                    <a:pt x="0" y="168"/>
                    <a:pt x="0" y="147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0" y="4"/>
                    <a:pt x="1" y="3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6" y="0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0"/>
                    <a:pt x="11" y="0"/>
                  </a:cubicBezTo>
                  <a:cubicBezTo>
                    <a:pt x="13" y="1"/>
                    <a:pt x="14" y="2"/>
                    <a:pt x="14" y="3"/>
                  </a:cubicBezTo>
                  <a:cubicBezTo>
                    <a:pt x="15" y="4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3"/>
                    <a:pt x="25" y="40"/>
                    <a:pt x="47" y="57"/>
                  </a:cubicBezTo>
                  <a:cubicBezTo>
                    <a:pt x="163" y="147"/>
                    <a:pt x="540" y="196"/>
                    <a:pt x="887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cubicBezTo>
                    <a:pt x="1335" y="6"/>
                    <a:pt x="1336" y="5"/>
                    <a:pt x="1336" y="4"/>
                  </a:cubicBezTo>
                  <a:cubicBezTo>
                    <a:pt x="1337" y="3"/>
                    <a:pt x="1337" y="2"/>
                    <a:pt x="1338" y="1"/>
                  </a:cubicBezTo>
                  <a:cubicBezTo>
                    <a:pt x="1340" y="1"/>
                    <a:pt x="1341" y="0"/>
                    <a:pt x="1342" y="0"/>
                  </a:cubicBezTo>
                  <a:lnTo>
                    <a:pt x="1342" y="0"/>
                  </a:lnTo>
                  <a:lnTo>
                    <a:pt x="1342" y="0"/>
                  </a:lnTo>
                  <a:lnTo>
                    <a:pt x="1342" y="0"/>
                  </a:lnTo>
                  <a:lnTo>
                    <a:pt x="1342" y="0"/>
                  </a:lnTo>
                  <a:cubicBezTo>
                    <a:pt x="1343" y="0"/>
                    <a:pt x="1345" y="1"/>
                    <a:pt x="1346" y="1"/>
                  </a:cubicBezTo>
                  <a:cubicBezTo>
                    <a:pt x="1347" y="2"/>
                    <a:pt x="1349" y="3"/>
                    <a:pt x="1349" y="4"/>
                  </a:cubicBezTo>
                  <a:cubicBezTo>
                    <a:pt x="1350" y="5"/>
                    <a:pt x="1349" y="6"/>
                    <a:pt x="1349" y="8"/>
                  </a:cubicBezTo>
                  <a:lnTo>
                    <a:pt x="1349" y="8"/>
                  </a:lnTo>
                  <a:lnTo>
                    <a:pt x="1349" y="148"/>
                  </a:lnTo>
                  <a:cubicBezTo>
                    <a:pt x="1349" y="229"/>
                    <a:pt x="1168" y="297"/>
                    <a:pt x="889" y="321"/>
                  </a:cubicBezTo>
                  <a:cubicBezTo>
                    <a:pt x="819" y="327"/>
                    <a:pt x="748" y="330"/>
                    <a:pt x="678" y="330"/>
                  </a:cubicBezTo>
                  <a:moveTo>
                    <a:pt x="15" y="46"/>
                  </a:moveTo>
                  <a:lnTo>
                    <a:pt x="15" y="147"/>
                  </a:lnTo>
                  <a:cubicBezTo>
                    <a:pt x="15" y="164"/>
                    <a:pt x="25" y="181"/>
                    <a:pt x="47" y="197"/>
                  </a:cubicBezTo>
                  <a:cubicBezTo>
                    <a:pt x="163" y="288"/>
                    <a:pt x="541" y="337"/>
                    <a:pt x="888" y="306"/>
                  </a:cubicBezTo>
                  <a:cubicBezTo>
                    <a:pt x="1151" y="283"/>
                    <a:pt x="1335" y="218"/>
                    <a:pt x="1335" y="148"/>
                  </a:cubicBezTo>
                  <a:lnTo>
                    <a:pt x="1335" y="47"/>
                  </a:lnTo>
                  <a:cubicBezTo>
                    <a:pt x="1287" y="110"/>
                    <a:pt x="1122" y="160"/>
                    <a:pt x="889" y="180"/>
                  </a:cubicBezTo>
                  <a:cubicBezTo>
                    <a:pt x="539" y="211"/>
                    <a:pt x="157" y="161"/>
                    <a:pt x="38" y="68"/>
                  </a:cubicBezTo>
                  <a:lnTo>
                    <a:pt x="38" y="68"/>
                  </a:lnTo>
                  <a:cubicBezTo>
                    <a:pt x="29" y="62"/>
                    <a:pt x="21" y="54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>
              <a:off x="7025162" y="4614795"/>
              <a:ext cx="719894" cy="180239"/>
            </a:xfrm>
            <a:custGeom>
              <a:avLst/>
              <a:gdLst/>
              <a:ahLst/>
              <a:cxnLst/>
              <a:rect l="l" t="t" r="r" b="b"/>
              <a:pathLst>
                <a:path w="1350" h="338" extrusionOk="0">
                  <a:moveTo>
                    <a:pt x="679" y="331"/>
                  </a:moveTo>
                  <a:cubicBezTo>
                    <a:pt x="397" y="331"/>
                    <a:pt x="133" y="284"/>
                    <a:pt x="38" y="210"/>
                  </a:cubicBezTo>
                  <a:cubicBezTo>
                    <a:pt x="12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5" y="0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8" y="0"/>
                    <a:pt x="10" y="0"/>
                    <a:pt x="11" y="1"/>
                  </a:cubicBezTo>
                  <a:cubicBezTo>
                    <a:pt x="12" y="2"/>
                    <a:pt x="13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lnTo>
                    <a:pt x="14" y="7"/>
                  </a:lnTo>
                  <a:cubicBezTo>
                    <a:pt x="14" y="24"/>
                    <a:pt x="25" y="41"/>
                    <a:pt x="47" y="58"/>
                  </a:cubicBezTo>
                  <a:cubicBezTo>
                    <a:pt x="163" y="148"/>
                    <a:pt x="540" y="197"/>
                    <a:pt x="887" y="167"/>
                  </a:cubicBezTo>
                  <a:cubicBezTo>
                    <a:pt x="1195" y="140"/>
                    <a:pt x="1335" y="66"/>
                    <a:pt x="1335" y="9"/>
                  </a:cubicBezTo>
                  <a:lnTo>
                    <a:pt x="1335" y="9"/>
                  </a:lnTo>
                  <a:lnTo>
                    <a:pt x="1335" y="9"/>
                  </a:lnTo>
                  <a:cubicBezTo>
                    <a:pt x="1335" y="7"/>
                    <a:pt x="1336" y="6"/>
                    <a:pt x="1336" y="5"/>
                  </a:cubicBezTo>
                  <a:cubicBezTo>
                    <a:pt x="1337" y="4"/>
                    <a:pt x="1337" y="3"/>
                    <a:pt x="1338" y="2"/>
                  </a:cubicBezTo>
                  <a:cubicBezTo>
                    <a:pt x="1339" y="2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3" y="1"/>
                    <a:pt x="1346" y="2"/>
                    <a:pt x="1346" y="2"/>
                  </a:cubicBezTo>
                  <a:cubicBezTo>
                    <a:pt x="1348" y="3"/>
                    <a:pt x="1348" y="4"/>
                    <a:pt x="1348" y="5"/>
                  </a:cubicBezTo>
                  <a:cubicBezTo>
                    <a:pt x="1349" y="6"/>
                    <a:pt x="1349" y="7"/>
                    <a:pt x="1349" y="9"/>
                  </a:cubicBezTo>
                  <a:lnTo>
                    <a:pt x="1349" y="149"/>
                  </a:lnTo>
                  <a:cubicBezTo>
                    <a:pt x="1349" y="230"/>
                    <a:pt x="1168" y="297"/>
                    <a:pt x="889" y="322"/>
                  </a:cubicBezTo>
                  <a:cubicBezTo>
                    <a:pt x="819" y="328"/>
                    <a:pt x="749" y="331"/>
                    <a:pt x="679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5" y="181"/>
                    <a:pt x="47" y="198"/>
                  </a:cubicBezTo>
                  <a:cubicBezTo>
                    <a:pt x="163" y="289"/>
                    <a:pt x="540" y="337"/>
                    <a:pt x="888" y="307"/>
                  </a:cubicBezTo>
                  <a:cubicBezTo>
                    <a:pt x="1195" y="280"/>
                    <a:pt x="1335" y="206"/>
                    <a:pt x="1335" y="149"/>
                  </a:cubicBezTo>
                  <a:lnTo>
                    <a:pt x="1335" y="47"/>
                  </a:lnTo>
                  <a:cubicBezTo>
                    <a:pt x="1286" y="110"/>
                    <a:pt x="1122" y="161"/>
                    <a:pt x="889" y="181"/>
                  </a:cubicBezTo>
                  <a:cubicBezTo>
                    <a:pt x="539" y="212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29" y="62"/>
                    <a:pt x="21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>
              <a:off x="7461897" y="4300709"/>
              <a:ext cx="712429" cy="187172"/>
            </a:xfrm>
            <a:custGeom>
              <a:avLst/>
              <a:gdLst/>
              <a:ahLst/>
              <a:cxnLst/>
              <a:rect l="l" t="t" r="r" b="b"/>
              <a:pathLst>
                <a:path w="1336" h="351" extrusionOk="0">
                  <a:moveTo>
                    <a:pt x="1300" y="119"/>
                  </a:moveTo>
                  <a:cubicBezTo>
                    <a:pt x="1206" y="46"/>
                    <a:pt x="945" y="0"/>
                    <a:pt x="665" y="0"/>
                  </a:cubicBezTo>
                  <a:cubicBezTo>
                    <a:pt x="595" y="0"/>
                    <a:pt x="524" y="2"/>
                    <a:pt x="454" y="9"/>
                  </a:cubicBezTo>
                  <a:cubicBezTo>
                    <a:pt x="176" y="33"/>
                    <a:pt x="0" y="101"/>
                    <a:pt x="0" y="174"/>
                  </a:cubicBezTo>
                  <a:lnTo>
                    <a:pt x="0" y="174"/>
                  </a:lnTo>
                  <a:cubicBezTo>
                    <a:pt x="0" y="179"/>
                    <a:pt x="1" y="184"/>
                    <a:pt x="3" y="188"/>
                  </a:cubicBezTo>
                  <a:lnTo>
                    <a:pt x="3" y="188"/>
                  </a:lnTo>
                  <a:cubicBezTo>
                    <a:pt x="3" y="190"/>
                    <a:pt x="4" y="193"/>
                    <a:pt x="5" y="195"/>
                  </a:cubicBezTo>
                  <a:lnTo>
                    <a:pt x="5" y="195"/>
                  </a:lnTo>
                  <a:cubicBezTo>
                    <a:pt x="6" y="196"/>
                    <a:pt x="8" y="198"/>
                    <a:pt x="8" y="199"/>
                  </a:cubicBezTo>
                  <a:cubicBezTo>
                    <a:pt x="16" y="211"/>
                    <a:pt x="24" y="222"/>
                    <a:pt x="36" y="230"/>
                  </a:cubicBezTo>
                  <a:cubicBezTo>
                    <a:pt x="65" y="253"/>
                    <a:pt x="111" y="273"/>
                    <a:pt x="168" y="290"/>
                  </a:cubicBezTo>
                  <a:cubicBezTo>
                    <a:pt x="180" y="293"/>
                    <a:pt x="192" y="297"/>
                    <a:pt x="204" y="300"/>
                  </a:cubicBezTo>
                  <a:cubicBezTo>
                    <a:pt x="217" y="303"/>
                    <a:pt x="230" y="306"/>
                    <a:pt x="243" y="309"/>
                  </a:cubicBezTo>
                  <a:cubicBezTo>
                    <a:pt x="256" y="312"/>
                    <a:pt x="270" y="315"/>
                    <a:pt x="284" y="317"/>
                  </a:cubicBezTo>
                  <a:lnTo>
                    <a:pt x="284" y="317"/>
                  </a:lnTo>
                  <a:cubicBezTo>
                    <a:pt x="297" y="320"/>
                    <a:pt x="312" y="322"/>
                    <a:pt x="327" y="325"/>
                  </a:cubicBezTo>
                  <a:lnTo>
                    <a:pt x="327" y="325"/>
                  </a:lnTo>
                  <a:cubicBezTo>
                    <a:pt x="341" y="327"/>
                    <a:pt x="356" y="329"/>
                    <a:pt x="371" y="331"/>
                  </a:cubicBezTo>
                  <a:lnTo>
                    <a:pt x="371" y="331"/>
                  </a:lnTo>
                  <a:cubicBezTo>
                    <a:pt x="417" y="337"/>
                    <a:pt x="466" y="342"/>
                    <a:pt x="516" y="345"/>
                  </a:cubicBezTo>
                  <a:lnTo>
                    <a:pt x="516" y="345"/>
                  </a:lnTo>
                  <a:cubicBezTo>
                    <a:pt x="566" y="348"/>
                    <a:pt x="618" y="350"/>
                    <a:pt x="670" y="350"/>
                  </a:cubicBezTo>
                  <a:cubicBezTo>
                    <a:pt x="696" y="350"/>
                    <a:pt x="722" y="349"/>
                    <a:pt x="748" y="348"/>
                  </a:cubicBezTo>
                  <a:lnTo>
                    <a:pt x="751" y="348"/>
                  </a:lnTo>
                  <a:cubicBezTo>
                    <a:pt x="768" y="348"/>
                    <a:pt x="784" y="347"/>
                    <a:pt x="801" y="346"/>
                  </a:cubicBezTo>
                  <a:cubicBezTo>
                    <a:pt x="828" y="345"/>
                    <a:pt x="854" y="343"/>
                    <a:pt x="881" y="341"/>
                  </a:cubicBezTo>
                  <a:cubicBezTo>
                    <a:pt x="994" y="331"/>
                    <a:pt x="1090" y="314"/>
                    <a:pt x="1164" y="292"/>
                  </a:cubicBezTo>
                  <a:cubicBezTo>
                    <a:pt x="1181" y="287"/>
                    <a:pt x="1198" y="282"/>
                    <a:pt x="1212" y="276"/>
                  </a:cubicBezTo>
                  <a:lnTo>
                    <a:pt x="1212" y="276"/>
                  </a:lnTo>
                  <a:cubicBezTo>
                    <a:pt x="1234" y="268"/>
                    <a:pt x="1255" y="259"/>
                    <a:pt x="1276" y="247"/>
                  </a:cubicBezTo>
                  <a:cubicBezTo>
                    <a:pt x="1281" y="244"/>
                    <a:pt x="1286" y="241"/>
                    <a:pt x="1291" y="237"/>
                  </a:cubicBezTo>
                  <a:lnTo>
                    <a:pt x="1291" y="237"/>
                  </a:lnTo>
                  <a:cubicBezTo>
                    <a:pt x="1294" y="236"/>
                    <a:pt x="1296" y="234"/>
                    <a:pt x="1298" y="232"/>
                  </a:cubicBezTo>
                  <a:lnTo>
                    <a:pt x="1298" y="232"/>
                  </a:lnTo>
                  <a:cubicBezTo>
                    <a:pt x="1303" y="229"/>
                    <a:pt x="1307" y="226"/>
                    <a:pt x="1310" y="222"/>
                  </a:cubicBezTo>
                  <a:lnTo>
                    <a:pt x="1310" y="222"/>
                  </a:lnTo>
                  <a:cubicBezTo>
                    <a:pt x="1317" y="216"/>
                    <a:pt x="1322" y="210"/>
                    <a:pt x="1327" y="202"/>
                  </a:cubicBezTo>
                  <a:lnTo>
                    <a:pt x="1327" y="202"/>
                  </a:lnTo>
                  <a:lnTo>
                    <a:pt x="1327" y="201"/>
                  </a:lnTo>
                  <a:cubicBezTo>
                    <a:pt x="1330" y="197"/>
                    <a:pt x="1332" y="193"/>
                    <a:pt x="1333" y="189"/>
                  </a:cubicBezTo>
                  <a:lnTo>
                    <a:pt x="1333" y="189"/>
                  </a:lnTo>
                  <a:cubicBezTo>
                    <a:pt x="1334" y="184"/>
                    <a:pt x="1335" y="180"/>
                    <a:pt x="1335" y="175"/>
                  </a:cubicBezTo>
                  <a:cubicBezTo>
                    <a:pt x="1335" y="157"/>
                    <a:pt x="1324" y="138"/>
                    <a:pt x="1300" y="119"/>
                  </a:cubicBezTo>
                  <a:moveTo>
                    <a:pt x="841" y="309"/>
                  </a:moveTo>
                  <a:cubicBezTo>
                    <a:pt x="819" y="311"/>
                    <a:pt x="796" y="313"/>
                    <a:pt x="774" y="314"/>
                  </a:cubicBezTo>
                  <a:cubicBezTo>
                    <a:pt x="739" y="316"/>
                    <a:pt x="705" y="317"/>
                    <a:pt x="671" y="317"/>
                  </a:cubicBezTo>
                  <a:cubicBezTo>
                    <a:pt x="444" y="317"/>
                    <a:pt x="231" y="279"/>
                    <a:pt x="155" y="220"/>
                  </a:cubicBezTo>
                  <a:cubicBezTo>
                    <a:pt x="60" y="145"/>
                    <a:pt x="212" y="65"/>
                    <a:pt x="495" y="40"/>
                  </a:cubicBezTo>
                  <a:cubicBezTo>
                    <a:pt x="524" y="37"/>
                    <a:pt x="554" y="36"/>
                    <a:pt x="583" y="34"/>
                  </a:cubicBezTo>
                  <a:cubicBezTo>
                    <a:pt x="611" y="33"/>
                    <a:pt x="638" y="33"/>
                    <a:pt x="665" y="33"/>
                  </a:cubicBezTo>
                  <a:cubicBezTo>
                    <a:pt x="892" y="33"/>
                    <a:pt x="1104" y="70"/>
                    <a:pt x="1181" y="130"/>
                  </a:cubicBezTo>
                  <a:cubicBezTo>
                    <a:pt x="1276" y="204"/>
                    <a:pt x="1124" y="285"/>
                    <a:pt x="841" y="3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7493893" y="4318306"/>
              <a:ext cx="648971" cy="151977"/>
            </a:xfrm>
            <a:custGeom>
              <a:avLst/>
              <a:gdLst/>
              <a:ahLst/>
              <a:cxnLst/>
              <a:rect l="l" t="t" r="r" b="b"/>
              <a:pathLst>
                <a:path w="1217" h="285" extrusionOk="0">
                  <a:moveTo>
                    <a:pt x="781" y="276"/>
                  </a:moveTo>
                  <a:cubicBezTo>
                    <a:pt x="759" y="278"/>
                    <a:pt x="736" y="280"/>
                    <a:pt x="714" y="281"/>
                  </a:cubicBezTo>
                  <a:cubicBezTo>
                    <a:pt x="679" y="283"/>
                    <a:pt x="645" y="284"/>
                    <a:pt x="611" y="284"/>
                  </a:cubicBezTo>
                  <a:cubicBezTo>
                    <a:pt x="384" y="284"/>
                    <a:pt x="171" y="246"/>
                    <a:pt x="95" y="187"/>
                  </a:cubicBezTo>
                  <a:cubicBezTo>
                    <a:pt x="0" y="112"/>
                    <a:pt x="152" y="32"/>
                    <a:pt x="435" y="7"/>
                  </a:cubicBezTo>
                  <a:cubicBezTo>
                    <a:pt x="464" y="4"/>
                    <a:pt x="494" y="3"/>
                    <a:pt x="523" y="1"/>
                  </a:cubicBezTo>
                  <a:cubicBezTo>
                    <a:pt x="551" y="0"/>
                    <a:pt x="578" y="0"/>
                    <a:pt x="605" y="0"/>
                  </a:cubicBezTo>
                  <a:cubicBezTo>
                    <a:pt x="832" y="0"/>
                    <a:pt x="1044" y="37"/>
                    <a:pt x="1121" y="97"/>
                  </a:cubicBezTo>
                  <a:cubicBezTo>
                    <a:pt x="1216" y="171"/>
                    <a:pt x="1064" y="252"/>
                    <a:pt x="781" y="27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>
              <a:off x="7461897" y="4393495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3" y="338"/>
                    <a:pt x="153" y="288"/>
                    <a:pt x="36" y="196"/>
                  </a:cubicBezTo>
                  <a:cubicBezTo>
                    <a:pt x="12" y="178"/>
                    <a:pt x="0" y="159"/>
                    <a:pt x="0" y="140"/>
                  </a:cubicBezTo>
                  <a:lnTo>
                    <a:pt x="1" y="0"/>
                  </a:lnTo>
                  <a:cubicBezTo>
                    <a:pt x="1" y="19"/>
                    <a:pt x="12" y="37"/>
                    <a:pt x="36" y="56"/>
                  </a:cubicBezTo>
                  <a:cubicBezTo>
                    <a:pt x="154" y="147"/>
                    <a:pt x="533" y="197"/>
                    <a:pt x="882" y="166"/>
                  </a:cubicBezTo>
                  <a:cubicBezTo>
                    <a:pt x="1160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>
              <a:off x="7461897" y="4468150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3" y="337"/>
                    <a:pt x="153" y="288"/>
                    <a:pt x="36" y="196"/>
                  </a:cubicBezTo>
                  <a:cubicBezTo>
                    <a:pt x="12" y="178"/>
                    <a:pt x="0" y="159"/>
                    <a:pt x="0" y="140"/>
                  </a:cubicBezTo>
                  <a:lnTo>
                    <a:pt x="0" y="0"/>
                  </a:lnTo>
                  <a:cubicBezTo>
                    <a:pt x="0" y="18"/>
                    <a:pt x="12" y="37"/>
                    <a:pt x="36" y="56"/>
                  </a:cubicBezTo>
                  <a:cubicBezTo>
                    <a:pt x="153" y="147"/>
                    <a:pt x="533" y="197"/>
                    <a:pt x="881" y="166"/>
                  </a:cubicBezTo>
                  <a:cubicBezTo>
                    <a:pt x="1159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8"/>
            <p:cNvSpPr/>
            <p:nvPr/>
          </p:nvSpPr>
          <p:spPr>
            <a:xfrm>
              <a:off x="7461897" y="4542806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0"/>
                  </a:moveTo>
                  <a:lnTo>
                    <a:pt x="1335" y="141"/>
                  </a:lnTo>
                  <a:cubicBezTo>
                    <a:pt x="1335" y="214"/>
                    <a:pt x="1159" y="282"/>
                    <a:pt x="881" y="306"/>
                  </a:cubicBezTo>
                  <a:cubicBezTo>
                    <a:pt x="533" y="337"/>
                    <a:pt x="153" y="287"/>
                    <a:pt x="36" y="196"/>
                  </a:cubicBezTo>
                  <a:cubicBezTo>
                    <a:pt x="12" y="177"/>
                    <a:pt x="0" y="158"/>
                    <a:pt x="0" y="140"/>
                  </a:cubicBezTo>
                  <a:lnTo>
                    <a:pt x="1" y="0"/>
                  </a:lnTo>
                  <a:cubicBezTo>
                    <a:pt x="1" y="18"/>
                    <a:pt x="12" y="37"/>
                    <a:pt x="36" y="55"/>
                  </a:cubicBezTo>
                  <a:cubicBezTo>
                    <a:pt x="154" y="147"/>
                    <a:pt x="533" y="196"/>
                    <a:pt x="882" y="166"/>
                  </a:cubicBezTo>
                  <a:cubicBezTo>
                    <a:pt x="1160" y="142"/>
                    <a:pt x="1335" y="74"/>
                    <a:pt x="1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8"/>
            <p:cNvSpPr/>
            <p:nvPr/>
          </p:nvSpPr>
          <p:spPr>
            <a:xfrm>
              <a:off x="7461897" y="4616928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60" y="283"/>
                    <a:pt x="881" y="307"/>
                  </a:cubicBezTo>
                  <a:cubicBezTo>
                    <a:pt x="533" y="337"/>
                    <a:pt x="153" y="288"/>
                    <a:pt x="36" y="196"/>
                  </a:cubicBezTo>
                  <a:cubicBezTo>
                    <a:pt x="12" y="178"/>
                    <a:pt x="0" y="159"/>
                    <a:pt x="1" y="140"/>
                  </a:cubicBezTo>
                  <a:lnTo>
                    <a:pt x="1" y="0"/>
                  </a:lnTo>
                  <a:cubicBezTo>
                    <a:pt x="1" y="19"/>
                    <a:pt x="12" y="37"/>
                    <a:pt x="36" y="56"/>
                  </a:cubicBezTo>
                  <a:cubicBezTo>
                    <a:pt x="153" y="147"/>
                    <a:pt x="533" y="197"/>
                    <a:pt x="882" y="167"/>
                  </a:cubicBezTo>
                  <a:cubicBezTo>
                    <a:pt x="1160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7461897" y="4691583"/>
              <a:ext cx="712962" cy="180239"/>
            </a:xfrm>
            <a:custGeom>
              <a:avLst/>
              <a:gdLst/>
              <a:ahLst/>
              <a:cxnLst/>
              <a:rect l="l" t="t" r="r" b="b"/>
              <a:pathLst>
                <a:path w="1337" h="338" extrusionOk="0">
                  <a:moveTo>
                    <a:pt x="1336" y="1"/>
                  </a:moveTo>
                  <a:lnTo>
                    <a:pt x="1336" y="141"/>
                  </a:lnTo>
                  <a:cubicBezTo>
                    <a:pt x="1336" y="214"/>
                    <a:pt x="1160" y="282"/>
                    <a:pt x="881" y="306"/>
                  </a:cubicBezTo>
                  <a:cubicBezTo>
                    <a:pt x="533" y="337"/>
                    <a:pt x="154" y="287"/>
                    <a:pt x="36" y="196"/>
                  </a:cubicBezTo>
                  <a:cubicBezTo>
                    <a:pt x="12" y="177"/>
                    <a:pt x="0" y="158"/>
                    <a:pt x="0" y="140"/>
                  </a:cubicBezTo>
                  <a:lnTo>
                    <a:pt x="1" y="0"/>
                  </a:lnTo>
                  <a:cubicBezTo>
                    <a:pt x="1" y="18"/>
                    <a:pt x="12" y="37"/>
                    <a:pt x="36" y="55"/>
                  </a:cubicBezTo>
                  <a:cubicBezTo>
                    <a:pt x="154" y="147"/>
                    <a:pt x="533" y="197"/>
                    <a:pt x="882" y="166"/>
                  </a:cubicBezTo>
                  <a:cubicBezTo>
                    <a:pt x="1160" y="142"/>
                    <a:pt x="1335" y="74"/>
                    <a:pt x="13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7456565" y="4285245"/>
              <a:ext cx="723627" cy="210101"/>
            </a:xfrm>
            <a:custGeom>
              <a:avLst/>
              <a:gdLst/>
              <a:ahLst/>
              <a:cxnLst/>
              <a:rect l="l" t="t" r="r" b="b"/>
              <a:pathLst>
                <a:path w="1357" h="394" extrusionOk="0">
                  <a:moveTo>
                    <a:pt x="682" y="386"/>
                  </a:moveTo>
                  <a:cubicBezTo>
                    <a:pt x="400" y="386"/>
                    <a:pt x="136" y="339"/>
                    <a:pt x="41" y="265"/>
                  </a:cubicBezTo>
                  <a:cubicBezTo>
                    <a:pt x="2" y="234"/>
                    <a:pt x="0" y="206"/>
                    <a:pt x="5" y="188"/>
                  </a:cubicBezTo>
                  <a:cubicBezTo>
                    <a:pt x="27" y="115"/>
                    <a:pt x="207" y="53"/>
                    <a:pt x="464" y="30"/>
                  </a:cubicBezTo>
                  <a:cubicBezTo>
                    <a:pt x="814" y="0"/>
                    <a:pt x="1196" y="50"/>
                    <a:pt x="1315" y="143"/>
                  </a:cubicBezTo>
                  <a:cubicBezTo>
                    <a:pt x="1354" y="173"/>
                    <a:pt x="1356" y="201"/>
                    <a:pt x="1350" y="220"/>
                  </a:cubicBezTo>
                  <a:cubicBezTo>
                    <a:pt x="1329" y="293"/>
                    <a:pt x="1149" y="355"/>
                    <a:pt x="892" y="377"/>
                  </a:cubicBezTo>
                  <a:cubicBezTo>
                    <a:pt x="822" y="383"/>
                    <a:pt x="752" y="386"/>
                    <a:pt x="682" y="386"/>
                  </a:cubicBezTo>
                  <a:moveTo>
                    <a:pt x="676" y="36"/>
                  </a:moveTo>
                  <a:cubicBezTo>
                    <a:pt x="606" y="36"/>
                    <a:pt x="535" y="39"/>
                    <a:pt x="465" y="45"/>
                  </a:cubicBezTo>
                  <a:cubicBezTo>
                    <a:pt x="180" y="70"/>
                    <a:pt x="36" y="137"/>
                    <a:pt x="19" y="192"/>
                  </a:cubicBezTo>
                  <a:cubicBezTo>
                    <a:pt x="13" y="212"/>
                    <a:pt x="24" y="233"/>
                    <a:pt x="50" y="253"/>
                  </a:cubicBezTo>
                  <a:cubicBezTo>
                    <a:pt x="167" y="344"/>
                    <a:pt x="544" y="393"/>
                    <a:pt x="891" y="362"/>
                  </a:cubicBezTo>
                  <a:cubicBezTo>
                    <a:pt x="1176" y="337"/>
                    <a:pt x="1320" y="271"/>
                    <a:pt x="1336" y="216"/>
                  </a:cubicBezTo>
                  <a:cubicBezTo>
                    <a:pt x="1342" y="195"/>
                    <a:pt x="1332" y="175"/>
                    <a:pt x="1306" y="154"/>
                  </a:cubicBezTo>
                  <a:cubicBezTo>
                    <a:pt x="1213" y="82"/>
                    <a:pt x="953" y="36"/>
                    <a:pt x="676" y="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8"/>
            <p:cNvSpPr/>
            <p:nvPr/>
          </p:nvSpPr>
          <p:spPr>
            <a:xfrm>
              <a:off x="7524288" y="4304975"/>
              <a:ext cx="588180" cy="170108"/>
            </a:xfrm>
            <a:custGeom>
              <a:avLst/>
              <a:gdLst/>
              <a:ahLst/>
              <a:cxnLst/>
              <a:rect l="l" t="t" r="r" b="b"/>
              <a:pathLst>
                <a:path w="1103" h="319" extrusionOk="0">
                  <a:moveTo>
                    <a:pt x="554" y="316"/>
                  </a:moveTo>
                  <a:cubicBezTo>
                    <a:pt x="326" y="316"/>
                    <a:pt x="111" y="278"/>
                    <a:pt x="33" y="217"/>
                  </a:cubicBezTo>
                  <a:cubicBezTo>
                    <a:pt x="1" y="192"/>
                    <a:pt x="0" y="169"/>
                    <a:pt x="4" y="153"/>
                  </a:cubicBezTo>
                  <a:cubicBezTo>
                    <a:pt x="22" y="93"/>
                    <a:pt x="165" y="43"/>
                    <a:pt x="377" y="25"/>
                  </a:cubicBezTo>
                  <a:cubicBezTo>
                    <a:pt x="661" y="0"/>
                    <a:pt x="971" y="41"/>
                    <a:pt x="1068" y="116"/>
                  </a:cubicBezTo>
                  <a:cubicBezTo>
                    <a:pt x="1101" y="141"/>
                    <a:pt x="1102" y="165"/>
                    <a:pt x="1098" y="180"/>
                  </a:cubicBezTo>
                  <a:cubicBezTo>
                    <a:pt x="1080" y="241"/>
                    <a:pt x="937" y="290"/>
                    <a:pt x="725" y="309"/>
                  </a:cubicBezTo>
                  <a:cubicBezTo>
                    <a:pt x="668" y="314"/>
                    <a:pt x="611" y="316"/>
                    <a:pt x="554" y="316"/>
                  </a:cubicBezTo>
                  <a:moveTo>
                    <a:pt x="549" y="32"/>
                  </a:moveTo>
                  <a:cubicBezTo>
                    <a:pt x="492" y="32"/>
                    <a:pt x="435" y="34"/>
                    <a:pt x="378" y="39"/>
                  </a:cubicBezTo>
                  <a:cubicBezTo>
                    <a:pt x="148" y="59"/>
                    <a:pt x="31" y="113"/>
                    <a:pt x="18" y="157"/>
                  </a:cubicBezTo>
                  <a:cubicBezTo>
                    <a:pt x="13" y="173"/>
                    <a:pt x="22" y="189"/>
                    <a:pt x="42" y="206"/>
                  </a:cubicBezTo>
                  <a:cubicBezTo>
                    <a:pt x="137" y="279"/>
                    <a:pt x="442" y="318"/>
                    <a:pt x="723" y="294"/>
                  </a:cubicBezTo>
                  <a:cubicBezTo>
                    <a:pt x="954" y="274"/>
                    <a:pt x="1070" y="220"/>
                    <a:pt x="1084" y="176"/>
                  </a:cubicBezTo>
                  <a:cubicBezTo>
                    <a:pt x="1088" y="160"/>
                    <a:pt x="1080" y="144"/>
                    <a:pt x="1059" y="128"/>
                  </a:cubicBezTo>
                  <a:cubicBezTo>
                    <a:pt x="984" y="69"/>
                    <a:pt x="774" y="32"/>
                    <a:pt x="549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7458165" y="4389762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8" y="330"/>
                  </a:moveTo>
                  <a:cubicBezTo>
                    <a:pt x="397" y="330"/>
                    <a:pt x="133" y="283"/>
                    <a:pt x="38" y="209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0"/>
                    <a:pt x="11" y="1"/>
                  </a:cubicBezTo>
                  <a:cubicBezTo>
                    <a:pt x="12" y="2"/>
                    <a:pt x="14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cubicBezTo>
                    <a:pt x="15" y="24"/>
                    <a:pt x="26" y="41"/>
                    <a:pt x="47" y="57"/>
                  </a:cubicBezTo>
                  <a:cubicBezTo>
                    <a:pt x="164" y="148"/>
                    <a:pt x="541" y="197"/>
                    <a:pt x="888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cubicBezTo>
                    <a:pt x="1335" y="7"/>
                    <a:pt x="1336" y="6"/>
                    <a:pt x="1336" y="5"/>
                  </a:cubicBezTo>
                  <a:cubicBezTo>
                    <a:pt x="1338" y="3"/>
                    <a:pt x="1338" y="3"/>
                    <a:pt x="1339" y="2"/>
                  </a:cubicBezTo>
                  <a:cubicBezTo>
                    <a:pt x="1340" y="1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4" y="1"/>
                    <a:pt x="1345" y="1"/>
                    <a:pt x="1346" y="2"/>
                  </a:cubicBezTo>
                  <a:cubicBezTo>
                    <a:pt x="1347" y="3"/>
                    <a:pt x="1349" y="3"/>
                    <a:pt x="1349" y="5"/>
                  </a:cubicBezTo>
                  <a:cubicBezTo>
                    <a:pt x="1350" y="6"/>
                    <a:pt x="1350" y="7"/>
                    <a:pt x="1350" y="8"/>
                  </a:cubicBezTo>
                  <a:lnTo>
                    <a:pt x="1350" y="149"/>
                  </a:lnTo>
                  <a:cubicBezTo>
                    <a:pt x="1350" y="229"/>
                    <a:pt x="1169" y="297"/>
                    <a:pt x="889" y="321"/>
                  </a:cubicBezTo>
                  <a:cubicBezTo>
                    <a:pt x="819" y="327"/>
                    <a:pt x="748" y="330"/>
                    <a:pt x="678" y="330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5" y="181"/>
                    <a:pt x="47" y="198"/>
                  </a:cubicBezTo>
                  <a:cubicBezTo>
                    <a:pt x="163" y="288"/>
                    <a:pt x="541" y="337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7"/>
                  </a:lnTo>
                  <a:cubicBezTo>
                    <a:pt x="1287" y="110"/>
                    <a:pt x="1122" y="160"/>
                    <a:pt x="889" y="181"/>
                  </a:cubicBezTo>
                  <a:cubicBezTo>
                    <a:pt x="539" y="211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29" y="62"/>
                    <a:pt x="22" y="54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8"/>
            <p:cNvSpPr/>
            <p:nvPr/>
          </p:nvSpPr>
          <p:spPr>
            <a:xfrm>
              <a:off x="7692797" y="4330038"/>
              <a:ext cx="277293" cy="126914"/>
            </a:xfrm>
            <a:custGeom>
              <a:avLst/>
              <a:gdLst/>
              <a:ahLst/>
              <a:cxnLst/>
              <a:rect l="l" t="t" r="r" b="b"/>
              <a:pathLst>
                <a:path w="520" h="238" extrusionOk="0">
                  <a:moveTo>
                    <a:pt x="399" y="101"/>
                  </a:moveTo>
                  <a:lnTo>
                    <a:pt x="399" y="101"/>
                  </a:lnTo>
                  <a:cubicBezTo>
                    <a:pt x="368" y="96"/>
                    <a:pt x="336" y="94"/>
                    <a:pt x="305" y="94"/>
                  </a:cubicBezTo>
                  <a:cubicBezTo>
                    <a:pt x="293" y="94"/>
                    <a:pt x="281" y="95"/>
                    <a:pt x="269" y="95"/>
                  </a:cubicBezTo>
                  <a:lnTo>
                    <a:pt x="226" y="68"/>
                  </a:lnTo>
                  <a:lnTo>
                    <a:pt x="226" y="68"/>
                  </a:lnTo>
                  <a:cubicBezTo>
                    <a:pt x="243" y="66"/>
                    <a:pt x="260" y="65"/>
                    <a:pt x="277" y="65"/>
                  </a:cubicBezTo>
                  <a:cubicBezTo>
                    <a:pt x="289" y="65"/>
                    <a:pt x="301" y="66"/>
                    <a:pt x="313" y="66"/>
                  </a:cubicBezTo>
                  <a:lnTo>
                    <a:pt x="313" y="66"/>
                  </a:lnTo>
                  <a:cubicBezTo>
                    <a:pt x="314" y="66"/>
                    <a:pt x="314" y="66"/>
                    <a:pt x="315" y="66"/>
                  </a:cubicBezTo>
                  <a:cubicBezTo>
                    <a:pt x="317" y="66"/>
                    <a:pt x="319" y="66"/>
                    <a:pt x="322" y="66"/>
                  </a:cubicBezTo>
                  <a:cubicBezTo>
                    <a:pt x="324" y="65"/>
                    <a:pt x="324" y="64"/>
                    <a:pt x="324" y="63"/>
                  </a:cubicBezTo>
                  <a:lnTo>
                    <a:pt x="306" y="23"/>
                  </a:lnTo>
                  <a:cubicBezTo>
                    <a:pt x="305" y="21"/>
                    <a:pt x="300" y="19"/>
                    <a:pt x="294" y="19"/>
                  </a:cubicBezTo>
                  <a:lnTo>
                    <a:pt x="294" y="19"/>
                  </a:lnTo>
                  <a:cubicBezTo>
                    <a:pt x="284" y="19"/>
                    <a:pt x="275" y="19"/>
                    <a:pt x="265" y="19"/>
                  </a:cubicBezTo>
                  <a:cubicBezTo>
                    <a:pt x="230" y="19"/>
                    <a:pt x="195" y="20"/>
                    <a:pt x="160" y="24"/>
                  </a:cubicBezTo>
                  <a:lnTo>
                    <a:pt x="128" y="3"/>
                  </a:lnTo>
                  <a:lnTo>
                    <a:pt x="128" y="3"/>
                  </a:lnTo>
                  <a:cubicBezTo>
                    <a:pt x="125" y="1"/>
                    <a:pt x="121" y="0"/>
                    <a:pt x="118" y="0"/>
                  </a:cubicBezTo>
                  <a:cubicBezTo>
                    <a:pt x="116" y="0"/>
                    <a:pt x="115" y="0"/>
                    <a:pt x="114" y="0"/>
                  </a:cubicBezTo>
                  <a:lnTo>
                    <a:pt x="59" y="9"/>
                  </a:lnTo>
                  <a:cubicBezTo>
                    <a:pt x="54" y="10"/>
                    <a:pt x="52" y="12"/>
                    <a:pt x="55" y="14"/>
                  </a:cubicBezTo>
                  <a:lnTo>
                    <a:pt x="87" y="35"/>
                  </a:lnTo>
                  <a:cubicBezTo>
                    <a:pt x="48" y="44"/>
                    <a:pt x="23" y="54"/>
                    <a:pt x="12" y="67"/>
                  </a:cubicBezTo>
                  <a:cubicBezTo>
                    <a:pt x="0" y="80"/>
                    <a:pt x="5" y="95"/>
                    <a:pt x="28" y="110"/>
                  </a:cubicBezTo>
                  <a:cubicBezTo>
                    <a:pt x="48" y="123"/>
                    <a:pt x="78" y="134"/>
                    <a:pt x="117" y="140"/>
                  </a:cubicBezTo>
                  <a:lnTo>
                    <a:pt x="117" y="140"/>
                  </a:lnTo>
                  <a:cubicBezTo>
                    <a:pt x="151" y="145"/>
                    <a:pt x="185" y="147"/>
                    <a:pt x="219" y="147"/>
                  </a:cubicBezTo>
                  <a:cubicBezTo>
                    <a:pt x="230" y="147"/>
                    <a:pt x="241" y="147"/>
                    <a:pt x="251" y="147"/>
                  </a:cubicBezTo>
                  <a:lnTo>
                    <a:pt x="255" y="147"/>
                  </a:lnTo>
                  <a:lnTo>
                    <a:pt x="299" y="176"/>
                  </a:lnTo>
                  <a:cubicBezTo>
                    <a:pt x="285" y="177"/>
                    <a:pt x="268" y="179"/>
                    <a:pt x="250" y="180"/>
                  </a:cubicBezTo>
                  <a:cubicBezTo>
                    <a:pt x="228" y="181"/>
                    <a:pt x="206" y="181"/>
                    <a:pt x="184" y="180"/>
                  </a:cubicBezTo>
                  <a:lnTo>
                    <a:pt x="184" y="180"/>
                  </a:lnTo>
                  <a:lnTo>
                    <a:pt x="183" y="180"/>
                  </a:lnTo>
                  <a:cubicBezTo>
                    <a:pt x="180" y="180"/>
                    <a:pt x="178" y="180"/>
                    <a:pt x="176" y="181"/>
                  </a:cubicBezTo>
                  <a:cubicBezTo>
                    <a:pt x="174" y="182"/>
                    <a:pt x="174" y="183"/>
                    <a:pt x="175" y="184"/>
                  </a:cubicBezTo>
                  <a:lnTo>
                    <a:pt x="201" y="223"/>
                  </a:lnTo>
                  <a:lnTo>
                    <a:pt x="201" y="223"/>
                  </a:lnTo>
                  <a:cubicBezTo>
                    <a:pt x="202" y="224"/>
                    <a:pt x="203" y="224"/>
                    <a:pt x="204" y="225"/>
                  </a:cubicBezTo>
                  <a:cubicBezTo>
                    <a:pt x="206" y="226"/>
                    <a:pt x="209" y="227"/>
                    <a:pt x="212" y="227"/>
                  </a:cubicBezTo>
                  <a:lnTo>
                    <a:pt x="213" y="227"/>
                  </a:lnTo>
                  <a:lnTo>
                    <a:pt x="213" y="227"/>
                  </a:lnTo>
                  <a:cubicBezTo>
                    <a:pt x="221" y="227"/>
                    <a:pt x="230" y="227"/>
                    <a:pt x="238" y="227"/>
                  </a:cubicBezTo>
                  <a:cubicBezTo>
                    <a:pt x="281" y="227"/>
                    <a:pt x="323" y="225"/>
                    <a:pt x="365" y="220"/>
                  </a:cubicBezTo>
                  <a:lnTo>
                    <a:pt x="388" y="235"/>
                  </a:lnTo>
                  <a:lnTo>
                    <a:pt x="388" y="235"/>
                  </a:lnTo>
                  <a:cubicBezTo>
                    <a:pt x="391" y="237"/>
                    <a:pt x="395" y="237"/>
                    <a:pt x="399" y="237"/>
                  </a:cubicBezTo>
                  <a:cubicBezTo>
                    <a:pt x="400" y="237"/>
                    <a:pt x="401" y="237"/>
                    <a:pt x="403" y="237"/>
                  </a:cubicBezTo>
                  <a:lnTo>
                    <a:pt x="458" y="229"/>
                  </a:lnTo>
                  <a:cubicBezTo>
                    <a:pt x="463" y="228"/>
                    <a:pt x="464" y="226"/>
                    <a:pt x="461" y="224"/>
                  </a:cubicBezTo>
                  <a:lnTo>
                    <a:pt x="437" y="207"/>
                  </a:lnTo>
                  <a:cubicBezTo>
                    <a:pt x="475" y="199"/>
                    <a:pt x="499" y="188"/>
                    <a:pt x="508" y="175"/>
                  </a:cubicBezTo>
                  <a:cubicBezTo>
                    <a:pt x="519" y="162"/>
                    <a:pt x="512" y="147"/>
                    <a:pt x="488" y="131"/>
                  </a:cubicBezTo>
                  <a:cubicBezTo>
                    <a:pt x="468" y="117"/>
                    <a:pt x="438" y="107"/>
                    <a:pt x="399" y="101"/>
                  </a:cubicBezTo>
                  <a:moveTo>
                    <a:pt x="488" y="172"/>
                  </a:moveTo>
                  <a:cubicBezTo>
                    <a:pt x="479" y="184"/>
                    <a:pt x="455" y="194"/>
                    <a:pt x="417" y="202"/>
                  </a:cubicBezTo>
                  <a:cubicBezTo>
                    <a:pt x="412" y="203"/>
                    <a:pt x="411" y="205"/>
                    <a:pt x="414" y="207"/>
                  </a:cubicBezTo>
                  <a:lnTo>
                    <a:pt x="438" y="223"/>
                  </a:lnTo>
                  <a:lnTo>
                    <a:pt x="401" y="228"/>
                  </a:lnTo>
                  <a:lnTo>
                    <a:pt x="378" y="213"/>
                  </a:lnTo>
                  <a:lnTo>
                    <a:pt x="378" y="213"/>
                  </a:lnTo>
                  <a:cubicBezTo>
                    <a:pt x="374" y="212"/>
                    <a:pt x="371" y="211"/>
                    <a:pt x="367" y="211"/>
                  </a:cubicBezTo>
                  <a:cubicBezTo>
                    <a:pt x="366" y="211"/>
                    <a:pt x="365" y="211"/>
                    <a:pt x="363" y="211"/>
                  </a:cubicBezTo>
                  <a:lnTo>
                    <a:pt x="363" y="211"/>
                  </a:lnTo>
                  <a:cubicBezTo>
                    <a:pt x="321" y="217"/>
                    <a:pt x="277" y="220"/>
                    <a:pt x="234" y="220"/>
                  </a:cubicBezTo>
                  <a:cubicBezTo>
                    <a:pt x="229" y="220"/>
                    <a:pt x="224" y="220"/>
                    <a:pt x="219" y="219"/>
                  </a:cubicBezTo>
                  <a:lnTo>
                    <a:pt x="198" y="188"/>
                  </a:lnTo>
                  <a:cubicBezTo>
                    <a:pt x="217" y="188"/>
                    <a:pt x="237" y="188"/>
                    <a:pt x="256" y="187"/>
                  </a:cubicBezTo>
                  <a:cubicBezTo>
                    <a:pt x="280" y="186"/>
                    <a:pt x="300" y="184"/>
                    <a:pt x="319" y="182"/>
                  </a:cubicBezTo>
                  <a:lnTo>
                    <a:pt x="319" y="182"/>
                  </a:lnTo>
                  <a:cubicBezTo>
                    <a:pt x="320" y="182"/>
                    <a:pt x="322" y="182"/>
                    <a:pt x="323" y="181"/>
                  </a:cubicBezTo>
                  <a:cubicBezTo>
                    <a:pt x="324" y="181"/>
                    <a:pt x="324" y="180"/>
                    <a:pt x="324" y="180"/>
                  </a:cubicBezTo>
                  <a:cubicBezTo>
                    <a:pt x="325" y="179"/>
                    <a:pt x="325" y="178"/>
                    <a:pt x="323" y="177"/>
                  </a:cubicBezTo>
                  <a:lnTo>
                    <a:pt x="269" y="141"/>
                  </a:lnTo>
                  <a:lnTo>
                    <a:pt x="269" y="141"/>
                  </a:lnTo>
                  <a:cubicBezTo>
                    <a:pt x="266" y="139"/>
                    <a:pt x="262" y="138"/>
                    <a:pt x="259" y="138"/>
                  </a:cubicBezTo>
                  <a:cubicBezTo>
                    <a:pt x="258" y="138"/>
                    <a:pt x="257" y="138"/>
                    <a:pt x="257" y="139"/>
                  </a:cubicBezTo>
                  <a:lnTo>
                    <a:pt x="245" y="139"/>
                  </a:lnTo>
                  <a:lnTo>
                    <a:pt x="245" y="139"/>
                  </a:lnTo>
                  <a:cubicBezTo>
                    <a:pt x="235" y="139"/>
                    <a:pt x="225" y="140"/>
                    <a:pt x="215" y="140"/>
                  </a:cubicBezTo>
                  <a:cubicBezTo>
                    <a:pt x="184" y="140"/>
                    <a:pt x="153" y="137"/>
                    <a:pt x="122" y="133"/>
                  </a:cubicBezTo>
                  <a:cubicBezTo>
                    <a:pt x="88" y="127"/>
                    <a:pt x="63" y="119"/>
                    <a:pt x="45" y="107"/>
                  </a:cubicBezTo>
                  <a:cubicBezTo>
                    <a:pt x="25" y="94"/>
                    <a:pt x="22" y="82"/>
                    <a:pt x="32" y="70"/>
                  </a:cubicBezTo>
                  <a:cubicBezTo>
                    <a:pt x="43" y="58"/>
                    <a:pt x="68" y="48"/>
                    <a:pt x="107" y="40"/>
                  </a:cubicBezTo>
                  <a:cubicBezTo>
                    <a:pt x="111" y="39"/>
                    <a:pt x="113" y="37"/>
                    <a:pt x="110" y="36"/>
                  </a:cubicBezTo>
                  <a:lnTo>
                    <a:pt x="78" y="15"/>
                  </a:lnTo>
                  <a:lnTo>
                    <a:pt x="115" y="9"/>
                  </a:lnTo>
                  <a:lnTo>
                    <a:pt x="147" y="30"/>
                  </a:lnTo>
                  <a:lnTo>
                    <a:pt x="147" y="30"/>
                  </a:lnTo>
                  <a:cubicBezTo>
                    <a:pt x="150" y="32"/>
                    <a:pt x="154" y="32"/>
                    <a:pt x="157" y="32"/>
                  </a:cubicBezTo>
                  <a:cubicBezTo>
                    <a:pt x="158" y="32"/>
                    <a:pt x="159" y="32"/>
                    <a:pt x="160" y="32"/>
                  </a:cubicBezTo>
                  <a:lnTo>
                    <a:pt x="160" y="32"/>
                  </a:lnTo>
                  <a:cubicBezTo>
                    <a:pt x="196" y="28"/>
                    <a:pt x="232" y="26"/>
                    <a:pt x="268" y="26"/>
                  </a:cubicBezTo>
                  <a:cubicBezTo>
                    <a:pt x="274" y="26"/>
                    <a:pt x="280" y="26"/>
                    <a:pt x="286" y="27"/>
                  </a:cubicBezTo>
                  <a:lnTo>
                    <a:pt x="301" y="58"/>
                  </a:lnTo>
                  <a:lnTo>
                    <a:pt x="301" y="58"/>
                  </a:lnTo>
                  <a:cubicBezTo>
                    <a:pt x="292" y="58"/>
                    <a:pt x="283" y="57"/>
                    <a:pt x="275" y="57"/>
                  </a:cubicBezTo>
                  <a:cubicBezTo>
                    <a:pt x="252" y="57"/>
                    <a:pt x="229" y="59"/>
                    <a:pt x="206" y="61"/>
                  </a:cubicBezTo>
                  <a:lnTo>
                    <a:pt x="206" y="61"/>
                  </a:lnTo>
                  <a:lnTo>
                    <a:pt x="206" y="61"/>
                  </a:lnTo>
                  <a:cubicBezTo>
                    <a:pt x="204" y="61"/>
                    <a:pt x="203" y="62"/>
                    <a:pt x="202" y="62"/>
                  </a:cubicBezTo>
                  <a:cubicBezTo>
                    <a:pt x="201" y="62"/>
                    <a:pt x="201" y="63"/>
                    <a:pt x="201" y="63"/>
                  </a:cubicBezTo>
                  <a:cubicBezTo>
                    <a:pt x="199" y="64"/>
                    <a:pt x="200" y="65"/>
                    <a:pt x="201" y="66"/>
                  </a:cubicBezTo>
                  <a:lnTo>
                    <a:pt x="253" y="101"/>
                  </a:lnTo>
                  <a:lnTo>
                    <a:pt x="253" y="101"/>
                  </a:lnTo>
                  <a:cubicBezTo>
                    <a:pt x="257" y="102"/>
                    <a:pt x="260" y="103"/>
                    <a:pt x="264" y="103"/>
                  </a:cubicBezTo>
                  <a:cubicBezTo>
                    <a:pt x="264" y="103"/>
                    <a:pt x="265" y="103"/>
                    <a:pt x="266" y="103"/>
                  </a:cubicBezTo>
                  <a:lnTo>
                    <a:pt x="275" y="103"/>
                  </a:lnTo>
                  <a:lnTo>
                    <a:pt x="275" y="103"/>
                  </a:lnTo>
                  <a:cubicBezTo>
                    <a:pt x="286" y="102"/>
                    <a:pt x="297" y="102"/>
                    <a:pt x="308" y="102"/>
                  </a:cubicBezTo>
                  <a:cubicBezTo>
                    <a:pt x="336" y="102"/>
                    <a:pt x="365" y="104"/>
                    <a:pt x="393" y="108"/>
                  </a:cubicBezTo>
                  <a:cubicBezTo>
                    <a:pt x="427" y="113"/>
                    <a:pt x="452" y="122"/>
                    <a:pt x="470" y="134"/>
                  </a:cubicBezTo>
                  <a:cubicBezTo>
                    <a:pt x="491" y="148"/>
                    <a:pt x="497" y="160"/>
                    <a:pt x="488" y="1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7458165" y="4463884"/>
              <a:ext cx="720428" cy="180773"/>
            </a:xfrm>
            <a:custGeom>
              <a:avLst/>
              <a:gdLst/>
              <a:ahLst/>
              <a:cxnLst/>
              <a:rect l="l" t="t" r="r" b="b"/>
              <a:pathLst>
                <a:path w="1351" h="339" extrusionOk="0">
                  <a:moveTo>
                    <a:pt x="679" y="331"/>
                  </a:moveTo>
                  <a:cubicBezTo>
                    <a:pt x="398" y="331"/>
                    <a:pt x="133" y="284"/>
                    <a:pt x="38" y="210"/>
                  </a:cubicBezTo>
                  <a:cubicBezTo>
                    <a:pt x="12" y="190"/>
                    <a:pt x="0" y="170"/>
                    <a:pt x="0" y="148"/>
                  </a:cubicBezTo>
                  <a:lnTo>
                    <a:pt x="0" y="8"/>
                  </a:lnTo>
                  <a:lnTo>
                    <a:pt x="0" y="8"/>
                  </a:lnTo>
                  <a:cubicBezTo>
                    <a:pt x="0" y="7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8"/>
                  </a:cubicBezTo>
                  <a:lnTo>
                    <a:pt x="15" y="8"/>
                  </a:lnTo>
                  <a:cubicBezTo>
                    <a:pt x="15" y="24"/>
                    <a:pt x="26" y="41"/>
                    <a:pt x="47" y="58"/>
                  </a:cubicBezTo>
                  <a:cubicBezTo>
                    <a:pt x="163" y="149"/>
                    <a:pt x="541" y="197"/>
                    <a:pt x="888" y="167"/>
                  </a:cubicBezTo>
                  <a:cubicBezTo>
                    <a:pt x="1195" y="140"/>
                    <a:pt x="1335" y="66"/>
                    <a:pt x="1335" y="9"/>
                  </a:cubicBezTo>
                  <a:lnTo>
                    <a:pt x="1335" y="9"/>
                  </a:lnTo>
                  <a:cubicBezTo>
                    <a:pt x="1335" y="8"/>
                    <a:pt x="1335" y="7"/>
                    <a:pt x="1336" y="5"/>
                  </a:cubicBezTo>
                  <a:cubicBezTo>
                    <a:pt x="1337" y="4"/>
                    <a:pt x="1337" y="4"/>
                    <a:pt x="1339" y="3"/>
                  </a:cubicBezTo>
                  <a:cubicBezTo>
                    <a:pt x="1341" y="3"/>
                    <a:pt x="1341" y="2"/>
                    <a:pt x="1342" y="2"/>
                  </a:cubicBezTo>
                  <a:lnTo>
                    <a:pt x="1342" y="2"/>
                  </a:lnTo>
                  <a:lnTo>
                    <a:pt x="1342" y="2"/>
                  </a:lnTo>
                  <a:cubicBezTo>
                    <a:pt x="1344" y="2"/>
                    <a:pt x="1345" y="3"/>
                    <a:pt x="1346" y="3"/>
                  </a:cubicBezTo>
                  <a:cubicBezTo>
                    <a:pt x="1347" y="4"/>
                    <a:pt x="1349" y="4"/>
                    <a:pt x="1349" y="5"/>
                  </a:cubicBezTo>
                  <a:cubicBezTo>
                    <a:pt x="1350" y="7"/>
                    <a:pt x="1350" y="8"/>
                    <a:pt x="1350" y="9"/>
                  </a:cubicBezTo>
                  <a:lnTo>
                    <a:pt x="1350" y="9"/>
                  </a:lnTo>
                  <a:lnTo>
                    <a:pt x="1350" y="150"/>
                  </a:lnTo>
                  <a:cubicBezTo>
                    <a:pt x="1350" y="230"/>
                    <a:pt x="1169" y="298"/>
                    <a:pt x="889" y="322"/>
                  </a:cubicBezTo>
                  <a:cubicBezTo>
                    <a:pt x="819" y="328"/>
                    <a:pt x="749" y="331"/>
                    <a:pt x="679" y="331"/>
                  </a:cubicBezTo>
                  <a:moveTo>
                    <a:pt x="15" y="47"/>
                  </a:moveTo>
                  <a:lnTo>
                    <a:pt x="15" y="148"/>
                  </a:lnTo>
                  <a:cubicBezTo>
                    <a:pt x="15" y="165"/>
                    <a:pt x="25" y="182"/>
                    <a:pt x="47" y="199"/>
                  </a:cubicBezTo>
                  <a:cubicBezTo>
                    <a:pt x="163" y="289"/>
                    <a:pt x="541" y="338"/>
                    <a:pt x="888" y="308"/>
                  </a:cubicBezTo>
                  <a:cubicBezTo>
                    <a:pt x="1195" y="281"/>
                    <a:pt x="1335" y="207"/>
                    <a:pt x="1335" y="150"/>
                  </a:cubicBezTo>
                  <a:lnTo>
                    <a:pt x="1335" y="48"/>
                  </a:lnTo>
                  <a:cubicBezTo>
                    <a:pt x="1287" y="111"/>
                    <a:pt x="1122" y="161"/>
                    <a:pt x="889" y="182"/>
                  </a:cubicBezTo>
                  <a:cubicBezTo>
                    <a:pt x="539" y="212"/>
                    <a:pt x="157" y="162"/>
                    <a:pt x="38" y="70"/>
                  </a:cubicBezTo>
                  <a:lnTo>
                    <a:pt x="38" y="70"/>
                  </a:lnTo>
                  <a:cubicBezTo>
                    <a:pt x="29" y="63"/>
                    <a:pt x="22" y="55"/>
                    <a:pt x="15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7458165" y="4538539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9" y="331"/>
                  </a:moveTo>
                  <a:cubicBezTo>
                    <a:pt x="397" y="331"/>
                    <a:pt x="133" y="283"/>
                    <a:pt x="38" y="209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3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4"/>
                    <a:pt x="26" y="41"/>
                    <a:pt x="47" y="57"/>
                  </a:cubicBezTo>
                  <a:cubicBezTo>
                    <a:pt x="164" y="148"/>
                    <a:pt x="541" y="197"/>
                    <a:pt x="888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cubicBezTo>
                    <a:pt x="1335" y="7"/>
                    <a:pt x="1335" y="6"/>
                    <a:pt x="1336" y="5"/>
                  </a:cubicBezTo>
                  <a:cubicBezTo>
                    <a:pt x="1337" y="4"/>
                    <a:pt x="1338" y="3"/>
                    <a:pt x="1339" y="2"/>
                  </a:cubicBezTo>
                  <a:cubicBezTo>
                    <a:pt x="1340" y="1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cubicBezTo>
                    <a:pt x="1344" y="1"/>
                    <a:pt x="1345" y="1"/>
                    <a:pt x="1346" y="2"/>
                  </a:cubicBezTo>
                  <a:cubicBezTo>
                    <a:pt x="1347" y="3"/>
                    <a:pt x="1349" y="4"/>
                    <a:pt x="1349" y="5"/>
                  </a:cubicBezTo>
                  <a:cubicBezTo>
                    <a:pt x="1350" y="6"/>
                    <a:pt x="1350" y="7"/>
                    <a:pt x="1350" y="8"/>
                  </a:cubicBezTo>
                  <a:lnTo>
                    <a:pt x="1350" y="8"/>
                  </a:lnTo>
                  <a:lnTo>
                    <a:pt x="1350" y="149"/>
                  </a:lnTo>
                  <a:cubicBezTo>
                    <a:pt x="1350" y="229"/>
                    <a:pt x="1169" y="297"/>
                    <a:pt x="889" y="322"/>
                  </a:cubicBezTo>
                  <a:cubicBezTo>
                    <a:pt x="819" y="328"/>
                    <a:pt x="748" y="331"/>
                    <a:pt x="679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5"/>
                    <a:pt x="26" y="181"/>
                    <a:pt x="47" y="198"/>
                  </a:cubicBezTo>
                  <a:cubicBezTo>
                    <a:pt x="164" y="289"/>
                    <a:pt x="541" y="337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7"/>
                  </a:lnTo>
                  <a:cubicBezTo>
                    <a:pt x="1287" y="110"/>
                    <a:pt x="1122" y="161"/>
                    <a:pt x="889" y="181"/>
                  </a:cubicBezTo>
                  <a:cubicBezTo>
                    <a:pt x="539" y="212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30" y="62"/>
                    <a:pt x="22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7458165" y="4613195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9" y="330"/>
                  </a:moveTo>
                  <a:cubicBezTo>
                    <a:pt x="398" y="330"/>
                    <a:pt x="133" y="283"/>
                    <a:pt x="38" y="209"/>
                  </a:cubicBezTo>
                  <a:cubicBezTo>
                    <a:pt x="13" y="190"/>
                    <a:pt x="0" y="169"/>
                    <a:pt x="0" y="147"/>
                  </a:cubicBez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0" y="4"/>
                    <a:pt x="1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2"/>
                    <a:pt x="14" y="3"/>
                  </a:cubicBezTo>
                  <a:cubicBezTo>
                    <a:pt x="15" y="4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4"/>
                    <a:pt x="26" y="41"/>
                    <a:pt x="47" y="57"/>
                  </a:cubicBezTo>
                  <a:cubicBezTo>
                    <a:pt x="163" y="148"/>
                    <a:pt x="541" y="197"/>
                    <a:pt x="888" y="166"/>
                  </a:cubicBezTo>
                  <a:cubicBezTo>
                    <a:pt x="1195" y="140"/>
                    <a:pt x="1335" y="66"/>
                    <a:pt x="1335" y="8"/>
                  </a:cubicBezTo>
                  <a:lnTo>
                    <a:pt x="1335" y="8"/>
                  </a:lnTo>
                  <a:cubicBezTo>
                    <a:pt x="1335" y="7"/>
                    <a:pt x="1335" y="6"/>
                    <a:pt x="1336" y="5"/>
                  </a:cubicBezTo>
                  <a:cubicBezTo>
                    <a:pt x="1337" y="4"/>
                    <a:pt x="1338" y="3"/>
                    <a:pt x="1339" y="2"/>
                  </a:cubicBezTo>
                  <a:cubicBezTo>
                    <a:pt x="1340" y="1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4" y="1"/>
                    <a:pt x="1345" y="1"/>
                    <a:pt x="1346" y="2"/>
                  </a:cubicBezTo>
                  <a:cubicBezTo>
                    <a:pt x="1347" y="3"/>
                    <a:pt x="1349" y="4"/>
                    <a:pt x="1349" y="5"/>
                  </a:cubicBezTo>
                  <a:cubicBezTo>
                    <a:pt x="1350" y="6"/>
                    <a:pt x="1350" y="7"/>
                    <a:pt x="1350" y="8"/>
                  </a:cubicBezTo>
                  <a:lnTo>
                    <a:pt x="1350" y="8"/>
                  </a:lnTo>
                  <a:lnTo>
                    <a:pt x="1350" y="149"/>
                  </a:lnTo>
                  <a:cubicBezTo>
                    <a:pt x="1350" y="229"/>
                    <a:pt x="1169" y="297"/>
                    <a:pt x="889" y="321"/>
                  </a:cubicBezTo>
                  <a:cubicBezTo>
                    <a:pt x="820" y="328"/>
                    <a:pt x="749" y="330"/>
                    <a:pt x="679" y="330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6" y="181"/>
                    <a:pt x="47" y="198"/>
                  </a:cubicBezTo>
                  <a:cubicBezTo>
                    <a:pt x="164" y="288"/>
                    <a:pt x="541" y="337"/>
                    <a:pt x="888" y="307"/>
                  </a:cubicBezTo>
                  <a:cubicBezTo>
                    <a:pt x="1195" y="280"/>
                    <a:pt x="1335" y="206"/>
                    <a:pt x="1335" y="149"/>
                  </a:cubicBezTo>
                  <a:lnTo>
                    <a:pt x="1335" y="47"/>
                  </a:lnTo>
                  <a:cubicBezTo>
                    <a:pt x="1287" y="110"/>
                    <a:pt x="1122" y="161"/>
                    <a:pt x="889" y="181"/>
                  </a:cubicBezTo>
                  <a:cubicBezTo>
                    <a:pt x="539" y="212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29" y="62"/>
                    <a:pt x="22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7458165" y="4687317"/>
              <a:ext cx="720428" cy="180773"/>
            </a:xfrm>
            <a:custGeom>
              <a:avLst/>
              <a:gdLst/>
              <a:ahLst/>
              <a:cxnLst/>
              <a:rect l="l" t="t" r="r" b="b"/>
              <a:pathLst>
                <a:path w="1351" h="339" extrusionOk="0">
                  <a:moveTo>
                    <a:pt x="679" y="331"/>
                  </a:moveTo>
                  <a:cubicBezTo>
                    <a:pt x="397" y="331"/>
                    <a:pt x="133" y="284"/>
                    <a:pt x="38" y="210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8" y="0"/>
                  </a:cubicBez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3" y="3"/>
                    <a:pt x="14" y="4"/>
                  </a:cubicBezTo>
                  <a:cubicBezTo>
                    <a:pt x="15" y="5"/>
                    <a:pt x="15" y="6"/>
                    <a:pt x="15" y="8"/>
                  </a:cubicBezTo>
                  <a:lnTo>
                    <a:pt x="15" y="8"/>
                  </a:lnTo>
                  <a:cubicBezTo>
                    <a:pt x="15" y="24"/>
                    <a:pt x="26" y="41"/>
                    <a:pt x="47" y="58"/>
                  </a:cubicBezTo>
                  <a:cubicBezTo>
                    <a:pt x="164" y="148"/>
                    <a:pt x="541" y="197"/>
                    <a:pt x="888" y="167"/>
                  </a:cubicBezTo>
                  <a:cubicBezTo>
                    <a:pt x="1151" y="144"/>
                    <a:pt x="1335" y="79"/>
                    <a:pt x="1335" y="9"/>
                  </a:cubicBezTo>
                  <a:lnTo>
                    <a:pt x="1335" y="9"/>
                  </a:lnTo>
                  <a:cubicBezTo>
                    <a:pt x="1335" y="7"/>
                    <a:pt x="1335" y="6"/>
                    <a:pt x="1336" y="5"/>
                  </a:cubicBezTo>
                  <a:cubicBezTo>
                    <a:pt x="1337" y="4"/>
                    <a:pt x="1338" y="3"/>
                    <a:pt x="1339" y="2"/>
                  </a:cubicBezTo>
                  <a:cubicBezTo>
                    <a:pt x="1340" y="2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4" y="1"/>
                    <a:pt x="1345" y="2"/>
                    <a:pt x="1346" y="2"/>
                  </a:cubicBezTo>
                  <a:cubicBezTo>
                    <a:pt x="1347" y="3"/>
                    <a:pt x="1349" y="4"/>
                    <a:pt x="1349" y="5"/>
                  </a:cubicBezTo>
                  <a:cubicBezTo>
                    <a:pt x="1350" y="6"/>
                    <a:pt x="1350" y="7"/>
                    <a:pt x="1350" y="9"/>
                  </a:cubicBezTo>
                  <a:lnTo>
                    <a:pt x="1350" y="9"/>
                  </a:lnTo>
                  <a:lnTo>
                    <a:pt x="1350" y="149"/>
                  </a:lnTo>
                  <a:cubicBezTo>
                    <a:pt x="1350" y="230"/>
                    <a:pt x="1169" y="297"/>
                    <a:pt x="889" y="322"/>
                  </a:cubicBezTo>
                  <a:cubicBezTo>
                    <a:pt x="819" y="328"/>
                    <a:pt x="748" y="331"/>
                    <a:pt x="679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5"/>
                    <a:pt x="26" y="182"/>
                    <a:pt x="47" y="198"/>
                  </a:cubicBezTo>
                  <a:cubicBezTo>
                    <a:pt x="164" y="289"/>
                    <a:pt x="541" y="338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8"/>
                  </a:lnTo>
                  <a:cubicBezTo>
                    <a:pt x="1287" y="111"/>
                    <a:pt x="1122" y="161"/>
                    <a:pt x="889" y="181"/>
                  </a:cubicBezTo>
                  <a:cubicBezTo>
                    <a:pt x="539" y="212"/>
                    <a:pt x="157" y="162"/>
                    <a:pt x="38" y="69"/>
                  </a:cubicBezTo>
                  <a:lnTo>
                    <a:pt x="38" y="69"/>
                  </a:lnTo>
                  <a:cubicBezTo>
                    <a:pt x="30" y="63"/>
                    <a:pt x="22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6312733" y="3576552"/>
              <a:ext cx="963059" cy="1334731"/>
            </a:xfrm>
            <a:custGeom>
              <a:avLst/>
              <a:gdLst/>
              <a:ahLst/>
              <a:cxnLst/>
              <a:rect l="l" t="t" r="r" b="b"/>
              <a:pathLst>
                <a:path w="1806" h="2503" extrusionOk="0">
                  <a:moveTo>
                    <a:pt x="989" y="2502"/>
                  </a:moveTo>
                  <a:lnTo>
                    <a:pt x="815" y="2498"/>
                  </a:lnTo>
                  <a:cubicBezTo>
                    <a:pt x="587" y="2498"/>
                    <a:pt x="392" y="2467"/>
                    <a:pt x="236" y="2406"/>
                  </a:cubicBezTo>
                  <a:cubicBezTo>
                    <a:pt x="94" y="2351"/>
                    <a:pt x="0" y="2211"/>
                    <a:pt x="0" y="2057"/>
                  </a:cubicBezTo>
                  <a:lnTo>
                    <a:pt x="0" y="630"/>
                  </a:lnTo>
                  <a:cubicBezTo>
                    <a:pt x="0" y="334"/>
                    <a:pt x="110" y="261"/>
                    <a:pt x="217" y="189"/>
                  </a:cubicBezTo>
                  <a:lnTo>
                    <a:pt x="217" y="189"/>
                  </a:lnTo>
                  <a:cubicBezTo>
                    <a:pt x="242" y="174"/>
                    <a:pt x="265" y="156"/>
                    <a:pt x="288" y="138"/>
                  </a:cubicBezTo>
                  <a:cubicBezTo>
                    <a:pt x="396" y="47"/>
                    <a:pt x="381" y="11"/>
                    <a:pt x="380" y="11"/>
                  </a:cubicBezTo>
                  <a:lnTo>
                    <a:pt x="380" y="11"/>
                  </a:lnTo>
                  <a:cubicBezTo>
                    <a:pt x="380" y="10"/>
                    <a:pt x="380" y="9"/>
                    <a:pt x="380" y="8"/>
                  </a:cubicBezTo>
                  <a:cubicBezTo>
                    <a:pt x="380" y="6"/>
                    <a:pt x="380" y="5"/>
                    <a:pt x="381" y="4"/>
                  </a:cubicBezTo>
                  <a:lnTo>
                    <a:pt x="381" y="4"/>
                  </a:lnTo>
                  <a:lnTo>
                    <a:pt x="381" y="4"/>
                  </a:lnTo>
                  <a:cubicBezTo>
                    <a:pt x="381" y="3"/>
                    <a:pt x="382" y="2"/>
                    <a:pt x="383" y="1"/>
                  </a:cubicBezTo>
                  <a:cubicBezTo>
                    <a:pt x="384" y="0"/>
                    <a:pt x="386" y="0"/>
                    <a:pt x="387" y="0"/>
                  </a:cubicBezTo>
                  <a:lnTo>
                    <a:pt x="387" y="0"/>
                  </a:lnTo>
                  <a:lnTo>
                    <a:pt x="1417" y="4"/>
                  </a:lnTo>
                  <a:lnTo>
                    <a:pt x="1417" y="4"/>
                  </a:lnTo>
                  <a:cubicBezTo>
                    <a:pt x="1419" y="4"/>
                    <a:pt x="1421" y="5"/>
                    <a:pt x="1421" y="5"/>
                  </a:cubicBezTo>
                  <a:cubicBezTo>
                    <a:pt x="1423" y="6"/>
                    <a:pt x="1423" y="7"/>
                    <a:pt x="1424" y="8"/>
                  </a:cubicBezTo>
                  <a:lnTo>
                    <a:pt x="1424" y="8"/>
                  </a:lnTo>
                  <a:lnTo>
                    <a:pt x="1424" y="8"/>
                  </a:lnTo>
                  <a:cubicBezTo>
                    <a:pt x="1424" y="9"/>
                    <a:pt x="1425" y="11"/>
                    <a:pt x="1425" y="12"/>
                  </a:cubicBezTo>
                  <a:cubicBezTo>
                    <a:pt x="1425" y="14"/>
                    <a:pt x="1424" y="14"/>
                    <a:pt x="1424" y="15"/>
                  </a:cubicBezTo>
                  <a:cubicBezTo>
                    <a:pt x="1423" y="16"/>
                    <a:pt x="1409" y="53"/>
                    <a:pt x="1516" y="142"/>
                  </a:cubicBezTo>
                  <a:lnTo>
                    <a:pt x="1516" y="142"/>
                  </a:lnTo>
                  <a:cubicBezTo>
                    <a:pt x="1539" y="161"/>
                    <a:pt x="1563" y="178"/>
                    <a:pt x="1587" y="194"/>
                  </a:cubicBezTo>
                  <a:cubicBezTo>
                    <a:pt x="1694" y="265"/>
                    <a:pt x="1805" y="339"/>
                    <a:pt x="1805" y="634"/>
                  </a:cubicBezTo>
                  <a:lnTo>
                    <a:pt x="1805" y="2062"/>
                  </a:lnTo>
                  <a:cubicBezTo>
                    <a:pt x="1805" y="2215"/>
                    <a:pt x="1710" y="2355"/>
                    <a:pt x="1568" y="2410"/>
                  </a:cubicBezTo>
                  <a:cubicBezTo>
                    <a:pt x="1412" y="2471"/>
                    <a:pt x="1217" y="2502"/>
                    <a:pt x="989" y="2502"/>
                  </a:cubicBezTo>
                  <a:moveTo>
                    <a:pt x="396" y="15"/>
                  </a:moveTo>
                  <a:cubicBezTo>
                    <a:pt x="397" y="33"/>
                    <a:pt x="385" y="75"/>
                    <a:pt x="297" y="149"/>
                  </a:cubicBezTo>
                  <a:lnTo>
                    <a:pt x="297" y="149"/>
                  </a:lnTo>
                  <a:cubicBezTo>
                    <a:pt x="274" y="168"/>
                    <a:pt x="250" y="185"/>
                    <a:pt x="225" y="201"/>
                  </a:cubicBezTo>
                  <a:cubicBezTo>
                    <a:pt x="121" y="271"/>
                    <a:pt x="15" y="342"/>
                    <a:pt x="15" y="630"/>
                  </a:cubicBezTo>
                  <a:lnTo>
                    <a:pt x="15" y="2057"/>
                  </a:lnTo>
                  <a:cubicBezTo>
                    <a:pt x="15" y="2205"/>
                    <a:pt x="105" y="2339"/>
                    <a:pt x="242" y="2392"/>
                  </a:cubicBezTo>
                  <a:cubicBezTo>
                    <a:pt x="396" y="2452"/>
                    <a:pt x="589" y="2483"/>
                    <a:pt x="815" y="2483"/>
                  </a:cubicBezTo>
                  <a:lnTo>
                    <a:pt x="989" y="2487"/>
                  </a:lnTo>
                  <a:cubicBezTo>
                    <a:pt x="1215" y="2487"/>
                    <a:pt x="1408" y="2456"/>
                    <a:pt x="1563" y="2396"/>
                  </a:cubicBezTo>
                  <a:cubicBezTo>
                    <a:pt x="1699" y="2343"/>
                    <a:pt x="1790" y="2209"/>
                    <a:pt x="1790" y="2061"/>
                  </a:cubicBezTo>
                  <a:lnTo>
                    <a:pt x="1790" y="634"/>
                  </a:lnTo>
                  <a:cubicBezTo>
                    <a:pt x="1790" y="347"/>
                    <a:pt x="1683" y="275"/>
                    <a:pt x="1579" y="206"/>
                  </a:cubicBezTo>
                  <a:lnTo>
                    <a:pt x="1579" y="206"/>
                  </a:lnTo>
                  <a:cubicBezTo>
                    <a:pt x="1554" y="190"/>
                    <a:pt x="1530" y="172"/>
                    <a:pt x="1507" y="154"/>
                  </a:cubicBezTo>
                  <a:cubicBezTo>
                    <a:pt x="1419" y="80"/>
                    <a:pt x="1407" y="38"/>
                    <a:pt x="1408" y="19"/>
                  </a:cubicBezTo>
                  <a:lnTo>
                    <a:pt x="396" y="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8"/>
            <p:cNvSpPr/>
            <p:nvPr/>
          </p:nvSpPr>
          <p:spPr>
            <a:xfrm>
              <a:off x="6355393" y="4039415"/>
              <a:ext cx="877204" cy="822809"/>
            </a:xfrm>
            <a:custGeom>
              <a:avLst/>
              <a:gdLst/>
              <a:ahLst/>
              <a:cxnLst/>
              <a:rect l="l" t="t" r="r" b="b"/>
              <a:pathLst>
                <a:path w="1645" h="1543" extrusionOk="0">
                  <a:moveTo>
                    <a:pt x="901" y="1542"/>
                  </a:moveTo>
                  <a:lnTo>
                    <a:pt x="743" y="1537"/>
                  </a:lnTo>
                  <a:cubicBezTo>
                    <a:pt x="535" y="1537"/>
                    <a:pt x="358" y="1509"/>
                    <a:pt x="216" y="1454"/>
                  </a:cubicBezTo>
                  <a:cubicBezTo>
                    <a:pt x="87" y="1404"/>
                    <a:pt x="0" y="1276"/>
                    <a:pt x="0" y="1136"/>
                  </a:cubicBez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3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8" y="0"/>
                    <a:pt x="10" y="1"/>
                    <a:pt x="11" y="1"/>
                  </a:cubicBezTo>
                  <a:cubicBezTo>
                    <a:pt x="13" y="2"/>
                    <a:pt x="13" y="2"/>
                    <a:pt x="13" y="3"/>
                  </a:cubicBezTo>
                  <a:cubicBezTo>
                    <a:pt x="14" y="5"/>
                    <a:pt x="14" y="6"/>
                    <a:pt x="14" y="7"/>
                  </a:cubicBezTo>
                  <a:lnTo>
                    <a:pt x="14" y="7"/>
                  </a:lnTo>
                  <a:lnTo>
                    <a:pt x="14" y="1136"/>
                  </a:lnTo>
                  <a:cubicBezTo>
                    <a:pt x="14" y="1270"/>
                    <a:pt x="97" y="1392"/>
                    <a:pt x="221" y="1440"/>
                  </a:cubicBezTo>
                  <a:cubicBezTo>
                    <a:pt x="362" y="1495"/>
                    <a:pt x="537" y="1523"/>
                    <a:pt x="743" y="1523"/>
                  </a:cubicBezTo>
                  <a:lnTo>
                    <a:pt x="901" y="1527"/>
                  </a:lnTo>
                  <a:cubicBezTo>
                    <a:pt x="1107" y="1527"/>
                    <a:pt x="1282" y="1499"/>
                    <a:pt x="1423" y="1445"/>
                  </a:cubicBezTo>
                  <a:cubicBezTo>
                    <a:pt x="1546" y="1397"/>
                    <a:pt x="1629" y="1274"/>
                    <a:pt x="1629" y="1141"/>
                  </a:cubicBezTo>
                  <a:lnTo>
                    <a:pt x="1629" y="11"/>
                  </a:lnTo>
                  <a:lnTo>
                    <a:pt x="1629" y="11"/>
                  </a:lnTo>
                  <a:cubicBezTo>
                    <a:pt x="1629" y="10"/>
                    <a:pt x="1630" y="9"/>
                    <a:pt x="1630" y="7"/>
                  </a:cubicBezTo>
                  <a:cubicBezTo>
                    <a:pt x="1631" y="6"/>
                    <a:pt x="1632" y="6"/>
                    <a:pt x="1633" y="5"/>
                  </a:cubicBezTo>
                  <a:cubicBezTo>
                    <a:pt x="1635" y="5"/>
                    <a:pt x="1635" y="4"/>
                    <a:pt x="1636" y="4"/>
                  </a:cubicBezTo>
                  <a:cubicBezTo>
                    <a:pt x="1638" y="4"/>
                    <a:pt x="1639" y="5"/>
                    <a:pt x="1640" y="5"/>
                  </a:cubicBezTo>
                  <a:cubicBezTo>
                    <a:pt x="1642" y="6"/>
                    <a:pt x="1643" y="6"/>
                    <a:pt x="1643" y="7"/>
                  </a:cubicBezTo>
                  <a:cubicBezTo>
                    <a:pt x="1644" y="9"/>
                    <a:pt x="1644" y="10"/>
                    <a:pt x="1644" y="11"/>
                  </a:cubicBezTo>
                  <a:lnTo>
                    <a:pt x="1644" y="11"/>
                  </a:lnTo>
                  <a:lnTo>
                    <a:pt x="1644" y="1140"/>
                  </a:lnTo>
                  <a:cubicBezTo>
                    <a:pt x="1644" y="1280"/>
                    <a:pt x="1557" y="1408"/>
                    <a:pt x="1428" y="1458"/>
                  </a:cubicBezTo>
                  <a:cubicBezTo>
                    <a:pt x="1286" y="1514"/>
                    <a:pt x="1109" y="1542"/>
                    <a:pt x="901" y="1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>
              <a:off x="6488174" y="3534425"/>
              <a:ext cx="606844" cy="79988"/>
            </a:xfrm>
            <a:custGeom>
              <a:avLst/>
              <a:gdLst/>
              <a:ahLst/>
              <a:cxnLst/>
              <a:rect l="l" t="t" r="r" b="b"/>
              <a:pathLst>
                <a:path w="1138" h="150" extrusionOk="0">
                  <a:moveTo>
                    <a:pt x="1137" y="14"/>
                  </a:moveTo>
                  <a:lnTo>
                    <a:pt x="1136" y="76"/>
                  </a:lnTo>
                  <a:lnTo>
                    <a:pt x="1136" y="76"/>
                  </a:lnTo>
                  <a:lnTo>
                    <a:pt x="1136" y="76"/>
                  </a:lnTo>
                  <a:cubicBezTo>
                    <a:pt x="1136" y="77"/>
                    <a:pt x="1136" y="78"/>
                    <a:pt x="1136" y="79"/>
                  </a:cubicBezTo>
                  <a:lnTo>
                    <a:pt x="1136" y="79"/>
                  </a:lnTo>
                  <a:cubicBezTo>
                    <a:pt x="1136" y="80"/>
                    <a:pt x="1136" y="80"/>
                    <a:pt x="1135" y="81"/>
                  </a:cubicBezTo>
                  <a:cubicBezTo>
                    <a:pt x="1135" y="83"/>
                    <a:pt x="1134" y="83"/>
                    <a:pt x="1133" y="83"/>
                  </a:cubicBezTo>
                  <a:lnTo>
                    <a:pt x="1133" y="83"/>
                  </a:lnTo>
                  <a:cubicBezTo>
                    <a:pt x="1131" y="86"/>
                    <a:pt x="1128" y="88"/>
                    <a:pt x="1125" y="90"/>
                  </a:cubicBezTo>
                  <a:cubicBezTo>
                    <a:pt x="1124" y="90"/>
                    <a:pt x="1124" y="90"/>
                    <a:pt x="1124" y="91"/>
                  </a:cubicBezTo>
                  <a:lnTo>
                    <a:pt x="1124" y="91"/>
                  </a:lnTo>
                  <a:cubicBezTo>
                    <a:pt x="1119" y="93"/>
                    <a:pt x="1114" y="96"/>
                    <a:pt x="1108" y="98"/>
                  </a:cubicBezTo>
                  <a:lnTo>
                    <a:pt x="1108" y="98"/>
                  </a:lnTo>
                  <a:cubicBezTo>
                    <a:pt x="1106" y="98"/>
                    <a:pt x="1104" y="99"/>
                    <a:pt x="1102" y="100"/>
                  </a:cubicBezTo>
                  <a:cubicBezTo>
                    <a:pt x="1100" y="101"/>
                    <a:pt x="1099" y="101"/>
                    <a:pt x="1097" y="102"/>
                  </a:cubicBezTo>
                  <a:lnTo>
                    <a:pt x="1092" y="103"/>
                  </a:lnTo>
                  <a:lnTo>
                    <a:pt x="1092" y="103"/>
                  </a:lnTo>
                  <a:cubicBezTo>
                    <a:pt x="1090" y="104"/>
                    <a:pt x="1089" y="104"/>
                    <a:pt x="1087" y="104"/>
                  </a:cubicBezTo>
                  <a:lnTo>
                    <a:pt x="1087" y="104"/>
                  </a:lnTo>
                  <a:cubicBezTo>
                    <a:pt x="1076" y="107"/>
                    <a:pt x="1062" y="110"/>
                    <a:pt x="1046" y="113"/>
                  </a:cubicBezTo>
                  <a:lnTo>
                    <a:pt x="1033" y="116"/>
                  </a:lnTo>
                  <a:cubicBezTo>
                    <a:pt x="1019" y="118"/>
                    <a:pt x="1005" y="120"/>
                    <a:pt x="989" y="122"/>
                  </a:cubicBezTo>
                  <a:cubicBezTo>
                    <a:pt x="977" y="124"/>
                    <a:pt x="964" y="125"/>
                    <a:pt x="950" y="126"/>
                  </a:cubicBezTo>
                  <a:cubicBezTo>
                    <a:pt x="909" y="131"/>
                    <a:pt x="862" y="134"/>
                    <a:pt x="810" y="137"/>
                  </a:cubicBezTo>
                  <a:cubicBezTo>
                    <a:pt x="549" y="149"/>
                    <a:pt x="242" y="133"/>
                    <a:pt x="90" y="102"/>
                  </a:cubicBezTo>
                  <a:cubicBezTo>
                    <a:pt x="77" y="99"/>
                    <a:pt x="65" y="96"/>
                    <a:pt x="54" y="93"/>
                  </a:cubicBezTo>
                  <a:cubicBezTo>
                    <a:pt x="52" y="93"/>
                    <a:pt x="50" y="92"/>
                    <a:pt x="49" y="91"/>
                  </a:cubicBezTo>
                  <a:cubicBezTo>
                    <a:pt x="45" y="90"/>
                    <a:pt x="42" y="89"/>
                    <a:pt x="39" y="88"/>
                  </a:cubicBezTo>
                  <a:cubicBezTo>
                    <a:pt x="13" y="80"/>
                    <a:pt x="0" y="71"/>
                    <a:pt x="0" y="62"/>
                  </a:cubicBezTo>
                  <a:lnTo>
                    <a:pt x="1" y="0"/>
                  </a:lnTo>
                  <a:cubicBezTo>
                    <a:pt x="17" y="4"/>
                    <a:pt x="35" y="7"/>
                    <a:pt x="55" y="11"/>
                  </a:cubicBezTo>
                  <a:cubicBezTo>
                    <a:pt x="234" y="43"/>
                    <a:pt x="562" y="58"/>
                    <a:pt x="842" y="45"/>
                  </a:cubicBezTo>
                  <a:cubicBezTo>
                    <a:pt x="974" y="39"/>
                    <a:pt x="1074" y="28"/>
                    <a:pt x="1137" y="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6449246" y="3359518"/>
              <a:ext cx="687899" cy="206902"/>
            </a:xfrm>
            <a:custGeom>
              <a:avLst/>
              <a:gdLst/>
              <a:ahLst/>
              <a:cxnLst/>
              <a:rect l="l" t="t" r="r" b="b"/>
              <a:pathLst>
                <a:path w="1290" h="388" extrusionOk="0">
                  <a:moveTo>
                    <a:pt x="1289" y="15"/>
                  </a:moveTo>
                  <a:lnTo>
                    <a:pt x="1285" y="305"/>
                  </a:lnTo>
                  <a:cubicBezTo>
                    <a:pt x="1285" y="318"/>
                    <a:pt x="1259" y="331"/>
                    <a:pt x="1210" y="342"/>
                  </a:cubicBezTo>
                  <a:cubicBezTo>
                    <a:pt x="1147" y="356"/>
                    <a:pt x="1047" y="367"/>
                    <a:pt x="916" y="373"/>
                  </a:cubicBezTo>
                  <a:cubicBezTo>
                    <a:pt x="635" y="387"/>
                    <a:pt x="307" y="371"/>
                    <a:pt x="128" y="339"/>
                  </a:cubicBezTo>
                  <a:cubicBezTo>
                    <a:pt x="108" y="336"/>
                    <a:pt x="90" y="332"/>
                    <a:pt x="74" y="328"/>
                  </a:cubicBezTo>
                  <a:cubicBezTo>
                    <a:pt x="70" y="327"/>
                    <a:pt x="65" y="325"/>
                    <a:pt x="61" y="324"/>
                  </a:cubicBezTo>
                  <a:cubicBezTo>
                    <a:pt x="20" y="313"/>
                    <a:pt x="0" y="301"/>
                    <a:pt x="0" y="289"/>
                  </a:cubicBezTo>
                  <a:lnTo>
                    <a:pt x="4" y="0"/>
                  </a:lnTo>
                  <a:lnTo>
                    <a:pt x="4" y="0"/>
                  </a:lnTo>
                  <a:cubicBezTo>
                    <a:pt x="4" y="2"/>
                    <a:pt x="5" y="4"/>
                    <a:pt x="6" y="6"/>
                  </a:cubicBezTo>
                  <a:cubicBezTo>
                    <a:pt x="7" y="8"/>
                    <a:pt x="8" y="10"/>
                    <a:pt x="9" y="11"/>
                  </a:cubicBezTo>
                  <a:lnTo>
                    <a:pt x="9" y="11"/>
                  </a:lnTo>
                  <a:cubicBezTo>
                    <a:pt x="10" y="12"/>
                    <a:pt x="11" y="12"/>
                    <a:pt x="12" y="13"/>
                  </a:cubicBezTo>
                  <a:lnTo>
                    <a:pt x="12" y="13"/>
                  </a:lnTo>
                  <a:cubicBezTo>
                    <a:pt x="14" y="14"/>
                    <a:pt x="16" y="16"/>
                    <a:pt x="18" y="17"/>
                  </a:cubicBezTo>
                  <a:lnTo>
                    <a:pt x="19" y="17"/>
                  </a:lnTo>
                  <a:lnTo>
                    <a:pt x="22" y="19"/>
                  </a:lnTo>
                  <a:cubicBezTo>
                    <a:pt x="24" y="20"/>
                    <a:pt x="26" y="21"/>
                    <a:pt x="28" y="22"/>
                  </a:cubicBezTo>
                  <a:cubicBezTo>
                    <a:pt x="30" y="23"/>
                    <a:pt x="31" y="23"/>
                    <a:pt x="32" y="24"/>
                  </a:cubicBezTo>
                  <a:cubicBezTo>
                    <a:pt x="36" y="25"/>
                    <a:pt x="40" y="27"/>
                    <a:pt x="44" y="28"/>
                  </a:cubicBezTo>
                  <a:cubicBezTo>
                    <a:pt x="49" y="29"/>
                    <a:pt x="52" y="31"/>
                    <a:pt x="57" y="32"/>
                  </a:cubicBezTo>
                  <a:lnTo>
                    <a:pt x="65" y="34"/>
                  </a:lnTo>
                  <a:cubicBezTo>
                    <a:pt x="215" y="77"/>
                    <a:pt x="598" y="99"/>
                    <a:pt x="919" y="83"/>
                  </a:cubicBezTo>
                  <a:cubicBezTo>
                    <a:pt x="1079" y="76"/>
                    <a:pt x="1194" y="61"/>
                    <a:pt x="1250" y="42"/>
                  </a:cubicBezTo>
                  <a:cubicBezTo>
                    <a:pt x="1251" y="41"/>
                    <a:pt x="1253" y="41"/>
                    <a:pt x="1255" y="40"/>
                  </a:cubicBezTo>
                  <a:cubicBezTo>
                    <a:pt x="1277" y="33"/>
                    <a:pt x="1289" y="24"/>
                    <a:pt x="1289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6451379" y="3315258"/>
              <a:ext cx="685766" cy="97585"/>
            </a:xfrm>
            <a:custGeom>
              <a:avLst/>
              <a:gdLst/>
              <a:ahLst/>
              <a:cxnLst/>
              <a:rect l="l" t="t" r="r" b="b"/>
              <a:pathLst>
                <a:path w="1286" h="183" extrusionOk="0">
                  <a:moveTo>
                    <a:pt x="1285" y="98"/>
                  </a:moveTo>
                  <a:cubicBezTo>
                    <a:pt x="1285" y="107"/>
                    <a:pt x="1273" y="116"/>
                    <a:pt x="1251" y="124"/>
                  </a:cubicBezTo>
                  <a:cubicBezTo>
                    <a:pt x="1249" y="124"/>
                    <a:pt x="1248" y="125"/>
                    <a:pt x="1246" y="126"/>
                  </a:cubicBezTo>
                  <a:cubicBezTo>
                    <a:pt x="1190" y="144"/>
                    <a:pt x="1075" y="159"/>
                    <a:pt x="915" y="167"/>
                  </a:cubicBezTo>
                  <a:cubicBezTo>
                    <a:pt x="594" y="182"/>
                    <a:pt x="212" y="160"/>
                    <a:pt x="61" y="118"/>
                  </a:cubicBezTo>
                  <a:lnTo>
                    <a:pt x="53" y="116"/>
                  </a:lnTo>
                  <a:cubicBezTo>
                    <a:pt x="48" y="114"/>
                    <a:pt x="45" y="114"/>
                    <a:pt x="40" y="112"/>
                  </a:cubicBezTo>
                  <a:cubicBezTo>
                    <a:pt x="36" y="111"/>
                    <a:pt x="32" y="109"/>
                    <a:pt x="28" y="107"/>
                  </a:cubicBezTo>
                  <a:cubicBezTo>
                    <a:pt x="27" y="107"/>
                    <a:pt x="26" y="106"/>
                    <a:pt x="24" y="106"/>
                  </a:cubicBezTo>
                  <a:cubicBezTo>
                    <a:pt x="22" y="105"/>
                    <a:pt x="20" y="103"/>
                    <a:pt x="18" y="102"/>
                  </a:cubicBezTo>
                  <a:lnTo>
                    <a:pt x="15" y="101"/>
                  </a:lnTo>
                  <a:lnTo>
                    <a:pt x="15" y="101"/>
                  </a:lnTo>
                  <a:cubicBezTo>
                    <a:pt x="14" y="101"/>
                    <a:pt x="14" y="101"/>
                    <a:pt x="14" y="100"/>
                  </a:cubicBezTo>
                  <a:cubicBezTo>
                    <a:pt x="12" y="99"/>
                    <a:pt x="10" y="98"/>
                    <a:pt x="8" y="97"/>
                  </a:cubicBezTo>
                  <a:lnTo>
                    <a:pt x="8" y="97"/>
                  </a:lnTo>
                  <a:cubicBezTo>
                    <a:pt x="7" y="96"/>
                    <a:pt x="6" y="95"/>
                    <a:pt x="6" y="94"/>
                  </a:cubicBezTo>
                  <a:lnTo>
                    <a:pt x="6" y="94"/>
                  </a:lnTo>
                  <a:cubicBezTo>
                    <a:pt x="4" y="93"/>
                    <a:pt x="3" y="92"/>
                    <a:pt x="2" y="90"/>
                  </a:cubicBezTo>
                  <a:cubicBezTo>
                    <a:pt x="1" y="88"/>
                    <a:pt x="0" y="86"/>
                    <a:pt x="0" y="83"/>
                  </a:cubicBezTo>
                  <a:cubicBezTo>
                    <a:pt x="0" y="53"/>
                    <a:pt x="136" y="26"/>
                    <a:pt x="369" y="15"/>
                  </a:cubicBezTo>
                  <a:cubicBezTo>
                    <a:pt x="691" y="0"/>
                    <a:pt x="1073" y="22"/>
                    <a:pt x="1224" y="64"/>
                  </a:cubicBezTo>
                  <a:cubicBezTo>
                    <a:pt x="1265" y="75"/>
                    <a:pt x="1285" y="87"/>
                    <a:pt x="1285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6484441" y="3530159"/>
              <a:ext cx="614310" cy="83721"/>
            </a:xfrm>
            <a:custGeom>
              <a:avLst/>
              <a:gdLst/>
              <a:ahLst/>
              <a:cxnLst/>
              <a:rect l="l" t="t" r="r" b="b"/>
              <a:pathLst>
                <a:path w="1152" h="157" extrusionOk="0">
                  <a:moveTo>
                    <a:pt x="631" y="156"/>
                  </a:moveTo>
                  <a:cubicBezTo>
                    <a:pt x="423" y="156"/>
                    <a:pt x="214" y="142"/>
                    <a:pt x="96" y="117"/>
                  </a:cubicBezTo>
                  <a:cubicBezTo>
                    <a:pt x="83" y="114"/>
                    <a:pt x="70" y="111"/>
                    <a:pt x="59" y="108"/>
                  </a:cubicBezTo>
                  <a:lnTo>
                    <a:pt x="59" y="108"/>
                  </a:lnTo>
                  <a:cubicBezTo>
                    <a:pt x="57" y="108"/>
                    <a:pt x="55" y="107"/>
                    <a:pt x="53" y="106"/>
                  </a:cubicBezTo>
                  <a:cubicBezTo>
                    <a:pt x="50" y="106"/>
                    <a:pt x="47" y="105"/>
                    <a:pt x="44" y="104"/>
                  </a:cubicBezTo>
                  <a:cubicBezTo>
                    <a:pt x="14" y="94"/>
                    <a:pt x="0" y="83"/>
                    <a:pt x="0" y="70"/>
                  </a:cubicBezTo>
                  <a:lnTo>
                    <a:pt x="1" y="8"/>
                  </a:lnTo>
                  <a:lnTo>
                    <a:pt x="1" y="8"/>
                  </a:lnTo>
                  <a:cubicBezTo>
                    <a:pt x="1" y="6"/>
                    <a:pt x="2" y="6"/>
                    <a:pt x="2" y="4"/>
                  </a:cubicBezTo>
                  <a:cubicBezTo>
                    <a:pt x="3" y="3"/>
                    <a:pt x="3" y="2"/>
                    <a:pt x="3" y="2"/>
                  </a:cubicBezTo>
                  <a:lnTo>
                    <a:pt x="3" y="2"/>
                  </a:lnTo>
                  <a:cubicBezTo>
                    <a:pt x="4" y="2"/>
                    <a:pt x="4" y="2"/>
                    <a:pt x="4" y="1"/>
                  </a:cubicBezTo>
                  <a:cubicBezTo>
                    <a:pt x="5" y="1"/>
                    <a:pt x="7" y="0"/>
                    <a:pt x="8" y="0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26" y="5"/>
                    <a:pt x="44" y="8"/>
                    <a:pt x="63" y="12"/>
                  </a:cubicBezTo>
                  <a:cubicBezTo>
                    <a:pt x="244" y="45"/>
                    <a:pt x="575" y="59"/>
                    <a:pt x="849" y="46"/>
                  </a:cubicBezTo>
                  <a:cubicBezTo>
                    <a:pt x="976" y="40"/>
                    <a:pt x="1078" y="29"/>
                    <a:pt x="1143" y="15"/>
                  </a:cubicBezTo>
                  <a:lnTo>
                    <a:pt x="1143" y="15"/>
                  </a:lnTo>
                  <a:cubicBezTo>
                    <a:pt x="1143" y="14"/>
                    <a:pt x="1144" y="14"/>
                    <a:pt x="1144" y="14"/>
                  </a:cubicBezTo>
                  <a:cubicBezTo>
                    <a:pt x="1145" y="14"/>
                    <a:pt x="1148" y="15"/>
                    <a:pt x="1148" y="15"/>
                  </a:cubicBezTo>
                  <a:cubicBezTo>
                    <a:pt x="1149" y="16"/>
                    <a:pt x="1148" y="16"/>
                    <a:pt x="1149" y="16"/>
                  </a:cubicBezTo>
                  <a:lnTo>
                    <a:pt x="1149" y="16"/>
                  </a:lnTo>
                  <a:cubicBezTo>
                    <a:pt x="1149" y="17"/>
                    <a:pt x="1150" y="17"/>
                    <a:pt x="1150" y="18"/>
                  </a:cubicBezTo>
                  <a:cubicBezTo>
                    <a:pt x="1151" y="20"/>
                    <a:pt x="1151" y="20"/>
                    <a:pt x="1151" y="22"/>
                  </a:cubicBezTo>
                  <a:lnTo>
                    <a:pt x="1151" y="22"/>
                  </a:lnTo>
                  <a:lnTo>
                    <a:pt x="1151" y="84"/>
                  </a:lnTo>
                  <a:lnTo>
                    <a:pt x="1151" y="84"/>
                  </a:lnTo>
                  <a:cubicBezTo>
                    <a:pt x="1151" y="86"/>
                    <a:pt x="1150" y="88"/>
                    <a:pt x="1150" y="90"/>
                  </a:cubicBezTo>
                  <a:lnTo>
                    <a:pt x="1150" y="90"/>
                  </a:lnTo>
                  <a:cubicBezTo>
                    <a:pt x="1149" y="91"/>
                    <a:pt x="1149" y="92"/>
                    <a:pt x="1148" y="93"/>
                  </a:cubicBezTo>
                  <a:cubicBezTo>
                    <a:pt x="1147" y="94"/>
                    <a:pt x="1147" y="95"/>
                    <a:pt x="1146" y="96"/>
                  </a:cubicBezTo>
                  <a:lnTo>
                    <a:pt x="1146" y="96"/>
                  </a:lnTo>
                  <a:cubicBezTo>
                    <a:pt x="1143" y="100"/>
                    <a:pt x="1139" y="102"/>
                    <a:pt x="1136" y="105"/>
                  </a:cubicBezTo>
                  <a:cubicBezTo>
                    <a:pt x="1135" y="105"/>
                    <a:pt x="1135" y="105"/>
                    <a:pt x="1134" y="105"/>
                  </a:cubicBezTo>
                  <a:lnTo>
                    <a:pt x="1134" y="105"/>
                  </a:lnTo>
                  <a:cubicBezTo>
                    <a:pt x="1129" y="108"/>
                    <a:pt x="1124" y="110"/>
                    <a:pt x="1118" y="113"/>
                  </a:cubicBezTo>
                  <a:lnTo>
                    <a:pt x="1117" y="113"/>
                  </a:lnTo>
                  <a:cubicBezTo>
                    <a:pt x="1115" y="114"/>
                    <a:pt x="1113" y="114"/>
                    <a:pt x="1111" y="115"/>
                  </a:cubicBezTo>
                  <a:cubicBezTo>
                    <a:pt x="1110" y="115"/>
                    <a:pt x="1109" y="116"/>
                    <a:pt x="1108" y="116"/>
                  </a:cubicBezTo>
                  <a:lnTo>
                    <a:pt x="1100" y="118"/>
                  </a:lnTo>
                  <a:lnTo>
                    <a:pt x="1100" y="118"/>
                  </a:lnTo>
                  <a:cubicBezTo>
                    <a:pt x="1099" y="119"/>
                    <a:pt x="1098" y="119"/>
                    <a:pt x="1097" y="119"/>
                  </a:cubicBezTo>
                  <a:lnTo>
                    <a:pt x="1096" y="120"/>
                  </a:lnTo>
                  <a:cubicBezTo>
                    <a:pt x="1084" y="123"/>
                    <a:pt x="1070" y="126"/>
                    <a:pt x="1055" y="129"/>
                  </a:cubicBezTo>
                  <a:cubicBezTo>
                    <a:pt x="1050" y="130"/>
                    <a:pt x="1046" y="130"/>
                    <a:pt x="1041" y="131"/>
                  </a:cubicBezTo>
                  <a:cubicBezTo>
                    <a:pt x="1027" y="133"/>
                    <a:pt x="1013" y="135"/>
                    <a:pt x="997" y="138"/>
                  </a:cubicBezTo>
                  <a:cubicBezTo>
                    <a:pt x="984" y="139"/>
                    <a:pt x="972" y="141"/>
                    <a:pt x="958" y="142"/>
                  </a:cubicBezTo>
                  <a:cubicBezTo>
                    <a:pt x="916" y="146"/>
                    <a:pt x="868" y="150"/>
                    <a:pt x="817" y="152"/>
                  </a:cubicBezTo>
                  <a:cubicBezTo>
                    <a:pt x="757" y="155"/>
                    <a:pt x="694" y="156"/>
                    <a:pt x="631" y="156"/>
                  </a:cubicBezTo>
                  <a:moveTo>
                    <a:pt x="15" y="17"/>
                  </a:moveTo>
                  <a:lnTo>
                    <a:pt x="14" y="70"/>
                  </a:lnTo>
                  <a:cubicBezTo>
                    <a:pt x="14" y="70"/>
                    <a:pt x="15" y="79"/>
                    <a:pt x="48" y="90"/>
                  </a:cubicBezTo>
                  <a:cubicBezTo>
                    <a:pt x="51" y="91"/>
                    <a:pt x="54" y="92"/>
                    <a:pt x="58" y="93"/>
                  </a:cubicBezTo>
                  <a:cubicBezTo>
                    <a:pt x="60" y="93"/>
                    <a:pt x="61" y="94"/>
                    <a:pt x="63" y="94"/>
                  </a:cubicBezTo>
                  <a:cubicBezTo>
                    <a:pt x="74" y="97"/>
                    <a:pt x="86" y="100"/>
                    <a:pt x="99" y="103"/>
                  </a:cubicBezTo>
                  <a:cubicBezTo>
                    <a:pt x="251" y="134"/>
                    <a:pt x="560" y="149"/>
                    <a:pt x="816" y="137"/>
                  </a:cubicBezTo>
                  <a:cubicBezTo>
                    <a:pt x="867" y="135"/>
                    <a:pt x="914" y="131"/>
                    <a:pt x="957" y="127"/>
                  </a:cubicBezTo>
                  <a:cubicBezTo>
                    <a:pt x="970" y="126"/>
                    <a:pt x="983" y="124"/>
                    <a:pt x="995" y="123"/>
                  </a:cubicBezTo>
                  <a:cubicBezTo>
                    <a:pt x="1010" y="121"/>
                    <a:pt x="1025" y="119"/>
                    <a:pt x="1038" y="116"/>
                  </a:cubicBezTo>
                  <a:lnTo>
                    <a:pt x="1052" y="114"/>
                  </a:lnTo>
                  <a:cubicBezTo>
                    <a:pt x="1066" y="111"/>
                    <a:pt x="1079" y="108"/>
                    <a:pt x="1091" y="106"/>
                  </a:cubicBezTo>
                  <a:lnTo>
                    <a:pt x="1091" y="106"/>
                  </a:lnTo>
                  <a:cubicBezTo>
                    <a:pt x="1092" y="105"/>
                    <a:pt x="1092" y="105"/>
                    <a:pt x="1093" y="105"/>
                  </a:cubicBezTo>
                  <a:lnTo>
                    <a:pt x="1093" y="105"/>
                  </a:lnTo>
                  <a:cubicBezTo>
                    <a:pt x="1094" y="105"/>
                    <a:pt x="1095" y="105"/>
                    <a:pt x="1096" y="104"/>
                  </a:cubicBezTo>
                  <a:lnTo>
                    <a:pt x="1103" y="102"/>
                  </a:lnTo>
                  <a:cubicBezTo>
                    <a:pt x="1104" y="102"/>
                    <a:pt x="1105" y="101"/>
                    <a:pt x="1106" y="101"/>
                  </a:cubicBezTo>
                  <a:cubicBezTo>
                    <a:pt x="1109" y="100"/>
                    <a:pt x="1111" y="100"/>
                    <a:pt x="1113" y="99"/>
                  </a:cubicBezTo>
                  <a:lnTo>
                    <a:pt x="1113" y="99"/>
                  </a:lnTo>
                  <a:lnTo>
                    <a:pt x="1113" y="99"/>
                  </a:lnTo>
                  <a:cubicBezTo>
                    <a:pt x="1118" y="97"/>
                    <a:pt x="1123" y="95"/>
                    <a:pt x="1127" y="92"/>
                  </a:cubicBezTo>
                  <a:lnTo>
                    <a:pt x="1127" y="92"/>
                  </a:lnTo>
                  <a:lnTo>
                    <a:pt x="1128" y="92"/>
                  </a:lnTo>
                  <a:cubicBezTo>
                    <a:pt x="1130" y="91"/>
                    <a:pt x="1133" y="89"/>
                    <a:pt x="1134" y="87"/>
                  </a:cubicBezTo>
                  <a:lnTo>
                    <a:pt x="1134" y="87"/>
                  </a:lnTo>
                  <a:cubicBezTo>
                    <a:pt x="1135" y="86"/>
                    <a:pt x="1135" y="86"/>
                    <a:pt x="1135" y="86"/>
                  </a:cubicBezTo>
                  <a:cubicBezTo>
                    <a:pt x="1136" y="85"/>
                    <a:pt x="1136" y="85"/>
                    <a:pt x="1136" y="85"/>
                  </a:cubicBezTo>
                  <a:lnTo>
                    <a:pt x="1137" y="31"/>
                  </a:lnTo>
                  <a:cubicBezTo>
                    <a:pt x="1071" y="45"/>
                    <a:pt x="972" y="55"/>
                    <a:pt x="850" y="61"/>
                  </a:cubicBezTo>
                  <a:cubicBezTo>
                    <a:pt x="574" y="74"/>
                    <a:pt x="242" y="59"/>
                    <a:pt x="61" y="26"/>
                  </a:cubicBezTo>
                  <a:cubicBezTo>
                    <a:pt x="44" y="23"/>
                    <a:pt x="29" y="20"/>
                    <a:pt x="15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8"/>
            <p:cNvSpPr/>
            <p:nvPr/>
          </p:nvSpPr>
          <p:spPr>
            <a:xfrm>
              <a:off x="6444980" y="3355252"/>
              <a:ext cx="695898" cy="210101"/>
            </a:xfrm>
            <a:custGeom>
              <a:avLst/>
              <a:gdLst/>
              <a:ahLst/>
              <a:cxnLst/>
              <a:rect l="l" t="t" r="r" b="b"/>
              <a:pathLst>
                <a:path w="1305" h="394" extrusionOk="0">
                  <a:moveTo>
                    <a:pt x="713" y="393"/>
                  </a:moveTo>
                  <a:cubicBezTo>
                    <a:pt x="494" y="393"/>
                    <a:pt x="272" y="379"/>
                    <a:pt x="135" y="354"/>
                  </a:cubicBezTo>
                  <a:cubicBezTo>
                    <a:pt x="115" y="351"/>
                    <a:pt x="97" y="347"/>
                    <a:pt x="80" y="343"/>
                  </a:cubicBezTo>
                  <a:cubicBezTo>
                    <a:pt x="77" y="342"/>
                    <a:pt x="75" y="341"/>
                    <a:pt x="72" y="341"/>
                  </a:cubicBezTo>
                  <a:lnTo>
                    <a:pt x="67" y="339"/>
                  </a:lnTo>
                  <a:cubicBezTo>
                    <a:pt x="21" y="327"/>
                    <a:pt x="0" y="313"/>
                    <a:pt x="1" y="297"/>
                  </a:cubicBezTo>
                  <a:lnTo>
                    <a:pt x="4" y="8"/>
                  </a:lnTo>
                  <a:lnTo>
                    <a:pt x="4" y="8"/>
                  </a:lnTo>
                  <a:cubicBezTo>
                    <a:pt x="4" y="6"/>
                    <a:pt x="4" y="5"/>
                    <a:pt x="5" y="4"/>
                  </a:cubicBezTo>
                  <a:cubicBezTo>
                    <a:pt x="6" y="3"/>
                    <a:pt x="7" y="2"/>
                    <a:pt x="8" y="1"/>
                  </a:cubicBezTo>
                  <a:cubicBezTo>
                    <a:pt x="10" y="1"/>
                    <a:pt x="10" y="0"/>
                    <a:pt x="11" y="0"/>
                  </a:cubicBez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cubicBezTo>
                    <a:pt x="13" y="0"/>
                    <a:pt x="15" y="1"/>
                    <a:pt x="15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19" y="5"/>
                    <a:pt x="19" y="6"/>
                    <a:pt x="19" y="8"/>
                  </a:cubicBezTo>
                  <a:lnTo>
                    <a:pt x="19" y="8"/>
                  </a:lnTo>
                  <a:lnTo>
                    <a:pt x="19" y="8"/>
                  </a:lnTo>
                  <a:cubicBezTo>
                    <a:pt x="19" y="9"/>
                    <a:pt x="20" y="10"/>
                    <a:pt x="20" y="10"/>
                  </a:cubicBezTo>
                  <a:cubicBezTo>
                    <a:pt x="21" y="12"/>
                    <a:pt x="21" y="12"/>
                    <a:pt x="22" y="13"/>
                  </a:cubicBezTo>
                  <a:lnTo>
                    <a:pt x="22" y="13"/>
                  </a:lnTo>
                  <a:cubicBezTo>
                    <a:pt x="23" y="14"/>
                    <a:pt x="24" y="14"/>
                    <a:pt x="24" y="15"/>
                  </a:cubicBezTo>
                  <a:lnTo>
                    <a:pt x="24" y="15"/>
                  </a:lnTo>
                  <a:cubicBezTo>
                    <a:pt x="26" y="16"/>
                    <a:pt x="28" y="18"/>
                    <a:pt x="30" y="19"/>
                  </a:cubicBezTo>
                  <a:cubicBezTo>
                    <a:pt x="31" y="20"/>
                    <a:pt x="32" y="20"/>
                    <a:pt x="33" y="20"/>
                  </a:cubicBezTo>
                  <a:cubicBezTo>
                    <a:pt x="35" y="21"/>
                    <a:pt x="37" y="22"/>
                    <a:pt x="39" y="24"/>
                  </a:cubicBezTo>
                  <a:lnTo>
                    <a:pt x="41" y="24"/>
                  </a:lnTo>
                  <a:lnTo>
                    <a:pt x="42" y="25"/>
                  </a:lnTo>
                  <a:cubicBezTo>
                    <a:pt x="46" y="26"/>
                    <a:pt x="50" y="28"/>
                    <a:pt x="54" y="29"/>
                  </a:cubicBezTo>
                  <a:cubicBezTo>
                    <a:pt x="58" y="30"/>
                    <a:pt x="62" y="32"/>
                    <a:pt x="67" y="33"/>
                  </a:cubicBezTo>
                  <a:lnTo>
                    <a:pt x="74" y="36"/>
                  </a:lnTo>
                  <a:cubicBezTo>
                    <a:pt x="224" y="77"/>
                    <a:pt x="607" y="99"/>
                    <a:pt x="927" y="84"/>
                  </a:cubicBezTo>
                  <a:cubicBezTo>
                    <a:pt x="1080" y="77"/>
                    <a:pt x="1197" y="63"/>
                    <a:pt x="1255" y="43"/>
                  </a:cubicBezTo>
                  <a:cubicBezTo>
                    <a:pt x="1257" y="43"/>
                    <a:pt x="1259" y="42"/>
                    <a:pt x="1260" y="42"/>
                  </a:cubicBezTo>
                  <a:cubicBezTo>
                    <a:pt x="1288" y="31"/>
                    <a:pt x="1289" y="24"/>
                    <a:pt x="1289" y="23"/>
                  </a:cubicBezTo>
                  <a:lnTo>
                    <a:pt x="1289" y="23"/>
                  </a:lnTo>
                  <a:cubicBezTo>
                    <a:pt x="1289" y="22"/>
                    <a:pt x="1290" y="21"/>
                    <a:pt x="1290" y="20"/>
                  </a:cubicBezTo>
                  <a:cubicBezTo>
                    <a:pt x="1291" y="19"/>
                    <a:pt x="1292" y="18"/>
                    <a:pt x="1293" y="17"/>
                  </a:cubicBezTo>
                  <a:cubicBezTo>
                    <a:pt x="1294" y="16"/>
                    <a:pt x="1296" y="16"/>
                    <a:pt x="1297" y="16"/>
                  </a:cubicBezTo>
                  <a:lnTo>
                    <a:pt x="1297" y="16"/>
                  </a:lnTo>
                  <a:cubicBezTo>
                    <a:pt x="1298" y="16"/>
                    <a:pt x="1299" y="17"/>
                    <a:pt x="1300" y="17"/>
                  </a:cubicBezTo>
                  <a:cubicBezTo>
                    <a:pt x="1301" y="18"/>
                    <a:pt x="1302" y="19"/>
                    <a:pt x="1303" y="20"/>
                  </a:cubicBezTo>
                  <a:cubicBezTo>
                    <a:pt x="1304" y="22"/>
                    <a:pt x="1304" y="22"/>
                    <a:pt x="1304" y="23"/>
                  </a:cubicBezTo>
                  <a:lnTo>
                    <a:pt x="1304" y="23"/>
                  </a:lnTo>
                  <a:lnTo>
                    <a:pt x="1300" y="313"/>
                  </a:lnTo>
                  <a:cubicBezTo>
                    <a:pt x="1300" y="330"/>
                    <a:pt x="1274" y="344"/>
                    <a:pt x="1220" y="357"/>
                  </a:cubicBezTo>
                  <a:cubicBezTo>
                    <a:pt x="1154" y="371"/>
                    <a:pt x="1052" y="382"/>
                    <a:pt x="924" y="388"/>
                  </a:cubicBezTo>
                  <a:cubicBezTo>
                    <a:pt x="856" y="392"/>
                    <a:pt x="785" y="393"/>
                    <a:pt x="713" y="393"/>
                  </a:cubicBezTo>
                  <a:moveTo>
                    <a:pt x="18" y="29"/>
                  </a:moveTo>
                  <a:lnTo>
                    <a:pt x="15" y="297"/>
                  </a:lnTo>
                  <a:cubicBezTo>
                    <a:pt x="15" y="298"/>
                    <a:pt x="16" y="310"/>
                    <a:pt x="71" y="325"/>
                  </a:cubicBezTo>
                  <a:lnTo>
                    <a:pt x="75" y="326"/>
                  </a:lnTo>
                  <a:lnTo>
                    <a:pt x="83" y="329"/>
                  </a:lnTo>
                  <a:cubicBezTo>
                    <a:pt x="100" y="333"/>
                    <a:pt x="118" y="336"/>
                    <a:pt x="137" y="340"/>
                  </a:cubicBezTo>
                  <a:cubicBezTo>
                    <a:pt x="318" y="373"/>
                    <a:pt x="648" y="387"/>
                    <a:pt x="923" y="374"/>
                  </a:cubicBezTo>
                  <a:cubicBezTo>
                    <a:pt x="1050" y="368"/>
                    <a:pt x="1151" y="357"/>
                    <a:pt x="1216" y="342"/>
                  </a:cubicBezTo>
                  <a:cubicBezTo>
                    <a:pt x="1283" y="327"/>
                    <a:pt x="1286" y="314"/>
                    <a:pt x="1286" y="313"/>
                  </a:cubicBezTo>
                  <a:lnTo>
                    <a:pt x="1289" y="45"/>
                  </a:lnTo>
                  <a:lnTo>
                    <a:pt x="1289" y="45"/>
                  </a:lnTo>
                  <a:cubicBezTo>
                    <a:pt x="1288" y="45"/>
                    <a:pt x="1287" y="46"/>
                    <a:pt x="1286" y="46"/>
                  </a:cubicBezTo>
                  <a:cubicBezTo>
                    <a:pt x="1280" y="50"/>
                    <a:pt x="1273" y="53"/>
                    <a:pt x="1265" y="56"/>
                  </a:cubicBezTo>
                  <a:cubicBezTo>
                    <a:pt x="1263" y="56"/>
                    <a:pt x="1261" y="57"/>
                    <a:pt x="1259" y="58"/>
                  </a:cubicBezTo>
                  <a:cubicBezTo>
                    <a:pt x="1200" y="77"/>
                    <a:pt x="1082" y="92"/>
                    <a:pt x="927" y="99"/>
                  </a:cubicBezTo>
                  <a:cubicBezTo>
                    <a:pt x="606" y="114"/>
                    <a:pt x="222" y="92"/>
                    <a:pt x="70" y="50"/>
                  </a:cubicBezTo>
                  <a:lnTo>
                    <a:pt x="63" y="48"/>
                  </a:lnTo>
                  <a:cubicBezTo>
                    <a:pt x="58" y="46"/>
                    <a:pt x="54" y="45"/>
                    <a:pt x="49" y="43"/>
                  </a:cubicBezTo>
                  <a:cubicBezTo>
                    <a:pt x="45" y="42"/>
                    <a:pt x="40" y="40"/>
                    <a:pt x="37" y="39"/>
                  </a:cubicBezTo>
                  <a:lnTo>
                    <a:pt x="37" y="39"/>
                  </a:lnTo>
                  <a:cubicBezTo>
                    <a:pt x="36" y="38"/>
                    <a:pt x="35" y="38"/>
                    <a:pt x="34" y="38"/>
                  </a:cubicBezTo>
                  <a:lnTo>
                    <a:pt x="33" y="37"/>
                  </a:lnTo>
                  <a:cubicBezTo>
                    <a:pt x="30" y="36"/>
                    <a:pt x="28" y="35"/>
                    <a:pt x="26" y="34"/>
                  </a:cubicBezTo>
                  <a:cubicBezTo>
                    <a:pt x="25" y="33"/>
                    <a:pt x="24" y="33"/>
                    <a:pt x="22" y="32"/>
                  </a:cubicBezTo>
                  <a:cubicBezTo>
                    <a:pt x="21" y="32"/>
                    <a:pt x="20" y="30"/>
                    <a:pt x="19" y="29"/>
                  </a:cubicBezTo>
                  <a:lnTo>
                    <a:pt x="18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8"/>
            <p:cNvSpPr/>
            <p:nvPr/>
          </p:nvSpPr>
          <p:spPr>
            <a:xfrm>
              <a:off x="6447113" y="3310992"/>
              <a:ext cx="693765" cy="100251"/>
            </a:xfrm>
            <a:custGeom>
              <a:avLst/>
              <a:gdLst/>
              <a:ahLst/>
              <a:cxnLst/>
              <a:rect l="l" t="t" r="r" b="b"/>
              <a:pathLst>
                <a:path w="1301" h="188" extrusionOk="0">
                  <a:moveTo>
                    <a:pt x="712" y="187"/>
                  </a:moveTo>
                  <a:cubicBezTo>
                    <a:pt x="449" y="187"/>
                    <a:pt x="185" y="166"/>
                    <a:pt x="66" y="133"/>
                  </a:cubicBezTo>
                  <a:lnTo>
                    <a:pt x="59" y="131"/>
                  </a:lnTo>
                  <a:cubicBezTo>
                    <a:pt x="55" y="130"/>
                    <a:pt x="52" y="129"/>
                    <a:pt x="49" y="127"/>
                  </a:cubicBezTo>
                  <a:lnTo>
                    <a:pt x="45" y="126"/>
                  </a:lnTo>
                  <a:cubicBezTo>
                    <a:pt x="41" y="125"/>
                    <a:pt x="37" y="123"/>
                    <a:pt x="33" y="122"/>
                  </a:cubicBezTo>
                  <a:lnTo>
                    <a:pt x="33" y="122"/>
                  </a:lnTo>
                  <a:cubicBezTo>
                    <a:pt x="32" y="121"/>
                    <a:pt x="31" y="121"/>
                    <a:pt x="31" y="121"/>
                  </a:cubicBezTo>
                  <a:lnTo>
                    <a:pt x="29" y="120"/>
                  </a:lnTo>
                  <a:cubicBezTo>
                    <a:pt x="26" y="119"/>
                    <a:pt x="24" y="118"/>
                    <a:pt x="22" y="116"/>
                  </a:cubicBezTo>
                  <a:cubicBezTo>
                    <a:pt x="21" y="116"/>
                    <a:pt x="20" y="115"/>
                    <a:pt x="18" y="115"/>
                  </a:cubicBezTo>
                  <a:lnTo>
                    <a:pt x="18" y="115"/>
                  </a:lnTo>
                  <a:cubicBezTo>
                    <a:pt x="16" y="113"/>
                    <a:pt x="14" y="111"/>
                    <a:pt x="11" y="110"/>
                  </a:cubicBezTo>
                  <a:lnTo>
                    <a:pt x="11" y="110"/>
                  </a:lnTo>
                  <a:cubicBezTo>
                    <a:pt x="10" y="109"/>
                    <a:pt x="9" y="108"/>
                    <a:pt x="8" y="107"/>
                  </a:cubicBezTo>
                  <a:lnTo>
                    <a:pt x="8" y="107"/>
                  </a:lnTo>
                  <a:cubicBezTo>
                    <a:pt x="6" y="105"/>
                    <a:pt x="5" y="103"/>
                    <a:pt x="3" y="101"/>
                  </a:cubicBezTo>
                  <a:cubicBezTo>
                    <a:pt x="2" y="98"/>
                    <a:pt x="0" y="94"/>
                    <a:pt x="0" y="91"/>
                  </a:cubicBezTo>
                  <a:cubicBezTo>
                    <a:pt x="0" y="38"/>
                    <a:pt x="263" y="20"/>
                    <a:pt x="377" y="15"/>
                  </a:cubicBezTo>
                  <a:cubicBezTo>
                    <a:pt x="698" y="0"/>
                    <a:pt x="1083" y="22"/>
                    <a:pt x="1234" y="64"/>
                  </a:cubicBezTo>
                  <a:cubicBezTo>
                    <a:pt x="1279" y="77"/>
                    <a:pt x="1300" y="90"/>
                    <a:pt x="1300" y="107"/>
                  </a:cubicBezTo>
                  <a:lnTo>
                    <a:pt x="1300" y="107"/>
                  </a:lnTo>
                  <a:cubicBezTo>
                    <a:pt x="1300" y="119"/>
                    <a:pt x="1288" y="129"/>
                    <a:pt x="1261" y="139"/>
                  </a:cubicBezTo>
                  <a:cubicBezTo>
                    <a:pt x="1259" y="140"/>
                    <a:pt x="1257" y="140"/>
                    <a:pt x="1256" y="141"/>
                  </a:cubicBezTo>
                  <a:cubicBezTo>
                    <a:pt x="1197" y="160"/>
                    <a:pt x="1078" y="175"/>
                    <a:pt x="923" y="182"/>
                  </a:cubicBezTo>
                  <a:cubicBezTo>
                    <a:pt x="855" y="185"/>
                    <a:pt x="784" y="187"/>
                    <a:pt x="712" y="187"/>
                  </a:cubicBezTo>
                  <a:moveTo>
                    <a:pt x="588" y="25"/>
                  </a:moveTo>
                  <a:cubicBezTo>
                    <a:pt x="517" y="25"/>
                    <a:pt x="446" y="26"/>
                    <a:pt x="377" y="30"/>
                  </a:cubicBezTo>
                  <a:cubicBezTo>
                    <a:pt x="113" y="42"/>
                    <a:pt x="15" y="74"/>
                    <a:pt x="15" y="91"/>
                  </a:cubicBezTo>
                  <a:lnTo>
                    <a:pt x="15" y="91"/>
                  </a:lnTo>
                  <a:cubicBezTo>
                    <a:pt x="15" y="92"/>
                    <a:pt x="16" y="93"/>
                    <a:pt x="16" y="94"/>
                  </a:cubicBezTo>
                  <a:cubicBezTo>
                    <a:pt x="17" y="95"/>
                    <a:pt x="17" y="96"/>
                    <a:pt x="18" y="96"/>
                  </a:cubicBezTo>
                  <a:lnTo>
                    <a:pt x="18" y="96"/>
                  </a:lnTo>
                  <a:cubicBezTo>
                    <a:pt x="19" y="97"/>
                    <a:pt x="20" y="98"/>
                    <a:pt x="20" y="98"/>
                  </a:cubicBezTo>
                  <a:lnTo>
                    <a:pt x="20" y="98"/>
                  </a:lnTo>
                  <a:cubicBezTo>
                    <a:pt x="22" y="100"/>
                    <a:pt x="24" y="101"/>
                    <a:pt x="26" y="102"/>
                  </a:cubicBezTo>
                  <a:cubicBezTo>
                    <a:pt x="27" y="103"/>
                    <a:pt x="28" y="103"/>
                    <a:pt x="29" y="103"/>
                  </a:cubicBezTo>
                  <a:cubicBezTo>
                    <a:pt x="31" y="105"/>
                    <a:pt x="33" y="106"/>
                    <a:pt x="35" y="107"/>
                  </a:cubicBezTo>
                  <a:lnTo>
                    <a:pt x="37" y="107"/>
                  </a:lnTo>
                  <a:cubicBezTo>
                    <a:pt x="37" y="108"/>
                    <a:pt x="38" y="108"/>
                    <a:pt x="38" y="108"/>
                  </a:cubicBezTo>
                  <a:cubicBezTo>
                    <a:pt x="42" y="110"/>
                    <a:pt x="46" y="111"/>
                    <a:pt x="50" y="112"/>
                  </a:cubicBezTo>
                  <a:lnTo>
                    <a:pt x="53" y="113"/>
                  </a:lnTo>
                  <a:lnTo>
                    <a:pt x="63" y="116"/>
                  </a:lnTo>
                  <a:lnTo>
                    <a:pt x="70" y="119"/>
                  </a:lnTo>
                  <a:cubicBezTo>
                    <a:pt x="220" y="161"/>
                    <a:pt x="603" y="182"/>
                    <a:pt x="923" y="167"/>
                  </a:cubicBezTo>
                  <a:cubicBezTo>
                    <a:pt x="1076" y="160"/>
                    <a:pt x="1193" y="146"/>
                    <a:pt x="1251" y="126"/>
                  </a:cubicBezTo>
                  <a:cubicBezTo>
                    <a:pt x="1253" y="126"/>
                    <a:pt x="1255" y="125"/>
                    <a:pt x="1256" y="125"/>
                  </a:cubicBezTo>
                  <a:cubicBezTo>
                    <a:pt x="1284" y="114"/>
                    <a:pt x="1285" y="107"/>
                    <a:pt x="1285" y="106"/>
                  </a:cubicBezTo>
                  <a:cubicBezTo>
                    <a:pt x="1285" y="105"/>
                    <a:pt x="1284" y="93"/>
                    <a:pt x="1230" y="78"/>
                  </a:cubicBezTo>
                  <a:cubicBezTo>
                    <a:pt x="1112" y="45"/>
                    <a:pt x="850" y="25"/>
                    <a:pt x="588" y="25"/>
                  </a:cubicBezTo>
                  <a:moveTo>
                    <a:pt x="1293" y="106"/>
                  </a:moveTo>
                  <a:lnTo>
                    <a:pt x="1293" y="1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6788930" y="3402711"/>
              <a:ext cx="8532" cy="162642"/>
            </a:xfrm>
            <a:custGeom>
              <a:avLst/>
              <a:gdLst/>
              <a:ahLst/>
              <a:cxnLst/>
              <a:rect l="l" t="t" r="r" b="b"/>
              <a:pathLst>
                <a:path w="16" h="305" extrusionOk="0">
                  <a:moveTo>
                    <a:pt x="7" y="304"/>
                  </a:moveTo>
                  <a:lnTo>
                    <a:pt x="7" y="304"/>
                  </a:lnTo>
                  <a:lnTo>
                    <a:pt x="7" y="304"/>
                  </a:lnTo>
                  <a:cubicBezTo>
                    <a:pt x="6" y="304"/>
                    <a:pt x="6" y="304"/>
                    <a:pt x="4" y="303"/>
                  </a:cubicBezTo>
                  <a:cubicBezTo>
                    <a:pt x="3" y="303"/>
                    <a:pt x="2" y="303"/>
                    <a:pt x="1" y="301"/>
                  </a:cubicBezTo>
                  <a:cubicBezTo>
                    <a:pt x="0" y="300"/>
                    <a:pt x="0" y="298"/>
                    <a:pt x="0" y="297"/>
                  </a:cubicBezTo>
                  <a:lnTo>
                    <a:pt x="0" y="297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8"/>
                  </a:cubicBezTo>
                  <a:lnTo>
                    <a:pt x="15" y="8"/>
                  </a:lnTo>
                  <a:lnTo>
                    <a:pt x="15" y="297"/>
                  </a:lnTo>
                  <a:lnTo>
                    <a:pt x="15" y="297"/>
                  </a:lnTo>
                  <a:lnTo>
                    <a:pt x="15" y="297"/>
                  </a:lnTo>
                  <a:cubicBezTo>
                    <a:pt x="15" y="298"/>
                    <a:pt x="15" y="300"/>
                    <a:pt x="14" y="301"/>
                  </a:cubicBezTo>
                  <a:cubicBezTo>
                    <a:pt x="14" y="303"/>
                    <a:pt x="13" y="303"/>
                    <a:pt x="11" y="303"/>
                  </a:cubicBezTo>
                  <a:cubicBezTo>
                    <a:pt x="10" y="304"/>
                    <a:pt x="9" y="304"/>
                    <a:pt x="7" y="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6616688" y="3394713"/>
              <a:ext cx="8532" cy="163175"/>
            </a:xfrm>
            <a:custGeom>
              <a:avLst/>
              <a:gdLst/>
              <a:ahLst/>
              <a:cxnLst/>
              <a:rect l="l" t="t" r="r" b="b"/>
              <a:pathLst>
                <a:path w="16" h="306" extrusionOk="0">
                  <a:moveTo>
                    <a:pt x="8" y="305"/>
                  </a:moveTo>
                  <a:lnTo>
                    <a:pt x="8" y="305"/>
                  </a:lnTo>
                  <a:lnTo>
                    <a:pt x="8" y="305"/>
                  </a:lnTo>
                  <a:cubicBezTo>
                    <a:pt x="6" y="305"/>
                    <a:pt x="6" y="305"/>
                    <a:pt x="4" y="304"/>
                  </a:cubicBezTo>
                  <a:cubicBezTo>
                    <a:pt x="3" y="304"/>
                    <a:pt x="2" y="302"/>
                    <a:pt x="1" y="301"/>
                  </a:cubicBezTo>
                  <a:cubicBezTo>
                    <a:pt x="1" y="300"/>
                    <a:pt x="0" y="299"/>
                    <a:pt x="0" y="297"/>
                  </a:cubicBezTo>
                  <a:lnTo>
                    <a:pt x="0" y="29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7" y="0"/>
                    <a:pt x="8" y="0"/>
                  </a:cubicBezTo>
                  <a:cubicBezTo>
                    <a:pt x="10" y="0"/>
                    <a:pt x="10" y="0"/>
                    <a:pt x="11" y="1"/>
                  </a:cubicBezTo>
                  <a:cubicBezTo>
                    <a:pt x="13" y="2"/>
                    <a:pt x="13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7"/>
                  </a:lnTo>
                  <a:lnTo>
                    <a:pt x="15" y="297"/>
                  </a:lnTo>
                  <a:lnTo>
                    <a:pt x="15" y="297"/>
                  </a:lnTo>
                  <a:lnTo>
                    <a:pt x="15" y="298"/>
                  </a:lnTo>
                  <a:cubicBezTo>
                    <a:pt x="15" y="299"/>
                    <a:pt x="15" y="300"/>
                    <a:pt x="14" y="301"/>
                  </a:cubicBezTo>
                  <a:cubicBezTo>
                    <a:pt x="13" y="302"/>
                    <a:pt x="13" y="304"/>
                    <a:pt x="11" y="304"/>
                  </a:cubicBezTo>
                  <a:cubicBezTo>
                    <a:pt x="10" y="305"/>
                    <a:pt x="9" y="305"/>
                    <a:pt x="8" y="3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8"/>
            <p:cNvSpPr/>
            <p:nvPr/>
          </p:nvSpPr>
          <p:spPr>
            <a:xfrm>
              <a:off x="6704142" y="3400045"/>
              <a:ext cx="7999" cy="162642"/>
            </a:xfrm>
            <a:custGeom>
              <a:avLst/>
              <a:gdLst/>
              <a:ahLst/>
              <a:cxnLst/>
              <a:rect l="l" t="t" r="r" b="b"/>
              <a:pathLst>
                <a:path w="15" h="305" extrusionOk="0">
                  <a:moveTo>
                    <a:pt x="7" y="304"/>
                  </a:moveTo>
                  <a:lnTo>
                    <a:pt x="7" y="304"/>
                  </a:lnTo>
                  <a:lnTo>
                    <a:pt x="7" y="304"/>
                  </a:lnTo>
                  <a:cubicBezTo>
                    <a:pt x="6" y="304"/>
                    <a:pt x="5" y="304"/>
                    <a:pt x="3" y="303"/>
                  </a:cubicBezTo>
                  <a:cubicBezTo>
                    <a:pt x="2" y="303"/>
                    <a:pt x="2" y="302"/>
                    <a:pt x="1" y="301"/>
                  </a:cubicBezTo>
                  <a:cubicBezTo>
                    <a:pt x="1" y="300"/>
                    <a:pt x="0" y="298"/>
                    <a:pt x="0" y="297"/>
                  </a:cubicBezTo>
                  <a:lnTo>
                    <a:pt x="0" y="297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8" y="0"/>
                    <a:pt x="10" y="1"/>
                    <a:pt x="11" y="1"/>
                  </a:cubicBezTo>
                  <a:cubicBezTo>
                    <a:pt x="13" y="2"/>
                    <a:pt x="13" y="3"/>
                    <a:pt x="13" y="4"/>
                  </a:cubicBezTo>
                  <a:cubicBezTo>
                    <a:pt x="14" y="5"/>
                    <a:pt x="14" y="6"/>
                    <a:pt x="14" y="8"/>
                  </a:cubicBezTo>
                  <a:lnTo>
                    <a:pt x="14" y="8"/>
                  </a:lnTo>
                  <a:lnTo>
                    <a:pt x="14" y="297"/>
                  </a:lnTo>
                  <a:lnTo>
                    <a:pt x="14" y="297"/>
                  </a:lnTo>
                  <a:lnTo>
                    <a:pt x="14" y="297"/>
                  </a:lnTo>
                  <a:cubicBezTo>
                    <a:pt x="14" y="298"/>
                    <a:pt x="14" y="300"/>
                    <a:pt x="13" y="301"/>
                  </a:cubicBezTo>
                  <a:cubicBezTo>
                    <a:pt x="13" y="302"/>
                    <a:pt x="13" y="303"/>
                    <a:pt x="11" y="303"/>
                  </a:cubicBezTo>
                  <a:cubicBezTo>
                    <a:pt x="10" y="304"/>
                    <a:pt x="8" y="304"/>
                    <a:pt x="7" y="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8"/>
            <p:cNvSpPr/>
            <p:nvPr/>
          </p:nvSpPr>
          <p:spPr>
            <a:xfrm>
              <a:off x="6539366" y="3386181"/>
              <a:ext cx="8532" cy="162642"/>
            </a:xfrm>
            <a:custGeom>
              <a:avLst/>
              <a:gdLst/>
              <a:ahLst/>
              <a:cxnLst/>
              <a:rect l="l" t="t" r="r" b="b"/>
              <a:pathLst>
                <a:path w="16" h="305" extrusionOk="0">
                  <a:moveTo>
                    <a:pt x="7" y="304"/>
                  </a:moveTo>
                  <a:lnTo>
                    <a:pt x="7" y="304"/>
                  </a:lnTo>
                  <a:cubicBezTo>
                    <a:pt x="6" y="304"/>
                    <a:pt x="5" y="304"/>
                    <a:pt x="4" y="303"/>
                  </a:cubicBezTo>
                  <a:cubicBezTo>
                    <a:pt x="3" y="302"/>
                    <a:pt x="2" y="301"/>
                    <a:pt x="1" y="300"/>
                  </a:cubicBezTo>
                  <a:cubicBezTo>
                    <a:pt x="0" y="299"/>
                    <a:pt x="0" y="298"/>
                    <a:pt x="0" y="297"/>
                  </a:cubicBezTo>
                  <a:lnTo>
                    <a:pt x="0" y="29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296"/>
                  </a:lnTo>
                  <a:lnTo>
                    <a:pt x="15" y="296"/>
                  </a:lnTo>
                  <a:lnTo>
                    <a:pt x="15" y="297"/>
                  </a:lnTo>
                  <a:cubicBezTo>
                    <a:pt x="15" y="298"/>
                    <a:pt x="15" y="299"/>
                    <a:pt x="14" y="300"/>
                  </a:cubicBezTo>
                  <a:cubicBezTo>
                    <a:pt x="14" y="301"/>
                    <a:pt x="12" y="302"/>
                    <a:pt x="11" y="303"/>
                  </a:cubicBezTo>
                  <a:cubicBezTo>
                    <a:pt x="10" y="304"/>
                    <a:pt x="9" y="304"/>
                    <a:pt x="7" y="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8"/>
            <p:cNvSpPr/>
            <p:nvPr/>
          </p:nvSpPr>
          <p:spPr>
            <a:xfrm>
              <a:off x="6959571" y="3400045"/>
              <a:ext cx="8532" cy="161042"/>
            </a:xfrm>
            <a:custGeom>
              <a:avLst/>
              <a:gdLst/>
              <a:ahLst/>
              <a:cxnLst/>
              <a:rect l="l" t="t" r="r" b="b"/>
              <a:pathLst>
                <a:path w="16" h="302" extrusionOk="0">
                  <a:moveTo>
                    <a:pt x="7" y="301"/>
                  </a:moveTo>
                  <a:lnTo>
                    <a:pt x="7" y="301"/>
                  </a:lnTo>
                  <a:lnTo>
                    <a:pt x="7" y="301"/>
                  </a:lnTo>
                  <a:cubicBezTo>
                    <a:pt x="6" y="301"/>
                    <a:pt x="6" y="301"/>
                    <a:pt x="4" y="300"/>
                  </a:cubicBezTo>
                  <a:cubicBezTo>
                    <a:pt x="3" y="300"/>
                    <a:pt x="2" y="298"/>
                    <a:pt x="1" y="297"/>
                  </a:cubicBezTo>
                  <a:cubicBezTo>
                    <a:pt x="0" y="296"/>
                    <a:pt x="0" y="295"/>
                    <a:pt x="0" y="293"/>
                  </a:cubicBezTo>
                  <a:lnTo>
                    <a:pt x="0" y="293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9" y="0"/>
                    <a:pt x="10" y="0"/>
                    <a:pt x="11" y="1"/>
                  </a:cubicBezTo>
                  <a:cubicBezTo>
                    <a:pt x="12" y="2"/>
                    <a:pt x="14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293"/>
                  </a:lnTo>
                  <a:lnTo>
                    <a:pt x="15" y="293"/>
                  </a:lnTo>
                  <a:lnTo>
                    <a:pt x="15" y="293"/>
                  </a:lnTo>
                  <a:cubicBezTo>
                    <a:pt x="15" y="295"/>
                    <a:pt x="15" y="296"/>
                    <a:pt x="14" y="297"/>
                  </a:cubicBezTo>
                  <a:cubicBezTo>
                    <a:pt x="14" y="298"/>
                    <a:pt x="13" y="300"/>
                    <a:pt x="11" y="300"/>
                  </a:cubicBezTo>
                  <a:cubicBezTo>
                    <a:pt x="10" y="301"/>
                    <a:pt x="9" y="301"/>
                    <a:pt x="7" y="3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8"/>
            <p:cNvSpPr/>
            <p:nvPr/>
          </p:nvSpPr>
          <p:spPr>
            <a:xfrm>
              <a:off x="6872651" y="3402178"/>
              <a:ext cx="7999" cy="163175"/>
            </a:xfrm>
            <a:custGeom>
              <a:avLst/>
              <a:gdLst/>
              <a:ahLst/>
              <a:cxnLst/>
              <a:rect l="l" t="t" r="r" b="b"/>
              <a:pathLst>
                <a:path w="15" h="306" extrusionOk="0">
                  <a:moveTo>
                    <a:pt x="7" y="304"/>
                  </a:moveTo>
                  <a:lnTo>
                    <a:pt x="7" y="304"/>
                  </a:lnTo>
                  <a:lnTo>
                    <a:pt x="7" y="304"/>
                  </a:lnTo>
                  <a:cubicBezTo>
                    <a:pt x="6" y="304"/>
                    <a:pt x="4" y="304"/>
                    <a:pt x="3" y="303"/>
                  </a:cubicBezTo>
                  <a:cubicBezTo>
                    <a:pt x="2" y="302"/>
                    <a:pt x="2" y="302"/>
                    <a:pt x="1" y="300"/>
                  </a:cubicBezTo>
                  <a:cubicBezTo>
                    <a:pt x="1" y="299"/>
                    <a:pt x="0" y="298"/>
                    <a:pt x="0" y="297"/>
                  </a:cubicBezTo>
                  <a:lnTo>
                    <a:pt x="0" y="297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8" y="0"/>
                    <a:pt x="10" y="1"/>
                    <a:pt x="11" y="1"/>
                  </a:cubicBezTo>
                  <a:cubicBezTo>
                    <a:pt x="13" y="2"/>
                    <a:pt x="13" y="3"/>
                    <a:pt x="13" y="4"/>
                  </a:cubicBezTo>
                  <a:cubicBezTo>
                    <a:pt x="14" y="5"/>
                    <a:pt x="14" y="6"/>
                    <a:pt x="14" y="8"/>
                  </a:cubicBezTo>
                  <a:lnTo>
                    <a:pt x="14" y="8"/>
                  </a:lnTo>
                  <a:lnTo>
                    <a:pt x="14" y="297"/>
                  </a:lnTo>
                  <a:lnTo>
                    <a:pt x="14" y="297"/>
                  </a:lnTo>
                  <a:cubicBezTo>
                    <a:pt x="14" y="298"/>
                    <a:pt x="14" y="299"/>
                    <a:pt x="13" y="300"/>
                  </a:cubicBezTo>
                  <a:cubicBezTo>
                    <a:pt x="13" y="302"/>
                    <a:pt x="13" y="303"/>
                    <a:pt x="11" y="303"/>
                  </a:cubicBezTo>
                  <a:cubicBezTo>
                    <a:pt x="10" y="305"/>
                    <a:pt x="8" y="304"/>
                    <a:pt x="7" y="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8"/>
            <p:cNvSpPr/>
            <p:nvPr/>
          </p:nvSpPr>
          <p:spPr>
            <a:xfrm>
              <a:off x="6660948" y="3342987"/>
              <a:ext cx="244231" cy="34128"/>
            </a:xfrm>
            <a:custGeom>
              <a:avLst/>
              <a:gdLst/>
              <a:ahLst/>
              <a:cxnLst/>
              <a:rect l="l" t="t" r="r" b="b"/>
              <a:pathLst>
                <a:path w="458" h="64" extrusionOk="0">
                  <a:moveTo>
                    <a:pt x="228" y="63"/>
                  </a:moveTo>
                  <a:lnTo>
                    <a:pt x="0" y="63"/>
                  </a:lnTo>
                  <a:lnTo>
                    <a:pt x="0" y="0"/>
                  </a:lnTo>
                  <a:lnTo>
                    <a:pt x="457" y="0"/>
                  </a:lnTo>
                  <a:lnTo>
                    <a:pt x="457" y="63"/>
                  </a:lnTo>
                  <a:lnTo>
                    <a:pt x="228" y="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" name="Google Shape;884;p18"/>
            <p:cNvSpPr/>
            <p:nvPr/>
          </p:nvSpPr>
          <p:spPr>
            <a:xfrm>
              <a:off x="6393254" y="4345502"/>
              <a:ext cx="460199" cy="345548"/>
            </a:xfrm>
            <a:custGeom>
              <a:avLst/>
              <a:gdLst/>
              <a:ahLst/>
              <a:cxnLst/>
              <a:rect l="l" t="t" r="r" b="b"/>
              <a:pathLst>
                <a:path w="863" h="648" extrusionOk="0">
                  <a:moveTo>
                    <a:pt x="74" y="647"/>
                  </a:moveTo>
                  <a:lnTo>
                    <a:pt x="42" y="585"/>
                  </a:lnTo>
                  <a:cubicBezTo>
                    <a:pt x="0" y="506"/>
                    <a:pt x="8" y="401"/>
                    <a:pt x="76" y="296"/>
                  </a:cubicBezTo>
                  <a:cubicBezTo>
                    <a:pt x="195" y="113"/>
                    <a:pt x="453" y="0"/>
                    <a:pt x="652" y="45"/>
                  </a:cubicBezTo>
                  <a:cubicBezTo>
                    <a:pt x="737" y="65"/>
                    <a:pt x="798" y="110"/>
                    <a:pt x="829" y="171"/>
                  </a:cubicBezTo>
                  <a:lnTo>
                    <a:pt x="862" y="233"/>
                  </a:lnTo>
                  <a:cubicBezTo>
                    <a:pt x="830" y="173"/>
                    <a:pt x="770" y="127"/>
                    <a:pt x="684" y="107"/>
                  </a:cubicBezTo>
                  <a:cubicBezTo>
                    <a:pt x="486" y="62"/>
                    <a:pt x="228" y="175"/>
                    <a:pt x="109" y="358"/>
                  </a:cubicBezTo>
                  <a:cubicBezTo>
                    <a:pt x="41" y="463"/>
                    <a:pt x="32" y="568"/>
                    <a:pt x="74" y="6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6387922" y="4378564"/>
              <a:ext cx="510858" cy="403672"/>
            </a:xfrm>
            <a:custGeom>
              <a:avLst/>
              <a:gdLst/>
              <a:ahLst/>
              <a:cxnLst/>
              <a:rect l="l" t="t" r="r" b="b"/>
              <a:pathLst>
                <a:path w="958" h="757" extrusionOk="0">
                  <a:moveTo>
                    <a:pt x="838" y="460"/>
                  </a:moveTo>
                  <a:cubicBezTo>
                    <a:pt x="718" y="643"/>
                    <a:pt x="460" y="756"/>
                    <a:pt x="262" y="711"/>
                  </a:cubicBezTo>
                  <a:cubicBezTo>
                    <a:pt x="64" y="666"/>
                    <a:pt x="0" y="480"/>
                    <a:pt x="119" y="296"/>
                  </a:cubicBezTo>
                  <a:cubicBezTo>
                    <a:pt x="239" y="113"/>
                    <a:pt x="496" y="0"/>
                    <a:pt x="694" y="45"/>
                  </a:cubicBezTo>
                  <a:cubicBezTo>
                    <a:pt x="892" y="91"/>
                    <a:pt x="957" y="276"/>
                    <a:pt x="838" y="460"/>
                  </a:cubicBezTo>
                  <a:moveTo>
                    <a:pt x="187" y="312"/>
                  </a:moveTo>
                  <a:cubicBezTo>
                    <a:pt x="90" y="460"/>
                    <a:pt x="142" y="612"/>
                    <a:pt x="303" y="648"/>
                  </a:cubicBezTo>
                  <a:cubicBezTo>
                    <a:pt x="464" y="685"/>
                    <a:pt x="674" y="593"/>
                    <a:pt x="770" y="444"/>
                  </a:cubicBezTo>
                  <a:cubicBezTo>
                    <a:pt x="867" y="296"/>
                    <a:pt x="814" y="145"/>
                    <a:pt x="653" y="108"/>
                  </a:cubicBezTo>
                  <a:cubicBezTo>
                    <a:pt x="493" y="72"/>
                    <a:pt x="283" y="163"/>
                    <a:pt x="187" y="3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6436448" y="4416958"/>
              <a:ext cx="413806" cy="327417"/>
            </a:xfrm>
            <a:custGeom>
              <a:avLst/>
              <a:gdLst/>
              <a:ahLst/>
              <a:cxnLst/>
              <a:rect l="l" t="t" r="r" b="b"/>
              <a:pathLst>
                <a:path w="776" h="614" extrusionOk="0">
                  <a:moveTo>
                    <a:pt x="679" y="372"/>
                  </a:moveTo>
                  <a:cubicBezTo>
                    <a:pt x="582" y="521"/>
                    <a:pt x="373" y="613"/>
                    <a:pt x="212" y="576"/>
                  </a:cubicBezTo>
                  <a:cubicBezTo>
                    <a:pt x="51" y="539"/>
                    <a:pt x="0" y="389"/>
                    <a:pt x="96" y="240"/>
                  </a:cubicBezTo>
                  <a:cubicBezTo>
                    <a:pt x="193" y="92"/>
                    <a:pt x="402" y="0"/>
                    <a:pt x="562" y="36"/>
                  </a:cubicBezTo>
                  <a:cubicBezTo>
                    <a:pt x="723" y="73"/>
                    <a:pt x="775" y="224"/>
                    <a:pt x="679" y="37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6387922" y="4341769"/>
              <a:ext cx="469264" cy="353013"/>
            </a:xfrm>
            <a:custGeom>
              <a:avLst/>
              <a:gdLst/>
              <a:ahLst/>
              <a:cxnLst/>
              <a:rect l="l" t="t" r="r" b="b"/>
              <a:pathLst>
                <a:path w="880" h="662" extrusionOk="0">
                  <a:moveTo>
                    <a:pt x="84" y="661"/>
                  </a:moveTo>
                  <a:lnTo>
                    <a:pt x="84" y="661"/>
                  </a:lnTo>
                  <a:lnTo>
                    <a:pt x="84" y="661"/>
                  </a:lnTo>
                  <a:cubicBezTo>
                    <a:pt x="83" y="661"/>
                    <a:pt x="83" y="661"/>
                    <a:pt x="81" y="660"/>
                  </a:cubicBezTo>
                  <a:cubicBezTo>
                    <a:pt x="80" y="660"/>
                    <a:pt x="79" y="659"/>
                    <a:pt x="78" y="658"/>
                  </a:cubicBezTo>
                  <a:lnTo>
                    <a:pt x="78" y="657"/>
                  </a:lnTo>
                  <a:lnTo>
                    <a:pt x="78" y="657"/>
                  </a:lnTo>
                  <a:lnTo>
                    <a:pt x="45" y="596"/>
                  </a:lnTo>
                  <a:cubicBezTo>
                    <a:pt x="0" y="510"/>
                    <a:pt x="13" y="402"/>
                    <a:pt x="80" y="299"/>
                  </a:cubicBezTo>
                  <a:cubicBezTo>
                    <a:pt x="201" y="113"/>
                    <a:pt x="462" y="0"/>
                    <a:pt x="663" y="45"/>
                  </a:cubicBezTo>
                  <a:cubicBezTo>
                    <a:pt x="747" y="64"/>
                    <a:pt x="812" y="110"/>
                    <a:pt x="846" y="174"/>
                  </a:cubicBezTo>
                  <a:lnTo>
                    <a:pt x="879" y="236"/>
                  </a:lnTo>
                  <a:lnTo>
                    <a:pt x="879" y="236"/>
                  </a:lnTo>
                  <a:cubicBezTo>
                    <a:pt x="879" y="237"/>
                    <a:pt x="879" y="239"/>
                    <a:pt x="879" y="240"/>
                  </a:cubicBezTo>
                  <a:cubicBezTo>
                    <a:pt x="879" y="241"/>
                    <a:pt x="879" y="242"/>
                    <a:pt x="878" y="243"/>
                  </a:cubicBezTo>
                  <a:cubicBezTo>
                    <a:pt x="878" y="244"/>
                    <a:pt x="878" y="245"/>
                    <a:pt x="876" y="246"/>
                  </a:cubicBezTo>
                  <a:cubicBezTo>
                    <a:pt x="875" y="247"/>
                    <a:pt x="873" y="247"/>
                    <a:pt x="872" y="247"/>
                  </a:cubicBezTo>
                  <a:cubicBezTo>
                    <a:pt x="871" y="247"/>
                    <a:pt x="869" y="247"/>
                    <a:pt x="868" y="246"/>
                  </a:cubicBezTo>
                  <a:cubicBezTo>
                    <a:pt x="867" y="245"/>
                    <a:pt x="866" y="244"/>
                    <a:pt x="866" y="243"/>
                  </a:cubicBezTo>
                  <a:lnTo>
                    <a:pt x="866" y="243"/>
                  </a:lnTo>
                  <a:cubicBezTo>
                    <a:pt x="834" y="183"/>
                    <a:pt x="772" y="140"/>
                    <a:pt x="693" y="122"/>
                  </a:cubicBezTo>
                  <a:cubicBezTo>
                    <a:pt x="497" y="77"/>
                    <a:pt x="242" y="188"/>
                    <a:pt x="125" y="369"/>
                  </a:cubicBezTo>
                  <a:cubicBezTo>
                    <a:pt x="61" y="468"/>
                    <a:pt x="49" y="570"/>
                    <a:pt x="91" y="651"/>
                  </a:cubicBezTo>
                  <a:lnTo>
                    <a:pt x="91" y="651"/>
                  </a:lnTo>
                  <a:lnTo>
                    <a:pt x="91" y="651"/>
                  </a:lnTo>
                  <a:cubicBezTo>
                    <a:pt x="91" y="652"/>
                    <a:pt x="92" y="653"/>
                    <a:pt x="92" y="654"/>
                  </a:cubicBezTo>
                  <a:cubicBezTo>
                    <a:pt x="92" y="656"/>
                    <a:pt x="92" y="657"/>
                    <a:pt x="91" y="658"/>
                  </a:cubicBezTo>
                  <a:cubicBezTo>
                    <a:pt x="91" y="659"/>
                    <a:pt x="89" y="660"/>
                    <a:pt x="88" y="661"/>
                  </a:cubicBezTo>
                  <a:lnTo>
                    <a:pt x="88" y="661"/>
                  </a:lnTo>
                  <a:lnTo>
                    <a:pt x="88" y="661"/>
                  </a:lnTo>
                  <a:cubicBezTo>
                    <a:pt x="87" y="661"/>
                    <a:pt x="86" y="661"/>
                    <a:pt x="85" y="661"/>
                  </a:cubicBezTo>
                  <a:lnTo>
                    <a:pt x="84" y="661"/>
                  </a:lnTo>
                  <a:moveTo>
                    <a:pt x="569" y="50"/>
                  </a:moveTo>
                  <a:cubicBezTo>
                    <a:pt x="392" y="50"/>
                    <a:pt x="192" y="153"/>
                    <a:pt x="92" y="307"/>
                  </a:cubicBezTo>
                  <a:cubicBezTo>
                    <a:pt x="31" y="401"/>
                    <a:pt x="17" y="500"/>
                    <a:pt x="53" y="579"/>
                  </a:cubicBezTo>
                  <a:cubicBezTo>
                    <a:pt x="45" y="510"/>
                    <a:pt x="65" y="435"/>
                    <a:pt x="113" y="361"/>
                  </a:cubicBezTo>
                  <a:cubicBezTo>
                    <a:pt x="233" y="175"/>
                    <a:pt x="495" y="61"/>
                    <a:pt x="696" y="107"/>
                  </a:cubicBezTo>
                  <a:cubicBezTo>
                    <a:pt x="748" y="119"/>
                    <a:pt x="793" y="141"/>
                    <a:pt x="828" y="172"/>
                  </a:cubicBezTo>
                  <a:cubicBezTo>
                    <a:pt x="795" y="117"/>
                    <a:pt x="736" y="77"/>
                    <a:pt x="660" y="59"/>
                  </a:cubicBezTo>
                  <a:lnTo>
                    <a:pt x="660" y="59"/>
                  </a:lnTo>
                  <a:cubicBezTo>
                    <a:pt x="631" y="53"/>
                    <a:pt x="601" y="50"/>
                    <a:pt x="572" y="50"/>
                  </a:cubicBezTo>
                  <a:cubicBezTo>
                    <a:pt x="571" y="50"/>
                    <a:pt x="570" y="50"/>
                    <a:pt x="569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6407119" y="4374831"/>
              <a:ext cx="472464" cy="403139"/>
            </a:xfrm>
            <a:custGeom>
              <a:avLst/>
              <a:gdLst/>
              <a:ahLst/>
              <a:cxnLst/>
              <a:rect l="l" t="t" r="r" b="b"/>
              <a:pathLst>
                <a:path w="886" h="756" extrusionOk="0">
                  <a:moveTo>
                    <a:pt x="318" y="735"/>
                  </a:moveTo>
                  <a:lnTo>
                    <a:pt x="318" y="735"/>
                  </a:lnTo>
                  <a:cubicBezTo>
                    <a:pt x="317" y="735"/>
                    <a:pt x="317" y="735"/>
                    <a:pt x="316" y="735"/>
                  </a:cubicBezTo>
                  <a:cubicBezTo>
                    <a:pt x="285" y="735"/>
                    <a:pt x="255" y="732"/>
                    <a:pt x="225" y="725"/>
                  </a:cubicBezTo>
                  <a:cubicBezTo>
                    <a:pt x="131" y="704"/>
                    <a:pt x="63" y="651"/>
                    <a:pt x="33" y="576"/>
                  </a:cubicBezTo>
                  <a:cubicBezTo>
                    <a:pt x="0" y="494"/>
                    <a:pt x="16" y="393"/>
                    <a:pt x="77" y="299"/>
                  </a:cubicBezTo>
                  <a:cubicBezTo>
                    <a:pt x="197" y="114"/>
                    <a:pt x="459" y="0"/>
                    <a:pt x="660" y="45"/>
                  </a:cubicBezTo>
                  <a:cubicBezTo>
                    <a:pt x="753" y="67"/>
                    <a:pt x="821" y="119"/>
                    <a:pt x="852" y="194"/>
                  </a:cubicBezTo>
                  <a:cubicBezTo>
                    <a:pt x="885" y="276"/>
                    <a:pt x="869" y="377"/>
                    <a:pt x="808" y="471"/>
                  </a:cubicBezTo>
                  <a:lnTo>
                    <a:pt x="808" y="471"/>
                  </a:lnTo>
                  <a:cubicBezTo>
                    <a:pt x="705" y="629"/>
                    <a:pt x="500" y="735"/>
                    <a:pt x="318" y="735"/>
                  </a:cubicBezTo>
                  <a:moveTo>
                    <a:pt x="566" y="50"/>
                  </a:moveTo>
                  <a:cubicBezTo>
                    <a:pt x="388" y="50"/>
                    <a:pt x="189" y="153"/>
                    <a:pt x="89" y="307"/>
                  </a:cubicBezTo>
                  <a:cubicBezTo>
                    <a:pt x="30" y="397"/>
                    <a:pt x="15" y="493"/>
                    <a:pt x="46" y="570"/>
                  </a:cubicBezTo>
                  <a:cubicBezTo>
                    <a:pt x="75" y="640"/>
                    <a:pt x="139" y="690"/>
                    <a:pt x="228" y="710"/>
                  </a:cubicBezTo>
                  <a:cubicBezTo>
                    <a:pt x="423" y="755"/>
                    <a:pt x="678" y="644"/>
                    <a:pt x="796" y="463"/>
                  </a:cubicBezTo>
                  <a:lnTo>
                    <a:pt x="796" y="463"/>
                  </a:lnTo>
                  <a:cubicBezTo>
                    <a:pt x="854" y="373"/>
                    <a:pt x="870" y="277"/>
                    <a:pt x="838" y="200"/>
                  </a:cubicBezTo>
                  <a:cubicBezTo>
                    <a:pt x="810" y="129"/>
                    <a:pt x="745" y="80"/>
                    <a:pt x="657" y="59"/>
                  </a:cubicBezTo>
                  <a:lnTo>
                    <a:pt x="657" y="59"/>
                  </a:lnTo>
                  <a:cubicBezTo>
                    <a:pt x="628" y="53"/>
                    <a:pt x="598" y="50"/>
                    <a:pt x="569" y="50"/>
                  </a:cubicBezTo>
                  <a:cubicBezTo>
                    <a:pt x="568" y="50"/>
                    <a:pt x="567" y="50"/>
                    <a:pt x="566" y="50"/>
                  </a:cubicBezTo>
                  <a:moveTo>
                    <a:pt x="802" y="467"/>
                  </a:moveTo>
                  <a:lnTo>
                    <a:pt x="802" y="4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6450846" y="4412692"/>
              <a:ext cx="385010" cy="327417"/>
            </a:xfrm>
            <a:custGeom>
              <a:avLst/>
              <a:gdLst/>
              <a:ahLst/>
              <a:cxnLst/>
              <a:rect l="l" t="t" r="r" b="b"/>
              <a:pathLst>
                <a:path w="722" h="614" extrusionOk="0">
                  <a:moveTo>
                    <a:pt x="259" y="599"/>
                  </a:moveTo>
                  <a:lnTo>
                    <a:pt x="259" y="599"/>
                  </a:lnTo>
                  <a:lnTo>
                    <a:pt x="258" y="599"/>
                  </a:lnTo>
                  <a:cubicBezTo>
                    <a:pt x="233" y="599"/>
                    <a:pt x="208" y="596"/>
                    <a:pt x="183" y="591"/>
                  </a:cubicBezTo>
                  <a:cubicBezTo>
                    <a:pt x="107" y="574"/>
                    <a:pt x="52" y="530"/>
                    <a:pt x="27" y="469"/>
                  </a:cubicBezTo>
                  <a:cubicBezTo>
                    <a:pt x="0" y="403"/>
                    <a:pt x="13" y="320"/>
                    <a:pt x="62" y="244"/>
                  </a:cubicBezTo>
                  <a:lnTo>
                    <a:pt x="62" y="244"/>
                  </a:lnTo>
                  <a:cubicBezTo>
                    <a:pt x="161" y="93"/>
                    <a:pt x="373" y="0"/>
                    <a:pt x="537" y="37"/>
                  </a:cubicBezTo>
                  <a:cubicBezTo>
                    <a:pt x="613" y="54"/>
                    <a:pt x="669" y="98"/>
                    <a:pt x="694" y="159"/>
                  </a:cubicBezTo>
                  <a:cubicBezTo>
                    <a:pt x="721" y="226"/>
                    <a:pt x="708" y="308"/>
                    <a:pt x="658" y="384"/>
                  </a:cubicBezTo>
                  <a:cubicBezTo>
                    <a:pt x="574" y="513"/>
                    <a:pt x="408" y="599"/>
                    <a:pt x="259" y="599"/>
                  </a:cubicBezTo>
                  <a:moveTo>
                    <a:pt x="460" y="44"/>
                  </a:moveTo>
                  <a:cubicBezTo>
                    <a:pt x="317" y="44"/>
                    <a:pt x="156" y="127"/>
                    <a:pt x="75" y="252"/>
                  </a:cubicBezTo>
                  <a:lnTo>
                    <a:pt x="75" y="252"/>
                  </a:lnTo>
                  <a:cubicBezTo>
                    <a:pt x="28" y="324"/>
                    <a:pt x="15" y="402"/>
                    <a:pt x="40" y="464"/>
                  </a:cubicBezTo>
                  <a:cubicBezTo>
                    <a:pt x="63" y="520"/>
                    <a:pt x="115" y="560"/>
                    <a:pt x="187" y="577"/>
                  </a:cubicBezTo>
                  <a:cubicBezTo>
                    <a:pt x="345" y="613"/>
                    <a:pt x="551" y="523"/>
                    <a:pt x="646" y="376"/>
                  </a:cubicBezTo>
                  <a:cubicBezTo>
                    <a:pt x="693" y="304"/>
                    <a:pt x="705" y="226"/>
                    <a:pt x="680" y="164"/>
                  </a:cubicBezTo>
                  <a:cubicBezTo>
                    <a:pt x="657" y="108"/>
                    <a:pt x="605" y="68"/>
                    <a:pt x="534" y="51"/>
                  </a:cubicBezTo>
                  <a:lnTo>
                    <a:pt x="534" y="51"/>
                  </a:lnTo>
                  <a:cubicBezTo>
                    <a:pt x="511" y="46"/>
                    <a:pt x="487" y="44"/>
                    <a:pt x="463" y="44"/>
                  </a:cubicBezTo>
                  <a:cubicBezTo>
                    <a:pt x="462" y="44"/>
                    <a:pt x="461" y="44"/>
                    <a:pt x="460" y="44"/>
                  </a:cubicBezTo>
                  <a:moveTo>
                    <a:pt x="69" y="248"/>
                  </a:moveTo>
                  <a:lnTo>
                    <a:pt x="69" y="248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8"/>
            <p:cNvSpPr/>
            <p:nvPr/>
          </p:nvSpPr>
          <p:spPr>
            <a:xfrm>
              <a:off x="6450846" y="4412692"/>
              <a:ext cx="385010" cy="327417"/>
            </a:xfrm>
            <a:custGeom>
              <a:avLst/>
              <a:gdLst/>
              <a:ahLst/>
              <a:cxnLst/>
              <a:rect l="l" t="t" r="r" b="b"/>
              <a:pathLst>
                <a:path w="722" h="614" extrusionOk="0">
                  <a:moveTo>
                    <a:pt x="259" y="599"/>
                  </a:moveTo>
                  <a:lnTo>
                    <a:pt x="259" y="599"/>
                  </a:lnTo>
                  <a:lnTo>
                    <a:pt x="258" y="599"/>
                  </a:lnTo>
                  <a:cubicBezTo>
                    <a:pt x="233" y="599"/>
                    <a:pt x="208" y="596"/>
                    <a:pt x="183" y="591"/>
                  </a:cubicBezTo>
                  <a:cubicBezTo>
                    <a:pt x="107" y="574"/>
                    <a:pt x="52" y="530"/>
                    <a:pt x="27" y="469"/>
                  </a:cubicBezTo>
                  <a:cubicBezTo>
                    <a:pt x="0" y="403"/>
                    <a:pt x="13" y="320"/>
                    <a:pt x="62" y="244"/>
                  </a:cubicBezTo>
                  <a:cubicBezTo>
                    <a:pt x="161" y="93"/>
                    <a:pt x="373" y="0"/>
                    <a:pt x="537" y="37"/>
                  </a:cubicBezTo>
                  <a:cubicBezTo>
                    <a:pt x="613" y="54"/>
                    <a:pt x="669" y="98"/>
                    <a:pt x="694" y="159"/>
                  </a:cubicBezTo>
                  <a:cubicBezTo>
                    <a:pt x="721" y="226"/>
                    <a:pt x="708" y="308"/>
                    <a:pt x="658" y="384"/>
                  </a:cubicBezTo>
                  <a:lnTo>
                    <a:pt x="658" y="384"/>
                  </a:lnTo>
                  <a:cubicBezTo>
                    <a:pt x="574" y="513"/>
                    <a:pt x="408" y="599"/>
                    <a:pt x="259" y="599"/>
                  </a:cubicBezTo>
                  <a:moveTo>
                    <a:pt x="460" y="44"/>
                  </a:moveTo>
                  <a:cubicBezTo>
                    <a:pt x="317" y="44"/>
                    <a:pt x="156" y="127"/>
                    <a:pt x="75" y="252"/>
                  </a:cubicBezTo>
                  <a:cubicBezTo>
                    <a:pt x="28" y="324"/>
                    <a:pt x="15" y="402"/>
                    <a:pt x="40" y="464"/>
                  </a:cubicBezTo>
                  <a:cubicBezTo>
                    <a:pt x="63" y="520"/>
                    <a:pt x="115" y="560"/>
                    <a:pt x="187" y="577"/>
                  </a:cubicBezTo>
                  <a:cubicBezTo>
                    <a:pt x="345" y="613"/>
                    <a:pt x="551" y="523"/>
                    <a:pt x="646" y="376"/>
                  </a:cubicBezTo>
                  <a:cubicBezTo>
                    <a:pt x="693" y="304"/>
                    <a:pt x="705" y="226"/>
                    <a:pt x="680" y="164"/>
                  </a:cubicBezTo>
                  <a:cubicBezTo>
                    <a:pt x="657" y="108"/>
                    <a:pt x="605" y="68"/>
                    <a:pt x="534" y="51"/>
                  </a:cubicBezTo>
                  <a:lnTo>
                    <a:pt x="534" y="51"/>
                  </a:lnTo>
                  <a:cubicBezTo>
                    <a:pt x="511" y="46"/>
                    <a:pt x="487" y="44"/>
                    <a:pt x="463" y="44"/>
                  </a:cubicBezTo>
                  <a:cubicBezTo>
                    <a:pt x="462" y="44"/>
                    <a:pt x="461" y="44"/>
                    <a:pt x="460" y="44"/>
                  </a:cubicBezTo>
                  <a:moveTo>
                    <a:pt x="652" y="380"/>
                  </a:moveTo>
                  <a:lnTo>
                    <a:pt x="652" y="3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6483374" y="4512943"/>
              <a:ext cx="319420" cy="151977"/>
            </a:xfrm>
            <a:custGeom>
              <a:avLst/>
              <a:gdLst/>
              <a:ahLst/>
              <a:cxnLst/>
              <a:rect l="l" t="t" r="r" b="b"/>
              <a:pathLst>
                <a:path w="599" h="285" extrusionOk="0">
                  <a:moveTo>
                    <a:pt x="182" y="283"/>
                  </a:moveTo>
                  <a:lnTo>
                    <a:pt x="120" y="272"/>
                  </a:lnTo>
                  <a:cubicBezTo>
                    <a:pt x="114" y="271"/>
                    <a:pt x="112" y="269"/>
                    <a:pt x="114" y="266"/>
                  </a:cubicBezTo>
                  <a:lnTo>
                    <a:pt x="136" y="248"/>
                  </a:lnTo>
                  <a:cubicBezTo>
                    <a:pt x="82" y="237"/>
                    <a:pt x="38" y="223"/>
                    <a:pt x="4" y="207"/>
                  </a:cubicBezTo>
                  <a:cubicBezTo>
                    <a:pt x="0" y="205"/>
                    <a:pt x="0" y="203"/>
                    <a:pt x="4" y="201"/>
                  </a:cubicBezTo>
                  <a:lnTo>
                    <a:pt x="85" y="164"/>
                  </a:lnTo>
                  <a:lnTo>
                    <a:pt x="85" y="164"/>
                  </a:lnTo>
                  <a:cubicBezTo>
                    <a:pt x="88" y="162"/>
                    <a:pt x="91" y="162"/>
                    <a:pt x="94" y="162"/>
                  </a:cubicBezTo>
                  <a:lnTo>
                    <a:pt x="94" y="162"/>
                  </a:lnTo>
                  <a:lnTo>
                    <a:pt x="94" y="162"/>
                  </a:lnTo>
                  <a:lnTo>
                    <a:pt x="95" y="162"/>
                  </a:lnTo>
                  <a:cubicBezTo>
                    <a:pt x="97" y="162"/>
                    <a:pt x="100" y="162"/>
                    <a:pt x="103" y="163"/>
                  </a:cubicBezTo>
                  <a:lnTo>
                    <a:pt x="103" y="163"/>
                  </a:lnTo>
                  <a:cubicBezTo>
                    <a:pt x="119" y="172"/>
                    <a:pt x="135" y="178"/>
                    <a:pt x="153" y="184"/>
                  </a:cubicBezTo>
                  <a:cubicBezTo>
                    <a:pt x="168" y="188"/>
                    <a:pt x="184" y="193"/>
                    <a:pt x="198" y="196"/>
                  </a:cubicBezTo>
                  <a:lnTo>
                    <a:pt x="240" y="161"/>
                  </a:lnTo>
                  <a:lnTo>
                    <a:pt x="237" y="160"/>
                  </a:lnTo>
                  <a:cubicBezTo>
                    <a:pt x="195" y="146"/>
                    <a:pt x="167" y="130"/>
                    <a:pt x="154" y="114"/>
                  </a:cubicBezTo>
                  <a:cubicBezTo>
                    <a:pt x="141" y="98"/>
                    <a:pt x="144" y="81"/>
                    <a:pt x="163" y="65"/>
                  </a:cubicBezTo>
                  <a:cubicBezTo>
                    <a:pt x="185" y="47"/>
                    <a:pt x="218" y="34"/>
                    <a:pt x="262" y="28"/>
                  </a:cubicBezTo>
                  <a:lnTo>
                    <a:pt x="262" y="28"/>
                  </a:lnTo>
                  <a:cubicBezTo>
                    <a:pt x="285" y="25"/>
                    <a:pt x="309" y="24"/>
                    <a:pt x="331" y="24"/>
                  </a:cubicBezTo>
                  <a:cubicBezTo>
                    <a:pt x="354" y="24"/>
                    <a:pt x="376" y="25"/>
                    <a:pt x="399" y="28"/>
                  </a:cubicBezTo>
                  <a:lnTo>
                    <a:pt x="429" y="3"/>
                  </a:lnTo>
                  <a:lnTo>
                    <a:pt x="429" y="3"/>
                  </a:lnTo>
                  <a:cubicBezTo>
                    <a:pt x="432" y="1"/>
                    <a:pt x="436" y="0"/>
                    <a:pt x="440" y="0"/>
                  </a:cubicBezTo>
                  <a:cubicBezTo>
                    <a:pt x="442" y="0"/>
                    <a:pt x="443" y="0"/>
                    <a:pt x="445" y="0"/>
                  </a:cubicBezTo>
                  <a:lnTo>
                    <a:pt x="507" y="11"/>
                  </a:lnTo>
                  <a:cubicBezTo>
                    <a:pt x="513" y="12"/>
                    <a:pt x="515" y="15"/>
                    <a:pt x="512" y="17"/>
                  </a:cubicBezTo>
                  <a:lnTo>
                    <a:pt x="482" y="42"/>
                  </a:lnTo>
                  <a:lnTo>
                    <a:pt x="482" y="42"/>
                  </a:lnTo>
                  <a:cubicBezTo>
                    <a:pt x="521" y="51"/>
                    <a:pt x="559" y="63"/>
                    <a:pt x="595" y="80"/>
                  </a:cubicBezTo>
                  <a:cubicBezTo>
                    <a:pt x="598" y="81"/>
                    <a:pt x="598" y="84"/>
                    <a:pt x="593" y="86"/>
                  </a:cubicBezTo>
                  <a:lnTo>
                    <a:pt x="506" y="121"/>
                  </a:lnTo>
                  <a:lnTo>
                    <a:pt x="506" y="121"/>
                  </a:lnTo>
                  <a:cubicBezTo>
                    <a:pt x="503" y="122"/>
                    <a:pt x="500" y="122"/>
                    <a:pt x="497" y="122"/>
                  </a:cubicBezTo>
                  <a:lnTo>
                    <a:pt x="496" y="122"/>
                  </a:lnTo>
                  <a:lnTo>
                    <a:pt x="496" y="122"/>
                  </a:lnTo>
                  <a:lnTo>
                    <a:pt x="496" y="122"/>
                  </a:lnTo>
                  <a:cubicBezTo>
                    <a:pt x="493" y="122"/>
                    <a:pt x="491" y="121"/>
                    <a:pt x="488" y="120"/>
                  </a:cubicBezTo>
                  <a:cubicBezTo>
                    <a:pt x="474" y="111"/>
                    <a:pt x="451" y="102"/>
                    <a:pt x="420" y="95"/>
                  </a:cubicBezTo>
                  <a:lnTo>
                    <a:pt x="382" y="128"/>
                  </a:lnTo>
                  <a:cubicBezTo>
                    <a:pt x="423" y="141"/>
                    <a:pt x="451" y="156"/>
                    <a:pt x="464" y="172"/>
                  </a:cubicBezTo>
                  <a:cubicBezTo>
                    <a:pt x="477" y="188"/>
                    <a:pt x="474" y="205"/>
                    <a:pt x="454" y="221"/>
                  </a:cubicBezTo>
                  <a:cubicBezTo>
                    <a:pt x="432" y="240"/>
                    <a:pt x="399" y="253"/>
                    <a:pt x="356" y="260"/>
                  </a:cubicBezTo>
                  <a:lnTo>
                    <a:pt x="356" y="260"/>
                  </a:lnTo>
                  <a:cubicBezTo>
                    <a:pt x="331" y="263"/>
                    <a:pt x="306" y="265"/>
                    <a:pt x="281" y="265"/>
                  </a:cubicBezTo>
                  <a:cubicBezTo>
                    <a:pt x="261" y="265"/>
                    <a:pt x="241" y="264"/>
                    <a:pt x="221" y="262"/>
                  </a:cubicBezTo>
                  <a:lnTo>
                    <a:pt x="198" y="281"/>
                  </a:lnTo>
                  <a:lnTo>
                    <a:pt x="198" y="281"/>
                  </a:lnTo>
                  <a:cubicBezTo>
                    <a:pt x="194" y="283"/>
                    <a:pt x="191" y="284"/>
                    <a:pt x="187" y="284"/>
                  </a:cubicBezTo>
                  <a:cubicBezTo>
                    <a:pt x="186" y="284"/>
                    <a:pt x="184" y="283"/>
                    <a:pt x="182" y="283"/>
                  </a:cubicBezTo>
                  <a:moveTo>
                    <a:pt x="140" y="265"/>
                  </a:moveTo>
                  <a:lnTo>
                    <a:pt x="182" y="273"/>
                  </a:lnTo>
                  <a:lnTo>
                    <a:pt x="205" y="254"/>
                  </a:lnTo>
                  <a:lnTo>
                    <a:pt x="205" y="254"/>
                  </a:lnTo>
                  <a:lnTo>
                    <a:pt x="205" y="254"/>
                  </a:lnTo>
                  <a:cubicBezTo>
                    <a:pt x="208" y="252"/>
                    <a:pt x="212" y="251"/>
                    <a:pt x="216" y="251"/>
                  </a:cubicBezTo>
                  <a:cubicBezTo>
                    <a:pt x="217" y="251"/>
                    <a:pt x="218" y="251"/>
                    <a:pt x="219" y="251"/>
                  </a:cubicBezTo>
                  <a:cubicBezTo>
                    <a:pt x="268" y="257"/>
                    <a:pt x="312" y="257"/>
                    <a:pt x="349" y="251"/>
                  </a:cubicBezTo>
                  <a:cubicBezTo>
                    <a:pt x="386" y="245"/>
                    <a:pt x="414" y="234"/>
                    <a:pt x="434" y="217"/>
                  </a:cubicBezTo>
                  <a:cubicBezTo>
                    <a:pt x="451" y="203"/>
                    <a:pt x="453" y="190"/>
                    <a:pt x="442" y="175"/>
                  </a:cubicBezTo>
                  <a:cubicBezTo>
                    <a:pt x="431" y="161"/>
                    <a:pt x="405" y="147"/>
                    <a:pt x="367" y="135"/>
                  </a:cubicBezTo>
                  <a:lnTo>
                    <a:pt x="359" y="132"/>
                  </a:lnTo>
                  <a:cubicBezTo>
                    <a:pt x="355" y="131"/>
                    <a:pt x="354" y="129"/>
                    <a:pt x="356" y="127"/>
                  </a:cubicBezTo>
                  <a:lnTo>
                    <a:pt x="405" y="86"/>
                  </a:lnTo>
                  <a:lnTo>
                    <a:pt x="405" y="86"/>
                  </a:lnTo>
                  <a:cubicBezTo>
                    <a:pt x="406" y="85"/>
                    <a:pt x="406" y="85"/>
                    <a:pt x="406" y="85"/>
                  </a:cubicBezTo>
                  <a:cubicBezTo>
                    <a:pt x="408" y="84"/>
                    <a:pt x="411" y="83"/>
                    <a:pt x="413" y="83"/>
                  </a:cubicBezTo>
                  <a:lnTo>
                    <a:pt x="413" y="83"/>
                  </a:lnTo>
                  <a:cubicBezTo>
                    <a:pt x="414" y="83"/>
                    <a:pt x="415" y="83"/>
                    <a:pt x="417" y="83"/>
                  </a:cubicBezTo>
                  <a:cubicBezTo>
                    <a:pt x="418" y="83"/>
                    <a:pt x="420" y="83"/>
                    <a:pt x="422" y="83"/>
                  </a:cubicBezTo>
                  <a:cubicBezTo>
                    <a:pt x="457" y="91"/>
                    <a:pt x="483" y="100"/>
                    <a:pt x="501" y="110"/>
                  </a:cubicBezTo>
                  <a:lnTo>
                    <a:pt x="570" y="82"/>
                  </a:lnTo>
                  <a:lnTo>
                    <a:pt x="570" y="82"/>
                  </a:lnTo>
                  <a:cubicBezTo>
                    <a:pt x="535" y="67"/>
                    <a:pt x="499" y="56"/>
                    <a:pt x="462" y="48"/>
                  </a:cubicBezTo>
                  <a:cubicBezTo>
                    <a:pt x="456" y="47"/>
                    <a:pt x="455" y="44"/>
                    <a:pt x="457" y="42"/>
                  </a:cubicBezTo>
                  <a:lnTo>
                    <a:pt x="487" y="17"/>
                  </a:lnTo>
                  <a:lnTo>
                    <a:pt x="445" y="10"/>
                  </a:lnTo>
                  <a:lnTo>
                    <a:pt x="415" y="35"/>
                  </a:lnTo>
                  <a:lnTo>
                    <a:pt x="415" y="35"/>
                  </a:lnTo>
                  <a:lnTo>
                    <a:pt x="415" y="35"/>
                  </a:lnTo>
                  <a:cubicBezTo>
                    <a:pt x="412" y="37"/>
                    <a:pt x="408" y="38"/>
                    <a:pt x="404" y="38"/>
                  </a:cubicBezTo>
                  <a:cubicBezTo>
                    <a:pt x="403" y="38"/>
                    <a:pt x="402" y="38"/>
                    <a:pt x="401" y="38"/>
                  </a:cubicBezTo>
                  <a:cubicBezTo>
                    <a:pt x="352" y="31"/>
                    <a:pt x="307" y="32"/>
                    <a:pt x="269" y="37"/>
                  </a:cubicBezTo>
                  <a:cubicBezTo>
                    <a:pt x="231" y="43"/>
                    <a:pt x="203" y="52"/>
                    <a:pt x="185" y="68"/>
                  </a:cubicBezTo>
                  <a:cubicBezTo>
                    <a:pt x="168" y="82"/>
                    <a:pt x="166" y="96"/>
                    <a:pt x="177" y="110"/>
                  </a:cubicBezTo>
                  <a:cubicBezTo>
                    <a:pt x="189" y="125"/>
                    <a:pt x="214" y="139"/>
                    <a:pt x="253" y="152"/>
                  </a:cubicBezTo>
                  <a:lnTo>
                    <a:pt x="263" y="155"/>
                  </a:lnTo>
                  <a:cubicBezTo>
                    <a:pt x="267" y="156"/>
                    <a:pt x="268" y="159"/>
                    <a:pt x="265" y="161"/>
                  </a:cubicBezTo>
                  <a:lnTo>
                    <a:pt x="214" y="204"/>
                  </a:lnTo>
                  <a:lnTo>
                    <a:pt x="214" y="204"/>
                  </a:lnTo>
                  <a:lnTo>
                    <a:pt x="213" y="204"/>
                  </a:lnTo>
                  <a:cubicBezTo>
                    <a:pt x="211" y="205"/>
                    <a:pt x="209" y="206"/>
                    <a:pt x="207" y="206"/>
                  </a:cubicBezTo>
                  <a:lnTo>
                    <a:pt x="207" y="206"/>
                  </a:lnTo>
                  <a:cubicBezTo>
                    <a:pt x="205" y="207"/>
                    <a:pt x="204" y="207"/>
                    <a:pt x="202" y="207"/>
                  </a:cubicBezTo>
                  <a:cubicBezTo>
                    <a:pt x="201" y="207"/>
                    <a:pt x="199" y="207"/>
                    <a:pt x="198" y="206"/>
                  </a:cubicBezTo>
                  <a:cubicBezTo>
                    <a:pt x="179" y="202"/>
                    <a:pt x="159" y="197"/>
                    <a:pt x="138" y="191"/>
                  </a:cubicBezTo>
                  <a:lnTo>
                    <a:pt x="138" y="191"/>
                  </a:lnTo>
                  <a:cubicBezTo>
                    <a:pt x="123" y="186"/>
                    <a:pt x="108" y="180"/>
                    <a:pt x="93" y="174"/>
                  </a:cubicBezTo>
                  <a:lnTo>
                    <a:pt x="28" y="203"/>
                  </a:lnTo>
                  <a:cubicBezTo>
                    <a:pt x="62" y="218"/>
                    <a:pt x="105" y="231"/>
                    <a:pt x="157" y="241"/>
                  </a:cubicBezTo>
                  <a:cubicBezTo>
                    <a:pt x="163" y="242"/>
                    <a:pt x="165" y="245"/>
                    <a:pt x="162" y="247"/>
                  </a:cubicBezTo>
                  <a:lnTo>
                    <a:pt x="140" y="2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6632153" y="4549738"/>
              <a:ext cx="46393" cy="25063"/>
            </a:xfrm>
            <a:custGeom>
              <a:avLst/>
              <a:gdLst/>
              <a:ahLst/>
              <a:cxnLst/>
              <a:rect l="l" t="t" r="r" b="b"/>
              <a:pathLst>
                <a:path w="87" h="47" extrusionOk="0">
                  <a:moveTo>
                    <a:pt x="29" y="46"/>
                  </a:moveTo>
                  <a:lnTo>
                    <a:pt x="29" y="46"/>
                  </a:lnTo>
                  <a:cubicBezTo>
                    <a:pt x="28" y="45"/>
                    <a:pt x="26" y="45"/>
                    <a:pt x="25" y="45"/>
                  </a:cubicBezTo>
                  <a:cubicBezTo>
                    <a:pt x="12" y="39"/>
                    <a:pt x="5" y="34"/>
                    <a:pt x="2" y="30"/>
                  </a:cubicBezTo>
                  <a:cubicBezTo>
                    <a:pt x="0" y="26"/>
                    <a:pt x="0" y="21"/>
                    <a:pt x="6" y="16"/>
                  </a:cubicBezTo>
                  <a:cubicBezTo>
                    <a:pt x="15" y="8"/>
                    <a:pt x="34" y="0"/>
                    <a:pt x="77" y="3"/>
                  </a:cubicBezTo>
                  <a:lnTo>
                    <a:pt x="77" y="3"/>
                  </a:lnTo>
                  <a:cubicBezTo>
                    <a:pt x="79" y="3"/>
                    <a:pt x="82" y="4"/>
                    <a:pt x="84" y="5"/>
                  </a:cubicBezTo>
                  <a:lnTo>
                    <a:pt x="85" y="5"/>
                  </a:lnTo>
                  <a:lnTo>
                    <a:pt x="85" y="5"/>
                  </a:lnTo>
                  <a:cubicBezTo>
                    <a:pt x="85" y="6"/>
                    <a:pt x="85" y="6"/>
                    <a:pt x="85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8"/>
                    <a:pt x="86" y="8"/>
                    <a:pt x="85" y="9"/>
                  </a:cubicBezTo>
                  <a:lnTo>
                    <a:pt x="85" y="9"/>
                  </a:lnTo>
                  <a:lnTo>
                    <a:pt x="45" y="43"/>
                  </a:lnTo>
                  <a:lnTo>
                    <a:pt x="45" y="43"/>
                  </a:lnTo>
                  <a:cubicBezTo>
                    <a:pt x="44" y="43"/>
                    <a:pt x="44" y="43"/>
                    <a:pt x="44" y="43"/>
                  </a:cubicBezTo>
                  <a:cubicBezTo>
                    <a:pt x="41" y="45"/>
                    <a:pt x="38" y="46"/>
                    <a:pt x="36" y="46"/>
                  </a:cubicBezTo>
                  <a:lnTo>
                    <a:pt x="36" y="46"/>
                  </a:lnTo>
                  <a:cubicBezTo>
                    <a:pt x="35" y="46"/>
                    <a:pt x="34" y="46"/>
                    <a:pt x="33" y="46"/>
                  </a:cubicBezTo>
                  <a:cubicBezTo>
                    <a:pt x="31" y="46"/>
                    <a:pt x="30" y="46"/>
                    <a:pt x="29" y="46"/>
                  </a:cubicBezTo>
                  <a:moveTo>
                    <a:pt x="57" y="12"/>
                  </a:moveTo>
                  <a:cubicBezTo>
                    <a:pt x="38" y="12"/>
                    <a:pt x="31" y="16"/>
                    <a:pt x="27" y="19"/>
                  </a:cubicBezTo>
                  <a:cubicBezTo>
                    <a:pt x="23" y="22"/>
                    <a:pt x="22" y="25"/>
                    <a:pt x="24" y="27"/>
                  </a:cubicBezTo>
                  <a:lnTo>
                    <a:pt x="24" y="27"/>
                  </a:lnTo>
                  <a:cubicBezTo>
                    <a:pt x="26" y="29"/>
                    <a:pt x="27" y="30"/>
                    <a:pt x="30" y="32"/>
                  </a:cubicBezTo>
                  <a:cubicBezTo>
                    <a:pt x="30" y="32"/>
                    <a:pt x="31" y="32"/>
                    <a:pt x="32" y="33"/>
                  </a:cubicBezTo>
                  <a:lnTo>
                    <a:pt x="57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6619888" y="4605729"/>
              <a:ext cx="44793" cy="23996"/>
            </a:xfrm>
            <a:custGeom>
              <a:avLst/>
              <a:gdLst/>
              <a:ahLst/>
              <a:cxnLst/>
              <a:rect l="l" t="t" r="r" b="b"/>
              <a:pathLst>
                <a:path w="84" h="45" extrusionOk="0">
                  <a:moveTo>
                    <a:pt x="7" y="41"/>
                  </a:moveTo>
                  <a:lnTo>
                    <a:pt x="7" y="41"/>
                  </a:lnTo>
                  <a:cubicBezTo>
                    <a:pt x="5" y="41"/>
                    <a:pt x="4" y="41"/>
                    <a:pt x="2" y="40"/>
                  </a:cubicBezTo>
                  <a:lnTo>
                    <a:pt x="2" y="39"/>
                  </a:lnTo>
                  <a:lnTo>
                    <a:pt x="2" y="39"/>
                  </a:lnTo>
                  <a:lnTo>
                    <a:pt x="1" y="39"/>
                  </a:lnTo>
                  <a:cubicBezTo>
                    <a:pt x="1" y="39"/>
                    <a:pt x="2" y="39"/>
                    <a:pt x="1" y="38"/>
                  </a:cubicBezTo>
                  <a:cubicBezTo>
                    <a:pt x="1" y="37"/>
                    <a:pt x="0" y="38"/>
                    <a:pt x="0" y="37"/>
                  </a:cubicBezTo>
                  <a:cubicBezTo>
                    <a:pt x="0" y="37"/>
                    <a:pt x="0" y="36"/>
                    <a:pt x="1" y="36"/>
                  </a:cubicBezTo>
                  <a:lnTo>
                    <a:pt x="1" y="35"/>
                  </a:lnTo>
                  <a:cubicBezTo>
                    <a:pt x="2" y="35"/>
                    <a:pt x="2" y="35"/>
                    <a:pt x="2" y="35"/>
                  </a:cubicBezTo>
                  <a:lnTo>
                    <a:pt x="40" y="3"/>
                  </a:lnTo>
                  <a:lnTo>
                    <a:pt x="40" y="3"/>
                  </a:lnTo>
                  <a:cubicBezTo>
                    <a:pt x="41" y="2"/>
                    <a:pt x="41" y="2"/>
                    <a:pt x="41" y="2"/>
                  </a:cubicBezTo>
                  <a:cubicBezTo>
                    <a:pt x="44" y="1"/>
                    <a:pt x="46" y="0"/>
                    <a:pt x="49" y="0"/>
                  </a:cubicBezTo>
                  <a:lnTo>
                    <a:pt x="49" y="0"/>
                  </a:lnTo>
                  <a:cubicBezTo>
                    <a:pt x="50" y="0"/>
                    <a:pt x="51" y="0"/>
                    <a:pt x="52" y="0"/>
                  </a:cubicBezTo>
                  <a:cubicBezTo>
                    <a:pt x="54" y="0"/>
                    <a:pt x="57" y="0"/>
                    <a:pt x="59" y="1"/>
                  </a:cubicBezTo>
                  <a:cubicBezTo>
                    <a:pt x="72" y="6"/>
                    <a:pt x="79" y="11"/>
                    <a:pt x="81" y="15"/>
                  </a:cubicBezTo>
                  <a:cubicBezTo>
                    <a:pt x="83" y="20"/>
                    <a:pt x="81" y="25"/>
                    <a:pt x="75" y="30"/>
                  </a:cubicBezTo>
                  <a:cubicBezTo>
                    <a:pt x="67" y="36"/>
                    <a:pt x="49" y="44"/>
                    <a:pt x="10" y="42"/>
                  </a:cubicBezTo>
                  <a:lnTo>
                    <a:pt x="10" y="42"/>
                  </a:lnTo>
                  <a:cubicBezTo>
                    <a:pt x="9" y="42"/>
                    <a:pt x="8" y="41"/>
                    <a:pt x="7" y="41"/>
                  </a:cubicBezTo>
                  <a:moveTo>
                    <a:pt x="53" y="13"/>
                  </a:moveTo>
                  <a:lnTo>
                    <a:pt x="30" y="33"/>
                  </a:lnTo>
                  <a:cubicBezTo>
                    <a:pt x="45" y="32"/>
                    <a:pt x="51" y="29"/>
                    <a:pt x="54" y="26"/>
                  </a:cubicBezTo>
                  <a:cubicBezTo>
                    <a:pt x="58" y="23"/>
                    <a:pt x="59" y="20"/>
                    <a:pt x="58" y="18"/>
                  </a:cubicBezTo>
                  <a:cubicBezTo>
                    <a:pt x="58" y="17"/>
                    <a:pt x="57" y="15"/>
                    <a:pt x="53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6816659" y="3981824"/>
              <a:ext cx="342883" cy="499658"/>
            </a:xfrm>
            <a:custGeom>
              <a:avLst/>
              <a:gdLst/>
              <a:ahLst/>
              <a:cxnLst/>
              <a:rect l="l" t="t" r="r" b="b"/>
              <a:pathLst>
                <a:path w="643" h="937" extrusionOk="0">
                  <a:moveTo>
                    <a:pt x="271" y="26"/>
                  </a:moveTo>
                  <a:cubicBezTo>
                    <a:pt x="440" y="0"/>
                    <a:pt x="600" y="177"/>
                    <a:pt x="628" y="421"/>
                  </a:cubicBezTo>
                  <a:cubicBezTo>
                    <a:pt x="642" y="541"/>
                    <a:pt x="620" y="656"/>
                    <a:pt x="575" y="744"/>
                  </a:cubicBezTo>
                  <a:cubicBezTo>
                    <a:pt x="528" y="834"/>
                    <a:pt x="456" y="897"/>
                    <a:pt x="371" y="910"/>
                  </a:cubicBezTo>
                  <a:cubicBezTo>
                    <a:pt x="201" y="936"/>
                    <a:pt x="41" y="759"/>
                    <a:pt x="14" y="515"/>
                  </a:cubicBezTo>
                  <a:cubicBezTo>
                    <a:pt x="0" y="394"/>
                    <a:pt x="22" y="280"/>
                    <a:pt x="67" y="192"/>
                  </a:cubicBezTo>
                  <a:cubicBezTo>
                    <a:pt x="114" y="101"/>
                    <a:pt x="186" y="39"/>
                    <a:pt x="271" y="26"/>
                  </a:cubicBezTo>
                  <a:moveTo>
                    <a:pt x="570" y="430"/>
                  </a:moveTo>
                  <a:cubicBezTo>
                    <a:pt x="559" y="329"/>
                    <a:pt x="520" y="243"/>
                    <a:pt x="466" y="185"/>
                  </a:cubicBezTo>
                  <a:cubicBezTo>
                    <a:pt x="414" y="128"/>
                    <a:pt x="348" y="99"/>
                    <a:pt x="281" y="109"/>
                  </a:cubicBezTo>
                  <a:cubicBezTo>
                    <a:pt x="211" y="120"/>
                    <a:pt x="153" y="171"/>
                    <a:pt x="115" y="244"/>
                  </a:cubicBezTo>
                  <a:cubicBezTo>
                    <a:pt x="78" y="315"/>
                    <a:pt x="61" y="408"/>
                    <a:pt x="72" y="506"/>
                  </a:cubicBezTo>
                  <a:cubicBezTo>
                    <a:pt x="83" y="606"/>
                    <a:pt x="122" y="693"/>
                    <a:pt x="176" y="751"/>
                  </a:cubicBezTo>
                  <a:cubicBezTo>
                    <a:pt x="228" y="807"/>
                    <a:pt x="294" y="837"/>
                    <a:pt x="361" y="826"/>
                  </a:cubicBezTo>
                  <a:cubicBezTo>
                    <a:pt x="431" y="816"/>
                    <a:pt x="489" y="765"/>
                    <a:pt x="527" y="692"/>
                  </a:cubicBezTo>
                  <a:cubicBezTo>
                    <a:pt x="564" y="620"/>
                    <a:pt x="581" y="527"/>
                    <a:pt x="570" y="4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6849187" y="4034616"/>
              <a:ext cx="277826" cy="394074"/>
            </a:xfrm>
            <a:custGeom>
              <a:avLst/>
              <a:gdLst/>
              <a:ahLst/>
              <a:cxnLst/>
              <a:rect l="l" t="t" r="r" b="b"/>
              <a:pathLst>
                <a:path w="521" h="739" extrusionOk="0">
                  <a:moveTo>
                    <a:pt x="466" y="593"/>
                  </a:moveTo>
                  <a:cubicBezTo>
                    <a:pt x="428" y="666"/>
                    <a:pt x="370" y="717"/>
                    <a:pt x="300" y="727"/>
                  </a:cubicBezTo>
                  <a:cubicBezTo>
                    <a:pt x="233" y="738"/>
                    <a:pt x="167" y="708"/>
                    <a:pt x="115" y="652"/>
                  </a:cubicBezTo>
                  <a:cubicBezTo>
                    <a:pt x="61" y="594"/>
                    <a:pt x="22" y="507"/>
                    <a:pt x="11" y="407"/>
                  </a:cubicBezTo>
                  <a:cubicBezTo>
                    <a:pt x="0" y="310"/>
                    <a:pt x="17" y="216"/>
                    <a:pt x="54" y="145"/>
                  </a:cubicBezTo>
                  <a:cubicBezTo>
                    <a:pt x="92" y="72"/>
                    <a:pt x="150" y="21"/>
                    <a:pt x="220" y="10"/>
                  </a:cubicBezTo>
                  <a:cubicBezTo>
                    <a:pt x="287" y="0"/>
                    <a:pt x="353" y="29"/>
                    <a:pt x="405" y="86"/>
                  </a:cubicBezTo>
                  <a:cubicBezTo>
                    <a:pt x="458" y="144"/>
                    <a:pt x="498" y="230"/>
                    <a:pt x="509" y="331"/>
                  </a:cubicBezTo>
                  <a:cubicBezTo>
                    <a:pt x="520" y="428"/>
                    <a:pt x="503" y="521"/>
                    <a:pt x="466" y="5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8"/>
            <p:cNvSpPr/>
            <p:nvPr/>
          </p:nvSpPr>
          <p:spPr>
            <a:xfrm>
              <a:off x="6970236" y="3985557"/>
              <a:ext cx="226100" cy="483127"/>
            </a:xfrm>
            <a:custGeom>
              <a:avLst/>
              <a:gdLst/>
              <a:ahLst/>
              <a:cxnLst/>
              <a:rect l="l" t="t" r="r" b="b"/>
              <a:pathLst>
                <a:path w="424" h="906" extrusionOk="0">
                  <a:moveTo>
                    <a:pt x="0" y="17"/>
                  </a:moveTo>
                  <a:lnTo>
                    <a:pt x="70" y="12"/>
                  </a:lnTo>
                  <a:cubicBezTo>
                    <a:pt x="233" y="0"/>
                    <a:pt x="383" y="173"/>
                    <a:pt x="409" y="408"/>
                  </a:cubicBezTo>
                  <a:cubicBezTo>
                    <a:pt x="423" y="529"/>
                    <a:pt x="402" y="644"/>
                    <a:pt x="356" y="732"/>
                  </a:cubicBezTo>
                  <a:cubicBezTo>
                    <a:pt x="309" y="822"/>
                    <a:pt x="238" y="885"/>
                    <a:pt x="152" y="898"/>
                  </a:cubicBezTo>
                  <a:cubicBezTo>
                    <a:pt x="147" y="899"/>
                    <a:pt x="141" y="899"/>
                    <a:pt x="135" y="900"/>
                  </a:cubicBezTo>
                  <a:lnTo>
                    <a:pt x="66" y="905"/>
                  </a:lnTo>
                  <a:cubicBezTo>
                    <a:pt x="72" y="904"/>
                    <a:pt x="77" y="904"/>
                    <a:pt x="83" y="903"/>
                  </a:cubicBezTo>
                  <a:cubicBezTo>
                    <a:pt x="168" y="890"/>
                    <a:pt x="240" y="827"/>
                    <a:pt x="287" y="737"/>
                  </a:cubicBezTo>
                  <a:cubicBezTo>
                    <a:pt x="332" y="649"/>
                    <a:pt x="354" y="534"/>
                    <a:pt x="340" y="414"/>
                  </a:cubicBezTo>
                  <a:cubicBezTo>
                    <a:pt x="313" y="178"/>
                    <a:pt x="163" y="5"/>
                    <a:pt x="0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6812926" y="3986623"/>
              <a:ext cx="350349" cy="486326"/>
            </a:xfrm>
            <a:custGeom>
              <a:avLst/>
              <a:gdLst/>
              <a:ahLst/>
              <a:cxnLst/>
              <a:rect l="l" t="t" r="r" b="b"/>
              <a:pathLst>
                <a:path w="657" h="912" extrusionOk="0">
                  <a:moveTo>
                    <a:pt x="345" y="911"/>
                  </a:moveTo>
                  <a:cubicBezTo>
                    <a:pt x="291" y="911"/>
                    <a:pt x="238" y="892"/>
                    <a:pt x="189" y="854"/>
                  </a:cubicBezTo>
                  <a:cubicBezTo>
                    <a:pt x="96" y="783"/>
                    <a:pt x="30" y="653"/>
                    <a:pt x="14" y="507"/>
                  </a:cubicBezTo>
                  <a:cubicBezTo>
                    <a:pt x="0" y="389"/>
                    <a:pt x="20" y="273"/>
                    <a:pt x="68" y="179"/>
                  </a:cubicBezTo>
                  <a:cubicBezTo>
                    <a:pt x="117" y="83"/>
                    <a:pt x="192" y="22"/>
                    <a:pt x="277" y="10"/>
                  </a:cubicBezTo>
                  <a:cubicBezTo>
                    <a:pt x="342" y="0"/>
                    <a:pt x="408" y="18"/>
                    <a:pt x="467" y="63"/>
                  </a:cubicBezTo>
                  <a:cubicBezTo>
                    <a:pt x="560" y="135"/>
                    <a:pt x="626" y="265"/>
                    <a:pt x="642" y="411"/>
                  </a:cubicBezTo>
                  <a:cubicBezTo>
                    <a:pt x="656" y="529"/>
                    <a:pt x="636" y="645"/>
                    <a:pt x="588" y="739"/>
                  </a:cubicBezTo>
                  <a:cubicBezTo>
                    <a:pt x="538" y="835"/>
                    <a:pt x="464" y="895"/>
                    <a:pt x="379" y="908"/>
                  </a:cubicBezTo>
                  <a:lnTo>
                    <a:pt x="379" y="908"/>
                  </a:lnTo>
                  <a:cubicBezTo>
                    <a:pt x="368" y="910"/>
                    <a:pt x="356" y="911"/>
                    <a:pt x="345" y="911"/>
                  </a:cubicBezTo>
                  <a:moveTo>
                    <a:pt x="311" y="22"/>
                  </a:moveTo>
                  <a:lnTo>
                    <a:pt x="311" y="22"/>
                  </a:lnTo>
                  <a:lnTo>
                    <a:pt x="311" y="22"/>
                  </a:lnTo>
                  <a:cubicBezTo>
                    <a:pt x="301" y="22"/>
                    <a:pt x="290" y="22"/>
                    <a:pt x="279" y="24"/>
                  </a:cubicBezTo>
                  <a:lnTo>
                    <a:pt x="279" y="24"/>
                  </a:lnTo>
                  <a:cubicBezTo>
                    <a:pt x="199" y="36"/>
                    <a:pt x="128" y="94"/>
                    <a:pt x="81" y="186"/>
                  </a:cubicBezTo>
                  <a:cubicBezTo>
                    <a:pt x="34" y="277"/>
                    <a:pt x="15" y="390"/>
                    <a:pt x="28" y="505"/>
                  </a:cubicBezTo>
                  <a:cubicBezTo>
                    <a:pt x="44" y="647"/>
                    <a:pt x="108" y="774"/>
                    <a:pt x="198" y="843"/>
                  </a:cubicBezTo>
                  <a:cubicBezTo>
                    <a:pt x="254" y="885"/>
                    <a:pt x="316" y="903"/>
                    <a:pt x="377" y="894"/>
                  </a:cubicBezTo>
                  <a:cubicBezTo>
                    <a:pt x="457" y="881"/>
                    <a:pt x="528" y="824"/>
                    <a:pt x="575" y="732"/>
                  </a:cubicBezTo>
                  <a:cubicBezTo>
                    <a:pt x="622" y="641"/>
                    <a:pt x="641" y="528"/>
                    <a:pt x="628" y="412"/>
                  </a:cubicBezTo>
                  <a:cubicBezTo>
                    <a:pt x="612" y="270"/>
                    <a:pt x="548" y="144"/>
                    <a:pt x="458" y="75"/>
                  </a:cubicBezTo>
                  <a:cubicBezTo>
                    <a:pt x="412" y="40"/>
                    <a:pt x="362" y="22"/>
                    <a:pt x="311" y="22"/>
                  </a:cubicBezTo>
                  <a:moveTo>
                    <a:pt x="278" y="17"/>
                  </a:moveTo>
                  <a:lnTo>
                    <a:pt x="278" y="17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6845455" y="4030883"/>
              <a:ext cx="285291" cy="397273"/>
            </a:xfrm>
            <a:custGeom>
              <a:avLst/>
              <a:gdLst/>
              <a:ahLst/>
              <a:cxnLst/>
              <a:rect l="l" t="t" r="r" b="b"/>
              <a:pathLst>
                <a:path w="535" h="745" extrusionOk="0">
                  <a:moveTo>
                    <a:pt x="280" y="744"/>
                  </a:moveTo>
                  <a:cubicBezTo>
                    <a:pt x="222" y="744"/>
                    <a:pt x="165" y="716"/>
                    <a:pt x="117" y="664"/>
                  </a:cubicBezTo>
                  <a:cubicBezTo>
                    <a:pt x="59" y="602"/>
                    <a:pt x="22" y="514"/>
                    <a:pt x="11" y="415"/>
                  </a:cubicBezTo>
                  <a:cubicBezTo>
                    <a:pt x="0" y="319"/>
                    <a:pt x="15" y="224"/>
                    <a:pt x="55" y="148"/>
                  </a:cubicBezTo>
                  <a:cubicBezTo>
                    <a:pt x="95" y="70"/>
                    <a:pt x="156" y="21"/>
                    <a:pt x="225" y="10"/>
                  </a:cubicBezTo>
                  <a:cubicBezTo>
                    <a:pt x="293" y="0"/>
                    <a:pt x="361" y="27"/>
                    <a:pt x="417" y="88"/>
                  </a:cubicBezTo>
                  <a:cubicBezTo>
                    <a:pt x="474" y="150"/>
                    <a:pt x="512" y="238"/>
                    <a:pt x="523" y="337"/>
                  </a:cubicBezTo>
                  <a:cubicBezTo>
                    <a:pt x="534" y="433"/>
                    <a:pt x="518" y="527"/>
                    <a:pt x="479" y="603"/>
                  </a:cubicBezTo>
                  <a:cubicBezTo>
                    <a:pt x="439" y="682"/>
                    <a:pt x="378" y="731"/>
                    <a:pt x="308" y="742"/>
                  </a:cubicBezTo>
                  <a:lnTo>
                    <a:pt x="308" y="742"/>
                  </a:lnTo>
                  <a:cubicBezTo>
                    <a:pt x="299" y="743"/>
                    <a:pt x="290" y="744"/>
                    <a:pt x="280" y="744"/>
                  </a:cubicBezTo>
                  <a:moveTo>
                    <a:pt x="253" y="23"/>
                  </a:moveTo>
                  <a:lnTo>
                    <a:pt x="253" y="23"/>
                  </a:lnTo>
                  <a:lnTo>
                    <a:pt x="253" y="23"/>
                  </a:lnTo>
                  <a:cubicBezTo>
                    <a:pt x="245" y="23"/>
                    <a:pt x="236" y="23"/>
                    <a:pt x="228" y="25"/>
                  </a:cubicBezTo>
                  <a:cubicBezTo>
                    <a:pt x="163" y="35"/>
                    <a:pt x="106" y="81"/>
                    <a:pt x="68" y="155"/>
                  </a:cubicBezTo>
                  <a:cubicBezTo>
                    <a:pt x="30" y="229"/>
                    <a:pt x="15" y="320"/>
                    <a:pt x="25" y="413"/>
                  </a:cubicBezTo>
                  <a:cubicBezTo>
                    <a:pt x="36" y="509"/>
                    <a:pt x="72" y="594"/>
                    <a:pt x="128" y="654"/>
                  </a:cubicBezTo>
                  <a:cubicBezTo>
                    <a:pt x="180" y="711"/>
                    <a:pt x="244" y="737"/>
                    <a:pt x="306" y="727"/>
                  </a:cubicBezTo>
                  <a:cubicBezTo>
                    <a:pt x="371" y="717"/>
                    <a:pt x="428" y="671"/>
                    <a:pt x="466" y="596"/>
                  </a:cubicBezTo>
                  <a:cubicBezTo>
                    <a:pt x="504" y="523"/>
                    <a:pt x="519" y="431"/>
                    <a:pt x="509" y="338"/>
                  </a:cubicBezTo>
                  <a:cubicBezTo>
                    <a:pt x="498" y="243"/>
                    <a:pt x="462" y="157"/>
                    <a:pt x="407" y="98"/>
                  </a:cubicBezTo>
                  <a:cubicBezTo>
                    <a:pt x="361" y="49"/>
                    <a:pt x="308" y="23"/>
                    <a:pt x="253" y="23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6845455" y="4030883"/>
              <a:ext cx="285291" cy="397273"/>
            </a:xfrm>
            <a:custGeom>
              <a:avLst/>
              <a:gdLst/>
              <a:ahLst/>
              <a:cxnLst/>
              <a:rect l="l" t="t" r="r" b="b"/>
              <a:pathLst>
                <a:path w="535" h="745" extrusionOk="0">
                  <a:moveTo>
                    <a:pt x="280" y="744"/>
                  </a:moveTo>
                  <a:cubicBezTo>
                    <a:pt x="222" y="744"/>
                    <a:pt x="165" y="716"/>
                    <a:pt x="117" y="664"/>
                  </a:cubicBezTo>
                  <a:cubicBezTo>
                    <a:pt x="59" y="602"/>
                    <a:pt x="22" y="514"/>
                    <a:pt x="11" y="415"/>
                  </a:cubicBezTo>
                  <a:cubicBezTo>
                    <a:pt x="0" y="319"/>
                    <a:pt x="15" y="224"/>
                    <a:pt x="55" y="148"/>
                  </a:cubicBezTo>
                  <a:cubicBezTo>
                    <a:pt x="95" y="70"/>
                    <a:pt x="156" y="21"/>
                    <a:pt x="225" y="10"/>
                  </a:cubicBezTo>
                  <a:lnTo>
                    <a:pt x="225" y="10"/>
                  </a:lnTo>
                  <a:cubicBezTo>
                    <a:pt x="293" y="0"/>
                    <a:pt x="361" y="27"/>
                    <a:pt x="417" y="88"/>
                  </a:cubicBezTo>
                  <a:cubicBezTo>
                    <a:pt x="474" y="150"/>
                    <a:pt x="512" y="238"/>
                    <a:pt x="523" y="337"/>
                  </a:cubicBezTo>
                  <a:cubicBezTo>
                    <a:pt x="534" y="433"/>
                    <a:pt x="518" y="527"/>
                    <a:pt x="479" y="603"/>
                  </a:cubicBezTo>
                  <a:cubicBezTo>
                    <a:pt x="439" y="682"/>
                    <a:pt x="378" y="731"/>
                    <a:pt x="308" y="742"/>
                  </a:cubicBezTo>
                  <a:lnTo>
                    <a:pt x="308" y="742"/>
                  </a:lnTo>
                  <a:cubicBezTo>
                    <a:pt x="299" y="743"/>
                    <a:pt x="290" y="744"/>
                    <a:pt x="280" y="744"/>
                  </a:cubicBezTo>
                  <a:moveTo>
                    <a:pt x="228" y="25"/>
                  </a:moveTo>
                  <a:lnTo>
                    <a:pt x="228" y="25"/>
                  </a:lnTo>
                  <a:cubicBezTo>
                    <a:pt x="163" y="35"/>
                    <a:pt x="106" y="81"/>
                    <a:pt x="68" y="155"/>
                  </a:cubicBezTo>
                  <a:cubicBezTo>
                    <a:pt x="30" y="229"/>
                    <a:pt x="15" y="320"/>
                    <a:pt x="25" y="413"/>
                  </a:cubicBezTo>
                  <a:cubicBezTo>
                    <a:pt x="36" y="509"/>
                    <a:pt x="72" y="594"/>
                    <a:pt x="127" y="654"/>
                  </a:cubicBezTo>
                  <a:cubicBezTo>
                    <a:pt x="180" y="711"/>
                    <a:pt x="244" y="737"/>
                    <a:pt x="306" y="727"/>
                  </a:cubicBezTo>
                  <a:cubicBezTo>
                    <a:pt x="371" y="717"/>
                    <a:pt x="428" y="671"/>
                    <a:pt x="466" y="596"/>
                  </a:cubicBezTo>
                  <a:cubicBezTo>
                    <a:pt x="504" y="523"/>
                    <a:pt x="519" y="431"/>
                    <a:pt x="509" y="338"/>
                  </a:cubicBezTo>
                  <a:cubicBezTo>
                    <a:pt x="498" y="243"/>
                    <a:pt x="462" y="157"/>
                    <a:pt x="407" y="98"/>
                  </a:cubicBezTo>
                  <a:cubicBezTo>
                    <a:pt x="354" y="41"/>
                    <a:pt x="290" y="15"/>
                    <a:pt x="228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6966503" y="3981291"/>
              <a:ext cx="233566" cy="491126"/>
            </a:xfrm>
            <a:custGeom>
              <a:avLst/>
              <a:gdLst/>
              <a:ahLst/>
              <a:cxnLst/>
              <a:rect l="l" t="t" r="r" b="b"/>
              <a:pathLst>
                <a:path w="438" h="921" extrusionOk="0">
                  <a:moveTo>
                    <a:pt x="73" y="920"/>
                  </a:moveTo>
                  <a:lnTo>
                    <a:pt x="73" y="920"/>
                  </a:lnTo>
                  <a:lnTo>
                    <a:pt x="73" y="920"/>
                  </a:lnTo>
                  <a:cubicBezTo>
                    <a:pt x="72" y="920"/>
                    <a:pt x="71" y="920"/>
                    <a:pt x="69" y="919"/>
                  </a:cubicBezTo>
                  <a:cubicBezTo>
                    <a:pt x="68" y="919"/>
                    <a:pt x="67" y="918"/>
                    <a:pt x="66" y="916"/>
                  </a:cubicBezTo>
                  <a:cubicBezTo>
                    <a:pt x="66" y="915"/>
                    <a:pt x="65" y="914"/>
                    <a:pt x="65" y="913"/>
                  </a:cubicBezTo>
                  <a:cubicBezTo>
                    <a:pt x="65" y="912"/>
                    <a:pt x="66" y="910"/>
                    <a:pt x="66" y="909"/>
                  </a:cubicBezTo>
                  <a:cubicBezTo>
                    <a:pt x="67" y="908"/>
                    <a:pt x="68" y="907"/>
                    <a:pt x="69" y="906"/>
                  </a:cubicBezTo>
                  <a:cubicBezTo>
                    <a:pt x="70" y="906"/>
                    <a:pt x="71" y="906"/>
                    <a:pt x="73" y="905"/>
                  </a:cubicBezTo>
                  <a:lnTo>
                    <a:pt x="73" y="905"/>
                  </a:lnTo>
                  <a:cubicBezTo>
                    <a:pt x="78" y="905"/>
                    <a:pt x="84" y="904"/>
                    <a:pt x="89" y="904"/>
                  </a:cubicBezTo>
                  <a:cubicBezTo>
                    <a:pt x="169" y="891"/>
                    <a:pt x="240" y="834"/>
                    <a:pt x="287" y="742"/>
                  </a:cubicBezTo>
                  <a:cubicBezTo>
                    <a:pt x="334" y="651"/>
                    <a:pt x="353" y="538"/>
                    <a:pt x="340" y="422"/>
                  </a:cubicBezTo>
                  <a:cubicBezTo>
                    <a:pt x="314" y="192"/>
                    <a:pt x="168" y="20"/>
                    <a:pt x="8" y="32"/>
                  </a:cubicBezTo>
                  <a:lnTo>
                    <a:pt x="7" y="32"/>
                  </a:lnTo>
                  <a:lnTo>
                    <a:pt x="7" y="32"/>
                  </a:lnTo>
                  <a:lnTo>
                    <a:pt x="7" y="32"/>
                  </a:lnTo>
                  <a:cubicBezTo>
                    <a:pt x="6" y="32"/>
                    <a:pt x="5" y="32"/>
                    <a:pt x="3" y="31"/>
                  </a:cubicBezTo>
                  <a:cubicBezTo>
                    <a:pt x="2" y="31"/>
                    <a:pt x="2" y="31"/>
                    <a:pt x="1" y="29"/>
                  </a:cubicBezTo>
                  <a:cubicBezTo>
                    <a:pt x="1" y="28"/>
                    <a:pt x="0" y="26"/>
                    <a:pt x="0" y="25"/>
                  </a:cubicBezTo>
                  <a:cubicBezTo>
                    <a:pt x="0" y="24"/>
                    <a:pt x="1" y="22"/>
                    <a:pt x="1" y="21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5" y="19"/>
                    <a:pt x="6" y="18"/>
                    <a:pt x="7" y="18"/>
                  </a:cubicBezTo>
                  <a:lnTo>
                    <a:pt x="76" y="12"/>
                  </a:lnTo>
                  <a:cubicBezTo>
                    <a:pt x="244" y="0"/>
                    <a:pt x="397" y="177"/>
                    <a:pt x="424" y="416"/>
                  </a:cubicBezTo>
                  <a:cubicBezTo>
                    <a:pt x="437" y="534"/>
                    <a:pt x="418" y="650"/>
                    <a:pt x="370" y="743"/>
                  </a:cubicBezTo>
                  <a:cubicBezTo>
                    <a:pt x="320" y="840"/>
                    <a:pt x="246" y="900"/>
                    <a:pt x="161" y="913"/>
                  </a:cubicBezTo>
                  <a:cubicBezTo>
                    <a:pt x="155" y="914"/>
                    <a:pt x="149" y="914"/>
                    <a:pt x="143" y="915"/>
                  </a:cubicBezTo>
                  <a:lnTo>
                    <a:pt x="74" y="920"/>
                  </a:lnTo>
                  <a:lnTo>
                    <a:pt x="73" y="920"/>
                  </a:lnTo>
                  <a:moveTo>
                    <a:pt x="89" y="26"/>
                  </a:moveTo>
                  <a:cubicBezTo>
                    <a:pt x="222" y="66"/>
                    <a:pt x="332" y="222"/>
                    <a:pt x="354" y="421"/>
                  </a:cubicBezTo>
                  <a:cubicBezTo>
                    <a:pt x="368" y="539"/>
                    <a:pt x="349" y="655"/>
                    <a:pt x="300" y="748"/>
                  </a:cubicBezTo>
                  <a:cubicBezTo>
                    <a:pt x="263" y="820"/>
                    <a:pt x="213" y="872"/>
                    <a:pt x="154" y="899"/>
                  </a:cubicBezTo>
                  <a:cubicBezTo>
                    <a:pt x="155" y="899"/>
                    <a:pt x="157" y="899"/>
                    <a:pt x="158" y="898"/>
                  </a:cubicBezTo>
                  <a:cubicBezTo>
                    <a:pt x="239" y="886"/>
                    <a:pt x="309" y="828"/>
                    <a:pt x="357" y="736"/>
                  </a:cubicBezTo>
                  <a:cubicBezTo>
                    <a:pt x="403" y="646"/>
                    <a:pt x="422" y="532"/>
                    <a:pt x="409" y="417"/>
                  </a:cubicBezTo>
                  <a:cubicBezTo>
                    <a:pt x="384" y="192"/>
                    <a:pt x="245" y="23"/>
                    <a:pt x="89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6917444" y="4106072"/>
              <a:ext cx="121582" cy="247962"/>
            </a:xfrm>
            <a:custGeom>
              <a:avLst/>
              <a:gdLst/>
              <a:ahLst/>
              <a:cxnLst/>
              <a:rect l="l" t="t" r="r" b="b"/>
              <a:pathLst>
                <a:path w="228" h="465" extrusionOk="0">
                  <a:moveTo>
                    <a:pt x="149" y="461"/>
                  </a:moveTo>
                  <a:lnTo>
                    <a:pt x="116" y="464"/>
                  </a:lnTo>
                  <a:cubicBezTo>
                    <a:pt x="113" y="464"/>
                    <a:pt x="110" y="461"/>
                    <a:pt x="110" y="457"/>
                  </a:cubicBezTo>
                  <a:lnTo>
                    <a:pt x="107" y="426"/>
                  </a:lnTo>
                  <a:lnTo>
                    <a:pt x="107" y="426"/>
                  </a:lnTo>
                  <a:lnTo>
                    <a:pt x="106" y="426"/>
                  </a:lnTo>
                  <a:cubicBezTo>
                    <a:pt x="78" y="426"/>
                    <a:pt x="50" y="419"/>
                    <a:pt x="25" y="406"/>
                  </a:cubicBezTo>
                  <a:lnTo>
                    <a:pt x="25" y="406"/>
                  </a:lnTo>
                  <a:cubicBezTo>
                    <a:pt x="24" y="406"/>
                    <a:pt x="24" y="405"/>
                    <a:pt x="23" y="404"/>
                  </a:cubicBezTo>
                  <a:cubicBezTo>
                    <a:pt x="23" y="402"/>
                    <a:pt x="22" y="401"/>
                    <a:pt x="22" y="399"/>
                  </a:cubicBezTo>
                  <a:lnTo>
                    <a:pt x="22" y="398"/>
                  </a:lnTo>
                  <a:lnTo>
                    <a:pt x="32" y="325"/>
                  </a:lnTo>
                  <a:lnTo>
                    <a:pt x="32" y="325"/>
                  </a:lnTo>
                  <a:cubicBezTo>
                    <a:pt x="32" y="324"/>
                    <a:pt x="33" y="323"/>
                    <a:pt x="33" y="322"/>
                  </a:cubicBezTo>
                  <a:cubicBezTo>
                    <a:pt x="34" y="321"/>
                    <a:pt x="34" y="320"/>
                    <a:pt x="35" y="320"/>
                  </a:cubicBezTo>
                  <a:lnTo>
                    <a:pt x="35" y="320"/>
                  </a:lnTo>
                  <a:lnTo>
                    <a:pt x="35" y="320"/>
                  </a:lnTo>
                  <a:cubicBezTo>
                    <a:pt x="36" y="319"/>
                    <a:pt x="36" y="319"/>
                    <a:pt x="37" y="319"/>
                  </a:cubicBezTo>
                  <a:cubicBezTo>
                    <a:pt x="38" y="319"/>
                    <a:pt x="39" y="319"/>
                    <a:pt x="39" y="320"/>
                  </a:cubicBezTo>
                  <a:lnTo>
                    <a:pt x="40" y="320"/>
                  </a:lnTo>
                  <a:lnTo>
                    <a:pt x="40" y="320"/>
                  </a:lnTo>
                  <a:lnTo>
                    <a:pt x="40" y="320"/>
                  </a:lnTo>
                  <a:cubicBezTo>
                    <a:pt x="51" y="326"/>
                    <a:pt x="62" y="331"/>
                    <a:pt x="73" y="333"/>
                  </a:cubicBezTo>
                  <a:lnTo>
                    <a:pt x="73" y="333"/>
                  </a:lnTo>
                  <a:cubicBezTo>
                    <a:pt x="82" y="335"/>
                    <a:pt x="91" y="337"/>
                    <a:pt x="101" y="338"/>
                  </a:cubicBezTo>
                  <a:lnTo>
                    <a:pt x="96" y="278"/>
                  </a:lnTo>
                  <a:lnTo>
                    <a:pt x="94" y="278"/>
                  </a:lnTo>
                  <a:lnTo>
                    <a:pt x="94" y="278"/>
                  </a:lnTo>
                  <a:cubicBezTo>
                    <a:pt x="83" y="275"/>
                    <a:pt x="72" y="271"/>
                    <a:pt x="62" y="265"/>
                  </a:cubicBezTo>
                  <a:cubicBezTo>
                    <a:pt x="50" y="258"/>
                    <a:pt x="39" y="249"/>
                    <a:pt x="30" y="238"/>
                  </a:cubicBezTo>
                  <a:lnTo>
                    <a:pt x="30" y="238"/>
                  </a:lnTo>
                  <a:cubicBezTo>
                    <a:pt x="26" y="233"/>
                    <a:pt x="22" y="228"/>
                    <a:pt x="18" y="222"/>
                  </a:cubicBezTo>
                  <a:cubicBezTo>
                    <a:pt x="9" y="206"/>
                    <a:pt x="3" y="187"/>
                    <a:pt x="2" y="168"/>
                  </a:cubicBezTo>
                  <a:cubicBezTo>
                    <a:pt x="0" y="137"/>
                    <a:pt x="6" y="111"/>
                    <a:pt x="21" y="91"/>
                  </a:cubicBezTo>
                  <a:lnTo>
                    <a:pt x="21" y="91"/>
                  </a:lnTo>
                  <a:cubicBezTo>
                    <a:pt x="29" y="80"/>
                    <a:pt x="40" y="71"/>
                    <a:pt x="51" y="64"/>
                  </a:cubicBezTo>
                  <a:cubicBezTo>
                    <a:pt x="60" y="59"/>
                    <a:pt x="69" y="55"/>
                    <a:pt x="78" y="53"/>
                  </a:cubicBezTo>
                  <a:lnTo>
                    <a:pt x="75" y="10"/>
                  </a:lnTo>
                  <a:lnTo>
                    <a:pt x="75" y="10"/>
                  </a:lnTo>
                  <a:lnTo>
                    <a:pt x="75" y="9"/>
                  </a:lnTo>
                  <a:cubicBezTo>
                    <a:pt x="75" y="8"/>
                    <a:pt x="76" y="7"/>
                    <a:pt x="76" y="6"/>
                  </a:cubicBezTo>
                  <a:cubicBezTo>
                    <a:pt x="77" y="5"/>
                    <a:pt x="77" y="4"/>
                    <a:pt x="78" y="3"/>
                  </a:cubicBezTo>
                  <a:cubicBezTo>
                    <a:pt x="79" y="3"/>
                    <a:pt x="79" y="3"/>
                    <a:pt x="80" y="3"/>
                  </a:cubicBezTo>
                  <a:lnTo>
                    <a:pt x="113" y="0"/>
                  </a:lnTo>
                  <a:cubicBezTo>
                    <a:pt x="116" y="0"/>
                    <a:pt x="119" y="3"/>
                    <a:pt x="119" y="7"/>
                  </a:cubicBezTo>
                  <a:lnTo>
                    <a:pt x="123" y="50"/>
                  </a:lnTo>
                  <a:lnTo>
                    <a:pt x="123" y="50"/>
                  </a:lnTo>
                  <a:cubicBezTo>
                    <a:pt x="147" y="51"/>
                    <a:pt x="172" y="58"/>
                    <a:pt x="194" y="70"/>
                  </a:cubicBezTo>
                  <a:lnTo>
                    <a:pt x="194" y="70"/>
                  </a:lnTo>
                  <a:cubicBezTo>
                    <a:pt x="195" y="70"/>
                    <a:pt x="196" y="71"/>
                    <a:pt x="196" y="73"/>
                  </a:cubicBezTo>
                  <a:cubicBezTo>
                    <a:pt x="197" y="75"/>
                    <a:pt x="197" y="75"/>
                    <a:pt x="197" y="77"/>
                  </a:cubicBezTo>
                  <a:cubicBezTo>
                    <a:pt x="197" y="77"/>
                    <a:pt x="197" y="78"/>
                    <a:pt x="197" y="79"/>
                  </a:cubicBezTo>
                  <a:lnTo>
                    <a:pt x="182" y="150"/>
                  </a:lnTo>
                  <a:lnTo>
                    <a:pt x="182" y="150"/>
                  </a:lnTo>
                  <a:cubicBezTo>
                    <a:pt x="182" y="151"/>
                    <a:pt x="182" y="152"/>
                    <a:pt x="182" y="152"/>
                  </a:cubicBezTo>
                  <a:cubicBezTo>
                    <a:pt x="181" y="153"/>
                    <a:pt x="180" y="154"/>
                    <a:pt x="179" y="155"/>
                  </a:cubicBezTo>
                  <a:lnTo>
                    <a:pt x="179" y="155"/>
                  </a:lnTo>
                  <a:cubicBezTo>
                    <a:pt x="179" y="155"/>
                    <a:pt x="178" y="155"/>
                    <a:pt x="177" y="155"/>
                  </a:cubicBezTo>
                  <a:cubicBezTo>
                    <a:pt x="176" y="155"/>
                    <a:pt x="176" y="155"/>
                    <a:pt x="175" y="155"/>
                  </a:cubicBezTo>
                  <a:lnTo>
                    <a:pt x="175" y="154"/>
                  </a:lnTo>
                  <a:lnTo>
                    <a:pt x="175" y="154"/>
                  </a:lnTo>
                  <a:cubicBezTo>
                    <a:pt x="172" y="153"/>
                    <a:pt x="170" y="151"/>
                    <a:pt x="168" y="150"/>
                  </a:cubicBezTo>
                  <a:cubicBezTo>
                    <a:pt x="156" y="143"/>
                    <a:pt x="143" y="139"/>
                    <a:pt x="129" y="138"/>
                  </a:cubicBezTo>
                  <a:lnTo>
                    <a:pt x="134" y="194"/>
                  </a:lnTo>
                  <a:lnTo>
                    <a:pt x="134" y="194"/>
                  </a:lnTo>
                  <a:cubicBezTo>
                    <a:pt x="146" y="196"/>
                    <a:pt x="157" y="201"/>
                    <a:pt x="167" y="207"/>
                  </a:cubicBezTo>
                  <a:cubicBezTo>
                    <a:pt x="185" y="217"/>
                    <a:pt x="199" y="231"/>
                    <a:pt x="209" y="249"/>
                  </a:cubicBezTo>
                  <a:cubicBezTo>
                    <a:pt x="218" y="265"/>
                    <a:pt x="224" y="283"/>
                    <a:pt x="224" y="301"/>
                  </a:cubicBezTo>
                  <a:cubicBezTo>
                    <a:pt x="227" y="333"/>
                    <a:pt x="221" y="360"/>
                    <a:pt x="208" y="381"/>
                  </a:cubicBezTo>
                  <a:lnTo>
                    <a:pt x="208" y="381"/>
                  </a:lnTo>
                  <a:cubicBezTo>
                    <a:pt x="199" y="393"/>
                    <a:pt x="190" y="404"/>
                    <a:pt x="176" y="411"/>
                  </a:cubicBezTo>
                  <a:cubicBezTo>
                    <a:pt x="169" y="415"/>
                    <a:pt x="160" y="419"/>
                    <a:pt x="152" y="421"/>
                  </a:cubicBezTo>
                  <a:lnTo>
                    <a:pt x="154" y="453"/>
                  </a:lnTo>
                  <a:lnTo>
                    <a:pt x="154" y="453"/>
                  </a:lnTo>
                  <a:cubicBezTo>
                    <a:pt x="154" y="454"/>
                    <a:pt x="154" y="454"/>
                    <a:pt x="154" y="455"/>
                  </a:cubicBezTo>
                  <a:cubicBezTo>
                    <a:pt x="154" y="456"/>
                    <a:pt x="154" y="457"/>
                    <a:pt x="153" y="458"/>
                  </a:cubicBezTo>
                  <a:cubicBezTo>
                    <a:pt x="153" y="459"/>
                    <a:pt x="152" y="460"/>
                    <a:pt x="151" y="460"/>
                  </a:cubicBezTo>
                  <a:cubicBezTo>
                    <a:pt x="150" y="461"/>
                    <a:pt x="150" y="461"/>
                    <a:pt x="149" y="461"/>
                  </a:cubicBezTo>
                  <a:moveTo>
                    <a:pt x="120" y="449"/>
                  </a:moveTo>
                  <a:lnTo>
                    <a:pt x="143" y="447"/>
                  </a:lnTo>
                  <a:lnTo>
                    <a:pt x="140" y="415"/>
                  </a:lnTo>
                  <a:lnTo>
                    <a:pt x="140" y="415"/>
                  </a:lnTo>
                  <a:lnTo>
                    <a:pt x="140" y="414"/>
                  </a:lnTo>
                  <a:cubicBezTo>
                    <a:pt x="140" y="413"/>
                    <a:pt x="141" y="412"/>
                    <a:pt x="141" y="411"/>
                  </a:cubicBezTo>
                  <a:cubicBezTo>
                    <a:pt x="142" y="410"/>
                    <a:pt x="142" y="409"/>
                    <a:pt x="143" y="408"/>
                  </a:cubicBezTo>
                  <a:cubicBezTo>
                    <a:pt x="144" y="408"/>
                    <a:pt x="144" y="408"/>
                    <a:pt x="144" y="408"/>
                  </a:cubicBezTo>
                  <a:cubicBezTo>
                    <a:pt x="169" y="402"/>
                    <a:pt x="187" y="390"/>
                    <a:pt x="199" y="371"/>
                  </a:cubicBezTo>
                  <a:cubicBezTo>
                    <a:pt x="211" y="353"/>
                    <a:pt x="216" y="331"/>
                    <a:pt x="213" y="302"/>
                  </a:cubicBezTo>
                  <a:lnTo>
                    <a:pt x="213" y="302"/>
                  </a:lnTo>
                  <a:cubicBezTo>
                    <a:pt x="213" y="286"/>
                    <a:pt x="208" y="270"/>
                    <a:pt x="200" y="257"/>
                  </a:cubicBezTo>
                  <a:cubicBezTo>
                    <a:pt x="197" y="252"/>
                    <a:pt x="194" y="247"/>
                    <a:pt x="190" y="242"/>
                  </a:cubicBezTo>
                  <a:lnTo>
                    <a:pt x="190" y="242"/>
                  </a:lnTo>
                  <a:cubicBezTo>
                    <a:pt x="182" y="234"/>
                    <a:pt x="174" y="226"/>
                    <a:pt x="163" y="220"/>
                  </a:cubicBezTo>
                  <a:cubicBezTo>
                    <a:pt x="154" y="215"/>
                    <a:pt x="143" y="211"/>
                    <a:pt x="133" y="208"/>
                  </a:cubicBezTo>
                  <a:lnTo>
                    <a:pt x="128" y="207"/>
                  </a:lnTo>
                  <a:lnTo>
                    <a:pt x="128" y="207"/>
                  </a:lnTo>
                  <a:cubicBezTo>
                    <a:pt x="127" y="207"/>
                    <a:pt x="127" y="207"/>
                    <a:pt x="127" y="207"/>
                  </a:cubicBezTo>
                  <a:cubicBezTo>
                    <a:pt x="126" y="206"/>
                    <a:pt x="125" y="205"/>
                    <a:pt x="124" y="204"/>
                  </a:cubicBezTo>
                  <a:cubicBezTo>
                    <a:pt x="123" y="203"/>
                    <a:pt x="123" y="202"/>
                    <a:pt x="123" y="200"/>
                  </a:cubicBezTo>
                  <a:lnTo>
                    <a:pt x="118" y="131"/>
                  </a:lnTo>
                  <a:lnTo>
                    <a:pt x="118" y="131"/>
                  </a:lnTo>
                  <a:cubicBezTo>
                    <a:pt x="118" y="130"/>
                    <a:pt x="118" y="130"/>
                    <a:pt x="118" y="130"/>
                  </a:cubicBezTo>
                  <a:cubicBezTo>
                    <a:pt x="118" y="128"/>
                    <a:pt x="118" y="127"/>
                    <a:pt x="119" y="126"/>
                  </a:cubicBezTo>
                  <a:cubicBezTo>
                    <a:pt x="119" y="125"/>
                    <a:pt x="119" y="125"/>
                    <a:pt x="119" y="125"/>
                  </a:cubicBezTo>
                  <a:lnTo>
                    <a:pt x="119" y="125"/>
                  </a:lnTo>
                  <a:cubicBezTo>
                    <a:pt x="119" y="124"/>
                    <a:pt x="121" y="125"/>
                    <a:pt x="121" y="124"/>
                  </a:cubicBezTo>
                  <a:cubicBezTo>
                    <a:pt x="122" y="124"/>
                    <a:pt x="122" y="123"/>
                    <a:pt x="123" y="123"/>
                  </a:cubicBezTo>
                  <a:lnTo>
                    <a:pt x="123" y="123"/>
                  </a:lnTo>
                  <a:lnTo>
                    <a:pt x="123" y="123"/>
                  </a:lnTo>
                  <a:cubicBezTo>
                    <a:pt x="141" y="124"/>
                    <a:pt x="158" y="129"/>
                    <a:pt x="173" y="137"/>
                  </a:cubicBezTo>
                  <a:lnTo>
                    <a:pt x="173" y="138"/>
                  </a:lnTo>
                  <a:lnTo>
                    <a:pt x="185" y="81"/>
                  </a:lnTo>
                  <a:lnTo>
                    <a:pt x="185" y="81"/>
                  </a:lnTo>
                  <a:cubicBezTo>
                    <a:pt x="164" y="71"/>
                    <a:pt x="141" y="65"/>
                    <a:pt x="118" y="64"/>
                  </a:cubicBezTo>
                  <a:lnTo>
                    <a:pt x="118" y="64"/>
                  </a:lnTo>
                  <a:cubicBezTo>
                    <a:pt x="117" y="64"/>
                    <a:pt x="117" y="64"/>
                    <a:pt x="115" y="63"/>
                  </a:cubicBezTo>
                  <a:cubicBezTo>
                    <a:pt x="115" y="63"/>
                    <a:pt x="114" y="62"/>
                    <a:pt x="113" y="61"/>
                  </a:cubicBezTo>
                  <a:cubicBezTo>
                    <a:pt x="112" y="60"/>
                    <a:pt x="112" y="59"/>
                    <a:pt x="112" y="57"/>
                  </a:cubicBezTo>
                  <a:lnTo>
                    <a:pt x="112" y="57"/>
                  </a:lnTo>
                  <a:lnTo>
                    <a:pt x="109" y="15"/>
                  </a:lnTo>
                  <a:lnTo>
                    <a:pt x="86" y="17"/>
                  </a:lnTo>
                  <a:lnTo>
                    <a:pt x="90" y="59"/>
                  </a:lnTo>
                  <a:lnTo>
                    <a:pt x="90" y="59"/>
                  </a:lnTo>
                  <a:cubicBezTo>
                    <a:pt x="90" y="60"/>
                    <a:pt x="90" y="60"/>
                    <a:pt x="90" y="61"/>
                  </a:cubicBezTo>
                  <a:cubicBezTo>
                    <a:pt x="90" y="62"/>
                    <a:pt x="90" y="63"/>
                    <a:pt x="89" y="64"/>
                  </a:cubicBezTo>
                  <a:cubicBezTo>
                    <a:pt x="88" y="65"/>
                    <a:pt x="88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61" y="72"/>
                    <a:pt x="42" y="83"/>
                    <a:pt x="29" y="101"/>
                  </a:cubicBezTo>
                  <a:cubicBezTo>
                    <a:pt x="16" y="119"/>
                    <a:pt x="11" y="141"/>
                    <a:pt x="13" y="167"/>
                  </a:cubicBezTo>
                  <a:lnTo>
                    <a:pt x="13" y="167"/>
                  </a:lnTo>
                  <a:cubicBezTo>
                    <a:pt x="14" y="184"/>
                    <a:pt x="19" y="199"/>
                    <a:pt x="27" y="213"/>
                  </a:cubicBezTo>
                  <a:cubicBezTo>
                    <a:pt x="30" y="218"/>
                    <a:pt x="33" y="223"/>
                    <a:pt x="37" y="228"/>
                  </a:cubicBezTo>
                  <a:lnTo>
                    <a:pt x="37" y="228"/>
                  </a:lnTo>
                  <a:cubicBezTo>
                    <a:pt x="46" y="237"/>
                    <a:pt x="55" y="246"/>
                    <a:pt x="66" y="252"/>
                  </a:cubicBezTo>
                  <a:cubicBezTo>
                    <a:pt x="76" y="258"/>
                    <a:pt x="86" y="261"/>
                    <a:pt x="96" y="264"/>
                  </a:cubicBezTo>
                  <a:lnTo>
                    <a:pt x="102" y="265"/>
                  </a:lnTo>
                  <a:lnTo>
                    <a:pt x="102" y="265"/>
                  </a:lnTo>
                  <a:lnTo>
                    <a:pt x="103" y="266"/>
                  </a:lnTo>
                  <a:cubicBezTo>
                    <a:pt x="104" y="266"/>
                    <a:pt x="106" y="267"/>
                    <a:pt x="106" y="269"/>
                  </a:cubicBezTo>
                  <a:cubicBezTo>
                    <a:pt x="107" y="270"/>
                    <a:pt x="107" y="271"/>
                    <a:pt x="107" y="272"/>
                  </a:cubicBezTo>
                  <a:lnTo>
                    <a:pt x="112" y="345"/>
                  </a:lnTo>
                  <a:lnTo>
                    <a:pt x="112" y="345"/>
                  </a:lnTo>
                  <a:lnTo>
                    <a:pt x="112" y="346"/>
                  </a:lnTo>
                  <a:cubicBezTo>
                    <a:pt x="112" y="347"/>
                    <a:pt x="112" y="349"/>
                    <a:pt x="111" y="350"/>
                  </a:cubicBezTo>
                  <a:lnTo>
                    <a:pt x="111" y="350"/>
                  </a:lnTo>
                  <a:lnTo>
                    <a:pt x="111" y="350"/>
                  </a:lnTo>
                  <a:cubicBezTo>
                    <a:pt x="111" y="351"/>
                    <a:pt x="110" y="352"/>
                    <a:pt x="109" y="352"/>
                  </a:cubicBezTo>
                  <a:cubicBezTo>
                    <a:pt x="109" y="353"/>
                    <a:pt x="108" y="353"/>
                    <a:pt x="107" y="353"/>
                  </a:cubicBezTo>
                  <a:lnTo>
                    <a:pt x="107" y="353"/>
                  </a:lnTo>
                  <a:lnTo>
                    <a:pt x="107" y="353"/>
                  </a:lnTo>
                  <a:cubicBezTo>
                    <a:pt x="95" y="352"/>
                    <a:pt x="83" y="351"/>
                    <a:pt x="72" y="348"/>
                  </a:cubicBezTo>
                  <a:lnTo>
                    <a:pt x="72" y="348"/>
                  </a:lnTo>
                  <a:cubicBezTo>
                    <a:pt x="62" y="346"/>
                    <a:pt x="51" y="342"/>
                    <a:pt x="42" y="337"/>
                  </a:cubicBezTo>
                  <a:lnTo>
                    <a:pt x="33" y="395"/>
                  </a:lnTo>
                  <a:lnTo>
                    <a:pt x="33" y="395"/>
                  </a:lnTo>
                  <a:cubicBezTo>
                    <a:pt x="56" y="406"/>
                    <a:pt x="81" y="412"/>
                    <a:pt x="106" y="412"/>
                  </a:cubicBezTo>
                  <a:cubicBezTo>
                    <a:pt x="108" y="412"/>
                    <a:pt x="110" y="412"/>
                    <a:pt x="112" y="411"/>
                  </a:cubicBezTo>
                  <a:lnTo>
                    <a:pt x="112" y="411"/>
                  </a:lnTo>
                  <a:cubicBezTo>
                    <a:pt x="113" y="412"/>
                    <a:pt x="114" y="412"/>
                    <a:pt x="114" y="412"/>
                  </a:cubicBezTo>
                  <a:cubicBezTo>
                    <a:pt x="115" y="413"/>
                    <a:pt x="117" y="414"/>
                    <a:pt x="117" y="415"/>
                  </a:cubicBezTo>
                  <a:cubicBezTo>
                    <a:pt x="118" y="416"/>
                    <a:pt x="118" y="417"/>
                    <a:pt x="118" y="418"/>
                  </a:cubicBezTo>
                  <a:lnTo>
                    <a:pt x="118" y="418"/>
                  </a:lnTo>
                  <a:lnTo>
                    <a:pt x="120" y="4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6952106" y="4172728"/>
              <a:ext cx="19197" cy="38927"/>
            </a:xfrm>
            <a:custGeom>
              <a:avLst/>
              <a:gdLst/>
              <a:ahLst/>
              <a:cxnLst/>
              <a:rect l="l" t="t" r="r" b="b"/>
              <a:pathLst>
                <a:path w="36" h="73" extrusionOk="0">
                  <a:moveTo>
                    <a:pt x="30" y="72"/>
                  </a:moveTo>
                  <a:lnTo>
                    <a:pt x="30" y="72"/>
                  </a:lnTo>
                  <a:lnTo>
                    <a:pt x="30" y="72"/>
                  </a:lnTo>
                  <a:cubicBezTo>
                    <a:pt x="29" y="72"/>
                    <a:pt x="28" y="72"/>
                    <a:pt x="28" y="71"/>
                  </a:cubicBezTo>
                  <a:lnTo>
                    <a:pt x="28" y="71"/>
                  </a:lnTo>
                  <a:cubicBezTo>
                    <a:pt x="25" y="70"/>
                    <a:pt x="23" y="69"/>
                    <a:pt x="21" y="68"/>
                  </a:cubicBezTo>
                  <a:cubicBezTo>
                    <a:pt x="16" y="65"/>
                    <a:pt x="12" y="62"/>
                    <a:pt x="9" y="58"/>
                  </a:cubicBezTo>
                  <a:lnTo>
                    <a:pt x="9" y="58"/>
                  </a:lnTo>
                  <a:cubicBezTo>
                    <a:pt x="8" y="57"/>
                    <a:pt x="7" y="56"/>
                    <a:pt x="6" y="55"/>
                  </a:cubicBezTo>
                  <a:cubicBezTo>
                    <a:pt x="3" y="49"/>
                    <a:pt x="2" y="43"/>
                    <a:pt x="1" y="37"/>
                  </a:cubicBezTo>
                  <a:cubicBezTo>
                    <a:pt x="0" y="25"/>
                    <a:pt x="3" y="8"/>
                    <a:pt x="23" y="1"/>
                  </a:cubicBezTo>
                  <a:lnTo>
                    <a:pt x="23" y="1"/>
                  </a:lnTo>
                  <a:cubicBezTo>
                    <a:pt x="24" y="0"/>
                    <a:pt x="24" y="0"/>
                    <a:pt x="25" y="0"/>
                  </a:cubicBezTo>
                  <a:cubicBezTo>
                    <a:pt x="26" y="0"/>
                    <a:pt x="26" y="1"/>
                    <a:pt x="27" y="1"/>
                  </a:cubicBezTo>
                  <a:cubicBezTo>
                    <a:pt x="27" y="1"/>
                    <a:pt x="28" y="1"/>
                    <a:pt x="28" y="2"/>
                  </a:cubicBezTo>
                  <a:lnTo>
                    <a:pt x="28" y="2"/>
                  </a:lnTo>
                  <a:cubicBezTo>
                    <a:pt x="29" y="2"/>
                    <a:pt x="29" y="3"/>
                    <a:pt x="29" y="3"/>
                  </a:cubicBezTo>
                  <a:cubicBezTo>
                    <a:pt x="30" y="5"/>
                    <a:pt x="30" y="6"/>
                    <a:pt x="30" y="7"/>
                  </a:cubicBezTo>
                  <a:lnTo>
                    <a:pt x="35" y="64"/>
                  </a:lnTo>
                  <a:lnTo>
                    <a:pt x="35" y="64"/>
                  </a:lnTo>
                  <a:lnTo>
                    <a:pt x="35" y="65"/>
                  </a:lnTo>
                  <a:cubicBezTo>
                    <a:pt x="35" y="66"/>
                    <a:pt x="35" y="69"/>
                    <a:pt x="34" y="69"/>
                  </a:cubicBezTo>
                  <a:cubicBezTo>
                    <a:pt x="34" y="70"/>
                    <a:pt x="33" y="70"/>
                    <a:pt x="33" y="70"/>
                  </a:cubicBezTo>
                  <a:lnTo>
                    <a:pt x="33" y="70"/>
                  </a:lnTo>
                  <a:cubicBezTo>
                    <a:pt x="32" y="71"/>
                    <a:pt x="32" y="71"/>
                    <a:pt x="32" y="71"/>
                  </a:cubicBezTo>
                  <a:cubicBezTo>
                    <a:pt x="31" y="71"/>
                    <a:pt x="31" y="72"/>
                    <a:pt x="30" y="72"/>
                  </a:cubicBezTo>
                  <a:moveTo>
                    <a:pt x="20" y="18"/>
                  </a:moveTo>
                  <a:lnTo>
                    <a:pt x="20" y="18"/>
                  </a:lnTo>
                  <a:cubicBezTo>
                    <a:pt x="18" y="20"/>
                    <a:pt x="17" y="22"/>
                    <a:pt x="15" y="24"/>
                  </a:cubicBezTo>
                  <a:cubicBezTo>
                    <a:pt x="14" y="27"/>
                    <a:pt x="12" y="30"/>
                    <a:pt x="12" y="33"/>
                  </a:cubicBezTo>
                  <a:cubicBezTo>
                    <a:pt x="12" y="34"/>
                    <a:pt x="12" y="35"/>
                    <a:pt x="12" y="36"/>
                  </a:cubicBezTo>
                  <a:lnTo>
                    <a:pt x="12" y="36"/>
                  </a:lnTo>
                  <a:cubicBezTo>
                    <a:pt x="12" y="40"/>
                    <a:pt x="14" y="43"/>
                    <a:pt x="15" y="46"/>
                  </a:cubicBezTo>
                  <a:cubicBezTo>
                    <a:pt x="16" y="47"/>
                    <a:pt x="16" y="47"/>
                    <a:pt x="16" y="48"/>
                  </a:cubicBezTo>
                  <a:lnTo>
                    <a:pt x="16" y="48"/>
                  </a:lnTo>
                  <a:cubicBezTo>
                    <a:pt x="18" y="50"/>
                    <a:pt x="20" y="52"/>
                    <a:pt x="23" y="53"/>
                  </a:cubicBezTo>
                  <a:lnTo>
                    <a:pt x="23" y="53"/>
                  </a:lnTo>
                  <a:lnTo>
                    <a:pt x="20" y="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6986767" y="4253783"/>
              <a:ext cx="17597" cy="37861"/>
            </a:xfrm>
            <a:custGeom>
              <a:avLst/>
              <a:gdLst/>
              <a:ahLst/>
              <a:cxnLst/>
              <a:rect l="l" t="t" r="r" b="b"/>
              <a:pathLst>
                <a:path w="33" h="71" extrusionOk="0">
                  <a:moveTo>
                    <a:pt x="10" y="70"/>
                  </a:moveTo>
                  <a:lnTo>
                    <a:pt x="10" y="70"/>
                  </a:lnTo>
                  <a:lnTo>
                    <a:pt x="10" y="70"/>
                  </a:lnTo>
                  <a:cubicBezTo>
                    <a:pt x="9" y="70"/>
                    <a:pt x="8" y="69"/>
                    <a:pt x="8" y="69"/>
                  </a:cubicBezTo>
                  <a:cubicBezTo>
                    <a:pt x="7" y="69"/>
                    <a:pt x="7" y="69"/>
                    <a:pt x="7" y="68"/>
                  </a:cubicBezTo>
                  <a:lnTo>
                    <a:pt x="7" y="68"/>
                  </a:lnTo>
                  <a:cubicBezTo>
                    <a:pt x="6" y="68"/>
                    <a:pt x="6" y="68"/>
                    <a:pt x="5" y="67"/>
                  </a:cubicBezTo>
                  <a:cubicBezTo>
                    <a:pt x="5" y="65"/>
                    <a:pt x="4" y="64"/>
                    <a:pt x="4" y="63"/>
                  </a:cubicBezTo>
                  <a:lnTo>
                    <a:pt x="0" y="8"/>
                  </a:lnTo>
                  <a:lnTo>
                    <a:pt x="0" y="8"/>
                  </a:ln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1" y="4"/>
                    <a:pt x="1" y="3"/>
                  </a:cubicBezTo>
                  <a:cubicBezTo>
                    <a:pt x="2" y="2"/>
                    <a:pt x="1" y="2"/>
                    <a:pt x="2" y="1"/>
                  </a:cubicBezTo>
                  <a:lnTo>
                    <a:pt x="2" y="1"/>
                  </a:lnTo>
                  <a:lnTo>
                    <a:pt x="3" y="0"/>
                  </a:ln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lnTo>
                    <a:pt x="7" y="0"/>
                  </a:lnTo>
                  <a:cubicBezTo>
                    <a:pt x="9" y="1"/>
                    <a:pt x="12" y="2"/>
                    <a:pt x="13" y="3"/>
                  </a:cubicBezTo>
                  <a:cubicBezTo>
                    <a:pt x="19" y="6"/>
                    <a:pt x="22" y="10"/>
                    <a:pt x="25" y="14"/>
                  </a:cubicBezTo>
                  <a:lnTo>
                    <a:pt x="25" y="14"/>
                  </a:lnTo>
                  <a:lnTo>
                    <a:pt x="25" y="15"/>
                  </a:lnTo>
                  <a:cubicBezTo>
                    <a:pt x="29" y="21"/>
                    <a:pt x="31" y="28"/>
                    <a:pt x="32" y="36"/>
                  </a:cubicBezTo>
                  <a:lnTo>
                    <a:pt x="32" y="36"/>
                  </a:lnTo>
                  <a:cubicBezTo>
                    <a:pt x="32" y="37"/>
                    <a:pt x="32" y="38"/>
                    <a:pt x="32" y="40"/>
                  </a:cubicBezTo>
                  <a:cubicBezTo>
                    <a:pt x="32" y="45"/>
                    <a:pt x="31" y="51"/>
                    <a:pt x="28" y="56"/>
                  </a:cubicBezTo>
                  <a:cubicBezTo>
                    <a:pt x="26" y="61"/>
                    <a:pt x="21" y="65"/>
                    <a:pt x="16" y="67"/>
                  </a:cubicBezTo>
                  <a:cubicBezTo>
                    <a:pt x="15" y="68"/>
                    <a:pt x="13" y="69"/>
                    <a:pt x="12" y="69"/>
                  </a:cubicBezTo>
                  <a:lnTo>
                    <a:pt x="12" y="69"/>
                  </a:lnTo>
                  <a:cubicBezTo>
                    <a:pt x="11" y="70"/>
                    <a:pt x="11" y="70"/>
                    <a:pt x="10" y="70"/>
                  </a:cubicBezTo>
                  <a:moveTo>
                    <a:pt x="12" y="18"/>
                  </a:moveTo>
                  <a:lnTo>
                    <a:pt x="14" y="52"/>
                  </a:lnTo>
                  <a:lnTo>
                    <a:pt x="14" y="52"/>
                  </a:lnTo>
                  <a:cubicBezTo>
                    <a:pt x="16" y="50"/>
                    <a:pt x="17" y="49"/>
                    <a:pt x="18" y="47"/>
                  </a:cubicBezTo>
                  <a:cubicBezTo>
                    <a:pt x="20" y="44"/>
                    <a:pt x="21" y="41"/>
                    <a:pt x="21" y="39"/>
                  </a:cubicBezTo>
                  <a:cubicBezTo>
                    <a:pt x="21" y="38"/>
                    <a:pt x="21" y="37"/>
                    <a:pt x="21" y="36"/>
                  </a:cubicBezTo>
                  <a:lnTo>
                    <a:pt x="21" y="36"/>
                  </a:lnTo>
                  <a:cubicBezTo>
                    <a:pt x="20" y="32"/>
                    <a:pt x="19" y="27"/>
                    <a:pt x="17" y="23"/>
                  </a:cubicBezTo>
                  <a:lnTo>
                    <a:pt x="17" y="23"/>
                  </a:lnTo>
                  <a:cubicBezTo>
                    <a:pt x="15" y="21"/>
                    <a:pt x="14" y="20"/>
                    <a:pt x="12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6439647" y="4189259"/>
              <a:ext cx="402074" cy="239430"/>
            </a:xfrm>
            <a:custGeom>
              <a:avLst/>
              <a:gdLst/>
              <a:ahLst/>
              <a:cxnLst/>
              <a:rect l="l" t="t" r="r" b="b"/>
              <a:pathLst>
                <a:path w="754" h="449" extrusionOk="0">
                  <a:moveTo>
                    <a:pt x="440" y="372"/>
                  </a:moveTo>
                  <a:cubicBezTo>
                    <a:pt x="425" y="366"/>
                    <a:pt x="410" y="360"/>
                    <a:pt x="395" y="353"/>
                  </a:cubicBezTo>
                  <a:cubicBezTo>
                    <a:pt x="223" y="277"/>
                    <a:pt x="67" y="162"/>
                    <a:pt x="35" y="87"/>
                  </a:cubicBezTo>
                  <a:cubicBezTo>
                    <a:pt x="0" y="5"/>
                    <a:pt x="125" y="0"/>
                    <a:pt x="314" y="76"/>
                  </a:cubicBezTo>
                  <a:cubicBezTo>
                    <a:pt x="332" y="83"/>
                    <a:pt x="349" y="90"/>
                    <a:pt x="367" y="98"/>
                  </a:cubicBezTo>
                  <a:cubicBezTo>
                    <a:pt x="535" y="175"/>
                    <a:pt x="687" y="287"/>
                    <a:pt x="719" y="361"/>
                  </a:cubicBezTo>
                  <a:cubicBezTo>
                    <a:pt x="753" y="443"/>
                    <a:pt x="628" y="448"/>
                    <a:pt x="440" y="37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6392721" y="4161267"/>
              <a:ext cx="495927" cy="294889"/>
            </a:xfrm>
            <a:custGeom>
              <a:avLst/>
              <a:gdLst/>
              <a:ahLst/>
              <a:cxnLst/>
              <a:rect l="l" t="t" r="r" b="b"/>
              <a:pathLst>
                <a:path w="930" h="553" extrusionOk="0">
                  <a:moveTo>
                    <a:pt x="542" y="459"/>
                  </a:moveTo>
                  <a:cubicBezTo>
                    <a:pt x="310" y="366"/>
                    <a:pt x="86" y="208"/>
                    <a:pt x="43" y="107"/>
                  </a:cubicBezTo>
                  <a:cubicBezTo>
                    <a:pt x="0" y="6"/>
                    <a:pt x="155" y="0"/>
                    <a:pt x="387" y="93"/>
                  </a:cubicBezTo>
                  <a:cubicBezTo>
                    <a:pt x="619" y="186"/>
                    <a:pt x="843" y="344"/>
                    <a:pt x="886" y="445"/>
                  </a:cubicBezTo>
                  <a:cubicBezTo>
                    <a:pt x="929" y="546"/>
                    <a:pt x="775" y="552"/>
                    <a:pt x="542" y="459"/>
                  </a:cubicBezTo>
                  <a:moveTo>
                    <a:pt x="402" y="128"/>
                  </a:moveTo>
                  <a:cubicBezTo>
                    <a:pt x="213" y="52"/>
                    <a:pt x="88" y="57"/>
                    <a:pt x="123" y="139"/>
                  </a:cubicBezTo>
                  <a:cubicBezTo>
                    <a:pt x="158" y="221"/>
                    <a:pt x="340" y="349"/>
                    <a:pt x="528" y="424"/>
                  </a:cubicBezTo>
                  <a:cubicBezTo>
                    <a:pt x="717" y="500"/>
                    <a:pt x="841" y="495"/>
                    <a:pt x="806" y="413"/>
                  </a:cubicBezTo>
                  <a:cubicBezTo>
                    <a:pt x="772" y="331"/>
                    <a:pt x="590" y="203"/>
                    <a:pt x="402" y="1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6384722" y="4192459"/>
              <a:ext cx="482596" cy="310886"/>
            </a:xfrm>
            <a:custGeom>
              <a:avLst/>
              <a:gdLst/>
              <a:ahLst/>
              <a:cxnLst/>
              <a:rect l="l" t="t" r="r" b="b"/>
              <a:pathLst>
                <a:path w="905" h="583" extrusionOk="0">
                  <a:moveTo>
                    <a:pt x="904" y="436"/>
                  </a:moveTo>
                  <a:lnTo>
                    <a:pt x="855" y="532"/>
                  </a:lnTo>
                  <a:cubicBezTo>
                    <a:pt x="829" y="582"/>
                    <a:pt x="693" y="571"/>
                    <a:pt x="508" y="496"/>
                  </a:cubicBezTo>
                  <a:cubicBezTo>
                    <a:pt x="276" y="403"/>
                    <a:pt x="52" y="245"/>
                    <a:pt x="9" y="145"/>
                  </a:cubicBezTo>
                  <a:cubicBezTo>
                    <a:pt x="0" y="124"/>
                    <a:pt x="0" y="108"/>
                    <a:pt x="6" y="95"/>
                  </a:cubicBezTo>
                  <a:lnTo>
                    <a:pt x="55" y="0"/>
                  </a:lnTo>
                  <a:cubicBezTo>
                    <a:pt x="49" y="12"/>
                    <a:pt x="50" y="29"/>
                    <a:pt x="58" y="49"/>
                  </a:cubicBezTo>
                  <a:cubicBezTo>
                    <a:pt x="101" y="150"/>
                    <a:pt x="325" y="307"/>
                    <a:pt x="557" y="401"/>
                  </a:cubicBezTo>
                  <a:cubicBezTo>
                    <a:pt x="743" y="475"/>
                    <a:pt x="878" y="486"/>
                    <a:pt x="904" y="436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6447646" y="4188726"/>
              <a:ext cx="386077" cy="231965"/>
            </a:xfrm>
            <a:custGeom>
              <a:avLst/>
              <a:gdLst/>
              <a:ahLst/>
              <a:cxnLst/>
              <a:rect l="l" t="t" r="r" b="b"/>
              <a:pathLst>
                <a:path w="724" h="435" extrusionOk="0">
                  <a:moveTo>
                    <a:pt x="639" y="434"/>
                  </a:moveTo>
                  <a:cubicBezTo>
                    <a:pt x="587" y="434"/>
                    <a:pt x="511" y="416"/>
                    <a:pt x="422" y="380"/>
                  </a:cubicBezTo>
                  <a:cubicBezTo>
                    <a:pt x="232" y="304"/>
                    <a:pt x="48" y="174"/>
                    <a:pt x="13" y="91"/>
                  </a:cubicBezTo>
                  <a:cubicBezTo>
                    <a:pt x="0" y="61"/>
                    <a:pt x="9" y="44"/>
                    <a:pt x="18" y="35"/>
                  </a:cubicBezTo>
                  <a:cubicBezTo>
                    <a:pt x="52" y="0"/>
                    <a:pt x="161" y="13"/>
                    <a:pt x="301" y="70"/>
                  </a:cubicBezTo>
                  <a:cubicBezTo>
                    <a:pt x="491" y="146"/>
                    <a:pt x="675" y="276"/>
                    <a:pt x="710" y="359"/>
                  </a:cubicBezTo>
                  <a:cubicBezTo>
                    <a:pt x="723" y="388"/>
                    <a:pt x="714" y="406"/>
                    <a:pt x="705" y="415"/>
                  </a:cubicBezTo>
                  <a:cubicBezTo>
                    <a:pt x="693" y="428"/>
                    <a:pt x="670" y="434"/>
                    <a:pt x="639" y="434"/>
                  </a:cubicBezTo>
                  <a:moveTo>
                    <a:pt x="84" y="30"/>
                  </a:moveTo>
                  <a:cubicBezTo>
                    <a:pt x="56" y="30"/>
                    <a:pt x="37" y="36"/>
                    <a:pt x="28" y="45"/>
                  </a:cubicBezTo>
                  <a:cubicBezTo>
                    <a:pt x="20" y="54"/>
                    <a:pt x="19" y="67"/>
                    <a:pt x="27" y="85"/>
                  </a:cubicBezTo>
                  <a:cubicBezTo>
                    <a:pt x="61" y="165"/>
                    <a:pt x="241" y="291"/>
                    <a:pt x="428" y="366"/>
                  </a:cubicBezTo>
                  <a:lnTo>
                    <a:pt x="428" y="366"/>
                  </a:lnTo>
                  <a:cubicBezTo>
                    <a:pt x="579" y="427"/>
                    <a:pt x="671" y="429"/>
                    <a:pt x="695" y="405"/>
                  </a:cubicBezTo>
                  <a:cubicBezTo>
                    <a:pt x="704" y="396"/>
                    <a:pt x="704" y="382"/>
                    <a:pt x="697" y="365"/>
                  </a:cubicBezTo>
                  <a:cubicBezTo>
                    <a:pt x="663" y="284"/>
                    <a:pt x="483" y="158"/>
                    <a:pt x="296" y="83"/>
                  </a:cubicBezTo>
                  <a:cubicBezTo>
                    <a:pt x="201" y="45"/>
                    <a:pt x="130" y="30"/>
                    <a:pt x="84" y="30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6403919" y="4161530"/>
              <a:ext cx="473530" cy="284224"/>
            </a:xfrm>
            <a:custGeom>
              <a:avLst/>
              <a:gdLst/>
              <a:ahLst/>
              <a:cxnLst/>
              <a:rect l="l" t="t" r="r" b="b"/>
              <a:pathLst>
                <a:path w="888" h="533" extrusionOk="0">
                  <a:moveTo>
                    <a:pt x="786" y="532"/>
                  </a:moveTo>
                  <a:cubicBezTo>
                    <a:pt x="722" y="532"/>
                    <a:pt x="628" y="509"/>
                    <a:pt x="519" y="466"/>
                  </a:cubicBezTo>
                  <a:cubicBezTo>
                    <a:pt x="285" y="372"/>
                    <a:pt x="59" y="212"/>
                    <a:pt x="15" y="110"/>
                  </a:cubicBezTo>
                  <a:cubicBezTo>
                    <a:pt x="0" y="74"/>
                    <a:pt x="10" y="54"/>
                    <a:pt x="21" y="43"/>
                  </a:cubicBezTo>
                  <a:cubicBezTo>
                    <a:pt x="63" y="0"/>
                    <a:pt x="196" y="17"/>
                    <a:pt x="369" y="86"/>
                  </a:cubicBezTo>
                  <a:cubicBezTo>
                    <a:pt x="603" y="180"/>
                    <a:pt x="828" y="339"/>
                    <a:pt x="872" y="442"/>
                  </a:cubicBezTo>
                  <a:cubicBezTo>
                    <a:pt x="887" y="477"/>
                    <a:pt x="877" y="498"/>
                    <a:pt x="866" y="509"/>
                  </a:cubicBezTo>
                  <a:cubicBezTo>
                    <a:pt x="851" y="525"/>
                    <a:pt x="824" y="532"/>
                    <a:pt x="786" y="532"/>
                  </a:cubicBezTo>
                  <a:moveTo>
                    <a:pt x="101" y="34"/>
                  </a:moveTo>
                  <a:cubicBezTo>
                    <a:pt x="66" y="34"/>
                    <a:pt x="44" y="41"/>
                    <a:pt x="32" y="53"/>
                  </a:cubicBezTo>
                  <a:cubicBezTo>
                    <a:pt x="21" y="65"/>
                    <a:pt x="19" y="82"/>
                    <a:pt x="29" y="104"/>
                  </a:cubicBezTo>
                  <a:cubicBezTo>
                    <a:pt x="71" y="203"/>
                    <a:pt x="293" y="359"/>
                    <a:pt x="524" y="452"/>
                  </a:cubicBezTo>
                  <a:lnTo>
                    <a:pt x="524" y="452"/>
                  </a:lnTo>
                  <a:cubicBezTo>
                    <a:pt x="711" y="527"/>
                    <a:pt x="826" y="529"/>
                    <a:pt x="856" y="498"/>
                  </a:cubicBezTo>
                  <a:cubicBezTo>
                    <a:pt x="867" y="487"/>
                    <a:pt x="868" y="470"/>
                    <a:pt x="858" y="448"/>
                  </a:cubicBezTo>
                  <a:cubicBezTo>
                    <a:pt x="816" y="348"/>
                    <a:pt x="594" y="192"/>
                    <a:pt x="363" y="100"/>
                  </a:cubicBezTo>
                  <a:cubicBezTo>
                    <a:pt x="247" y="53"/>
                    <a:pt x="159" y="34"/>
                    <a:pt x="101" y="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6447646" y="4188726"/>
              <a:ext cx="386077" cy="231965"/>
            </a:xfrm>
            <a:custGeom>
              <a:avLst/>
              <a:gdLst/>
              <a:ahLst/>
              <a:cxnLst/>
              <a:rect l="l" t="t" r="r" b="b"/>
              <a:pathLst>
                <a:path w="724" h="435" extrusionOk="0">
                  <a:moveTo>
                    <a:pt x="639" y="434"/>
                  </a:moveTo>
                  <a:cubicBezTo>
                    <a:pt x="587" y="434"/>
                    <a:pt x="511" y="416"/>
                    <a:pt x="422" y="380"/>
                  </a:cubicBezTo>
                  <a:cubicBezTo>
                    <a:pt x="232" y="304"/>
                    <a:pt x="48" y="174"/>
                    <a:pt x="13" y="91"/>
                  </a:cubicBezTo>
                  <a:cubicBezTo>
                    <a:pt x="0" y="61"/>
                    <a:pt x="9" y="44"/>
                    <a:pt x="18" y="35"/>
                  </a:cubicBezTo>
                  <a:cubicBezTo>
                    <a:pt x="52" y="0"/>
                    <a:pt x="161" y="13"/>
                    <a:pt x="301" y="70"/>
                  </a:cubicBezTo>
                  <a:lnTo>
                    <a:pt x="301" y="70"/>
                  </a:lnTo>
                  <a:cubicBezTo>
                    <a:pt x="491" y="146"/>
                    <a:pt x="675" y="276"/>
                    <a:pt x="710" y="359"/>
                  </a:cubicBezTo>
                  <a:cubicBezTo>
                    <a:pt x="723" y="388"/>
                    <a:pt x="714" y="406"/>
                    <a:pt x="705" y="415"/>
                  </a:cubicBezTo>
                  <a:cubicBezTo>
                    <a:pt x="693" y="428"/>
                    <a:pt x="670" y="434"/>
                    <a:pt x="639" y="434"/>
                  </a:cubicBezTo>
                  <a:moveTo>
                    <a:pt x="84" y="30"/>
                  </a:moveTo>
                  <a:cubicBezTo>
                    <a:pt x="56" y="30"/>
                    <a:pt x="37" y="36"/>
                    <a:pt x="28" y="45"/>
                  </a:cubicBezTo>
                  <a:cubicBezTo>
                    <a:pt x="20" y="54"/>
                    <a:pt x="19" y="67"/>
                    <a:pt x="27" y="85"/>
                  </a:cubicBezTo>
                  <a:cubicBezTo>
                    <a:pt x="61" y="165"/>
                    <a:pt x="241" y="291"/>
                    <a:pt x="428" y="366"/>
                  </a:cubicBezTo>
                  <a:cubicBezTo>
                    <a:pt x="579" y="427"/>
                    <a:pt x="671" y="429"/>
                    <a:pt x="695" y="405"/>
                  </a:cubicBezTo>
                  <a:cubicBezTo>
                    <a:pt x="704" y="396"/>
                    <a:pt x="704" y="382"/>
                    <a:pt x="697" y="365"/>
                  </a:cubicBezTo>
                  <a:cubicBezTo>
                    <a:pt x="663" y="284"/>
                    <a:pt x="483" y="158"/>
                    <a:pt x="296" y="83"/>
                  </a:cubicBezTo>
                  <a:lnTo>
                    <a:pt x="296" y="83"/>
                  </a:lnTo>
                  <a:cubicBezTo>
                    <a:pt x="201" y="45"/>
                    <a:pt x="130" y="30"/>
                    <a:pt x="84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6380456" y="4188193"/>
              <a:ext cx="490595" cy="309286"/>
            </a:xfrm>
            <a:custGeom>
              <a:avLst/>
              <a:gdLst/>
              <a:ahLst/>
              <a:cxnLst/>
              <a:rect l="l" t="t" r="r" b="b"/>
              <a:pathLst>
                <a:path w="920" h="580" extrusionOk="0">
                  <a:moveTo>
                    <a:pt x="781" y="578"/>
                  </a:moveTo>
                  <a:cubicBezTo>
                    <a:pt x="717" y="578"/>
                    <a:pt x="623" y="555"/>
                    <a:pt x="513" y="511"/>
                  </a:cubicBezTo>
                  <a:cubicBezTo>
                    <a:pt x="279" y="417"/>
                    <a:pt x="54" y="258"/>
                    <a:pt x="10" y="155"/>
                  </a:cubicBezTo>
                  <a:cubicBezTo>
                    <a:pt x="1" y="133"/>
                    <a:pt x="0" y="115"/>
                    <a:pt x="8" y="100"/>
                  </a:cubicBezTo>
                  <a:lnTo>
                    <a:pt x="57" y="4"/>
                  </a:lnTo>
                  <a:lnTo>
                    <a:pt x="57" y="4"/>
                  </a:lnTo>
                  <a:lnTo>
                    <a:pt x="57" y="4"/>
                  </a:lnTo>
                  <a:cubicBezTo>
                    <a:pt x="58" y="3"/>
                    <a:pt x="59" y="2"/>
                    <a:pt x="60" y="1"/>
                  </a:cubicBezTo>
                  <a:cubicBezTo>
                    <a:pt x="62" y="1"/>
                    <a:pt x="62" y="0"/>
                    <a:pt x="63" y="0"/>
                  </a:cubicBezTo>
                  <a:cubicBezTo>
                    <a:pt x="65" y="0"/>
                    <a:pt x="66" y="1"/>
                    <a:pt x="67" y="1"/>
                  </a:cubicBezTo>
                  <a:cubicBezTo>
                    <a:pt x="69" y="2"/>
                    <a:pt x="70" y="3"/>
                    <a:pt x="70" y="4"/>
                  </a:cubicBezTo>
                  <a:cubicBezTo>
                    <a:pt x="71" y="5"/>
                    <a:pt x="71" y="6"/>
                    <a:pt x="71" y="8"/>
                  </a:cubicBezTo>
                  <a:cubicBezTo>
                    <a:pt x="71" y="9"/>
                    <a:pt x="70" y="10"/>
                    <a:pt x="70" y="11"/>
                  </a:cubicBezTo>
                  <a:cubicBezTo>
                    <a:pt x="64" y="22"/>
                    <a:pt x="65" y="36"/>
                    <a:pt x="73" y="54"/>
                  </a:cubicBezTo>
                  <a:cubicBezTo>
                    <a:pt x="115" y="153"/>
                    <a:pt x="337" y="309"/>
                    <a:pt x="568" y="402"/>
                  </a:cubicBezTo>
                  <a:cubicBezTo>
                    <a:pt x="771" y="484"/>
                    <a:pt x="886" y="479"/>
                    <a:pt x="905" y="441"/>
                  </a:cubicBezTo>
                  <a:lnTo>
                    <a:pt x="905" y="441"/>
                  </a:lnTo>
                  <a:cubicBezTo>
                    <a:pt x="906" y="441"/>
                    <a:pt x="906" y="441"/>
                    <a:pt x="906" y="441"/>
                  </a:cubicBezTo>
                  <a:cubicBezTo>
                    <a:pt x="906" y="440"/>
                    <a:pt x="907" y="439"/>
                    <a:pt x="908" y="438"/>
                  </a:cubicBezTo>
                  <a:cubicBezTo>
                    <a:pt x="909" y="437"/>
                    <a:pt x="911" y="437"/>
                    <a:pt x="912" y="437"/>
                  </a:cubicBezTo>
                  <a:cubicBezTo>
                    <a:pt x="913" y="437"/>
                    <a:pt x="915" y="437"/>
                    <a:pt x="916" y="438"/>
                  </a:cubicBezTo>
                  <a:cubicBezTo>
                    <a:pt x="917" y="439"/>
                    <a:pt x="918" y="440"/>
                    <a:pt x="918" y="441"/>
                  </a:cubicBezTo>
                  <a:cubicBezTo>
                    <a:pt x="919" y="442"/>
                    <a:pt x="919" y="443"/>
                    <a:pt x="919" y="444"/>
                  </a:cubicBezTo>
                  <a:cubicBezTo>
                    <a:pt x="919" y="446"/>
                    <a:pt x="919" y="447"/>
                    <a:pt x="919" y="448"/>
                  </a:cubicBezTo>
                  <a:lnTo>
                    <a:pt x="919" y="448"/>
                  </a:lnTo>
                  <a:lnTo>
                    <a:pt x="869" y="543"/>
                  </a:lnTo>
                  <a:cubicBezTo>
                    <a:pt x="857" y="566"/>
                    <a:pt x="826" y="578"/>
                    <a:pt x="781" y="578"/>
                  </a:cubicBezTo>
                  <a:moveTo>
                    <a:pt x="54" y="43"/>
                  </a:moveTo>
                  <a:lnTo>
                    <a:pt x="21" y="106"/>
                  </a:lnTo>
                  <a:cubicBezTo>
                    <a:pt x="15" y="117"/>
                    <a:pt x="16" y="132"/>
                    <a:pt x="24" y="150"/>
                  </a:cubicBezTo>
                  <a:cubicBezTo>
                    <a:pt x="66" y="249"/>
                    <a:pt x="288" y="405"/>
                    <a:pt x="519" y="498"/>
                  </a:cubicBezTo>
                  <a:cubicBezTo>
                    <a:pt x="722" y="579"/>
                    <a:pt x="836" y="575"/>
                    <a:pt x="856" y="537"/>
                  </a:cubicBezTo>
                  <a:lnTo>
                    <a:pt x="889" y="473"/>
                  </a:lnTo>
                  <a:cubicBezTo>
                    <a:pt x="833" y="496"/>
                    <a:pt x="713" y="476"/>
                    <a:pt x="563" y="416"/>
                  </a:cubicBezTo>
                  <a:cubicBezTo>
                    <a:pt x="329" y="322"/>
                    <a:pt x="103" y="162"/>
                    <a:pt x="59" y="60"/>
                  </a:cubicBezTo>
                  <a:lnTo>
                    <a:pt x="59" y="60"/>
                  </a:lnTo>
                  <a:cubicBezTo>
                    <a:pt x="57" y="54"/>
                    <a:pt x="55" y="49"/>
                    <a:pt x="54" y="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6508437" y="4217521"/>
              <a:ext cx="269294" cy="173307"/>
            </a:xfrm>
            <a:custGeom>
              <a:avLst/>
              <a:gdLst/>
              <a:ahLst/>
              <a:cxnLst/>
              <a:rect l="l" t="t" r="r" b="b"/>
              <a:pathLst>
                <a:path w="505" h="325" extrusionOk="0">
                  <a:moveTo>
                    <a:pt x="501" y="324"/>
                  </a:moveTo>
                  <a:lnTo>
                    <a:pt x="464" y="324"/>
                  </a:lnTo>
                  <a:lnTo>
                    <a:pt x="464" y="324"/>
                  </a:lnTo>
                  <a:cubicBezTo>
                    <a:pt x="461" y="324"/>
                    <a:pt x="457" y="322"/>
                    <a:pt x="453" y="320"/>
                  </a:cubicBezTo>
                  <a:cubicBezTo>
                    <a:pt x="453" y="320"/>
                    <a:pt x="452" y="319"/>
                    <a:pt x="451" y="319"/>
                  </a:cubicBezTo>
                  <a:lnTo>
                    <a:pt x="420" y="297"/>
                  </a:lnTo>
                  <a:lnTo>
                    <a:pt x="420" y="297"/>
                  </a:lnTo>
                  <a:cubicBezTo>
                    <a:pt x="382" y="295"/>
                    <a:pt x="344" y="289"/>
                    <a:pt x="307" y="279"/>
                  </a:cubicBezTo>
                  <a:lnTo>
                    <a:pt x="307" y="279"/>
                  </a:lnTo>
                  <a:cubicBezTo>
                    <a:pt x="304" y="279"/>
                    <a:pt x="301" y="278"/>
                    <a:pt x="299" y="276"/>
                  </a:cubicBezTo>
                  <a:cubicBezTo>
                    <a:pt x="298" y="275"/>
                    <a:pt x="296" y="274"/>
                    <a:pt x="295" y="273"/>
                  </a:cubicBezTo>
                  <a:lnTo>
                    <a:pt x="240" y="223"/>
                  </a:lnTo>
                  <a:cubicBezTo>
                    <a:pt x="239" y="221"/>
                    <a:pt x="238" y="220"/>
                    <a:pt x="239" y="220"/>
                  </a:cubicBezTo>
                  <a:lnTo>
                    <a:pt x="239" y="220"/>
                  </a:lnTo>
                  <a:cubicBezTo>
                    <a:pt x="240" y="219"/>
                    <a:pt x="241" y="219"/>
                    <a:pt x="242" y="219"/>
                  </a:cubicBezTo>
                  <a:cubicBezTo>
                    <a:pt x="243" y="219"/>
                    <a:pt x="244" y="219"/>
                    <a:pt x="245" y="220"/>
                  </a:cubicBezTo>
                  <a:lnTo>
                    <a:pt x="245" y="220"/>
                  </a:lnTo>
                  <a:cubicBezTo>
                    <a:pt x="262" y="224"/>
                    <a:pt x="279" y="228"/>
                    <a:pt x="296" y="231"/>
                  </a:cubicBezTo>
                  <a:cubicBezTo>
                    <a:pt x="310" y="233"/>
                    <a:pt x="322" y="234"/>
                    <a:pt x="332" y="235"/>
                  </a:cubicBezTo>
                  <a:lnTo>
                    <a:pt x="272" y="193"/>
                  </a:lnTo>
                  <a:lnTo>
                    <a:pt x="270" y="193"/>
                  </a:lnTo>
                  <a:lnTo>
                    <a:pt x="270" y="193"/>
                  </a:lnTo>
                  <a:cubicBezTo>
                    <a:pt x="232" y="186"/>
                    <a:pt x="195" y="176"/>
                    <a:pt x="159" y="162"/>
                  </a:cubicBezTo>
                  <a:lnTo>
                    <a:pt x="159" y="162"/>
                  </a:lnTo>
                  <a:cubicBezTo>
                    <a:pt x="136" y="153"/>
                    <a:pt x="116" y="143"/>
                    <a:pt x="94" y="131"/>
                  </a:cubicBezTo>
                  <a:cubicBezTo>
                    <a:pt x="84" y="125"/>
                    <a:pt x="73" y="119"/>
                    <a:pt x="63" y="112"/>
                  </a:cubicBezTo>
                  <a:cubicBezTo>
                    <a:pt x="33" y="90"/>
                    <a:pt x="16" y="73"/>
                    <a:pt x="15" y="59"/>
                  </a:cubicBezTo>
                  <a:cubicBezTo>
                    <a:pt x="13" y="46"/>
                    <a:pt x="24" y="38"/>
                    <a:pt x="47" y="35"/>
                  </a:cubicBezTo>
                  <a:lnTo>
                    <a:pt x="5" y="5"/>
                  </a:lnTo>
                  <a:cubicBezTo>
                    <a:pt x="1" y="3"/>
                    <a:pt x="0" y="0"/>
                    <a:pt x="3" y="0"/>
                  </a:cubicBezTo>
                  <a:lnTo>
                    <a:pt x="40" y="0"/>
                  </a:lnTo>
                  <a:lnTo>
                    <a:pt x="40" y="0"/>
                  </a:lnTo>
                  <a:cubicBezTo>
                    <a:pt x="44" y="1"/>
                    <a:pt x="47" y="2"/>
                    <a:pt x="51" y="4"/>
                  </a:cubicBezTo>
                  <a:cubicBezTo>
                    <a:pt x="52" y="4"/>
                    <a:pt x="52" y="5"/>
                    <a:pt x="53" y="5"/>
                  </a:cubicBezTo>
                  <a:lnTo>
                    <a:pt x="96" y="35"/>
                  </a:lnTo>
                  <a:lnTo>
                    <a:pt x="96" y="35"/>
                  </a:lnTo>
                  <a:cubicBezTo>
                    <a:pt x="130" y="38"/>
                    <a:pt x="164" y="44"/>
                    <a:pt x="197" y="53"/>
                  </a:cubicBezTo>
                  <a:lnTo>
                    <a:pt x="197" y="53"/>
                  </a:lnTo>
                  <a:cubicBezTo>
                    <a:pt x="200" y="54"/>
                    <a:pt x="203" y="55"/>
                    <a:pt x="205" y="56"/>
                  </a:cubicBezTo>
                  <a:cubicBezTo>
                    <a:pt x="207" y="57"/>
                    <a:pt x="208" y="58"/>
                    <a:pt x="209" y="59"/>
                  </a:cubicBezTo>
                  <a:lnTo>
                    <a:pt x="257" y="108"/>
                  </a:lnTo>
                  <a:cubicBezTo>
                    <a:pt x="258" y="110"/>
                    <a:pt x="258" y="111"/>
                    <a:pt x="257" y="111"/>
                  </a:cubicBezTo>
                  <a:lnTo>
                    <a:pt x="257" y="111"/>
                  </a:lnTo>
                  <a:cubicBezTo>
                    <a:pt x="257" y="112"/>
                    <a:pt x="256" y="112"/>
                    <a:pt x="255" y="112"/>
                  </a:cubicBezTo>
                  <a:cubicBezTo>
                    <a:pt x="254" y="112"/>
                    <a:pt x="253" y="111"/>
                    <a:pt x="251" y="111"/>
                  </a:cubicBezTo>
                  <a:lnTo>
                    <a:pt x="251" y="111"/>
                  </a:lnTo>
                  <a:cubicBezTo>
                    <a:pt x="229" y="104"/>
                    <a:pt x="207" y="100"/>
                    <a:pt x="184" y="97"/>
                  </a:cubicBezTo>
                  <a:lnTo>
                    <a:pt x="241" y="137"/>
                  </a:lnTo>
                  <a:lnTo>
                    <a:pt x="241" y="137"/>
                  </a:lnTo>
                  <a:cubicBezTo>
                    <a:pt x="277" y="143"/>
                    <a:pt x="313" y="153"/>
                    <a:pt x="348" y="166"/>
                  </a:cubicBezTo>
                  <a:lnTo>
                    <a:pt x="348" y="166"/>
                  </a:lnTo>
                  <a:cubicBezTo>
                    <a:pt x="370" y="175"/>
                    <a:pt x="393" y="185"/>
                    <a:pt x="413" y="197"/>
                  </a:cubicBezTo>
                  <a:cubicBezTo>
                    <a:pt x="424" y="203"/>
                    <a:pt x="433" y="209"/>
                    <a:pt x="443" y="216"/>
                  </a:cubicBezTo>
                  <a:cubicBezTo>
                    <a:pt x="475" y="239"/>
                    <a:pt x="493" y="257"/>
                    <a:pt x="496" y="271"/>
                  </a:cubicBezTo>
                  <a:cubicBezTo>
                    <a:pt x="499" y="284"/>
                    <a:pt x="489" y="293"/>
                    <a:pt x="467" y="296"/>
                  </a:cubicBezTo>
                  <a:lnTo>
                    <a:pt x="499" y="319"/>
                  </a:lnTo>
                  <a:cubicBezTo>
                    <a:pt x="504" y="322"/>
                    <a:pt x="504" y="324"/>
                    <a:pt x="501" y="324"/>
                  </a:cubicBezTo>
                  <a:moveTo>
                    <a:pt x="456" y="314"/>
                  </a:moveTo>
                  <a:lnTo>
                    <a:pt x="480" y="314"/>
                  </a:lnTo>
                  <a:lnTo>
                    <a:pt x="448" y="292"/>
                  </a:lnTo>
                  <a:cubicBezTo>
                    <a:pt x="445" y="289"/>
                    <a:pt x="444" y="287"/>
                    <a:pt x="447" y="287"/>
                  </a:cubicBezTo>
                  <a:cubicBezTo>
                    <a:pt x="470" y="284"/>
                    <a:pt x="480" y="276"/>
                    <a:pt x="477" y="264"/>
                  </a:cubicBezTo>
                  <a:cubicBezTo>
                    <a:pt x="475" y="252"/>
                    <a:pt x="460" y="236"/>
                    <a:pt x="431" y="216"/>
                  </a:cubicBezTo>
                  <a:lnTo>
                    <a:pt x="431" y="216"/>
                  </a:lnTo>
                  <a:cubicBezTo>
                    <a:pt x="423" y="210"/>
                    <a:pt x="414" y="205"/>
                    <a:pt x="405" y="200"/>
                  </a:cubicBezTo>
                  <a:cubicBezTo>
                    <a:pt x="387" y="190"/>
                    <a:pt x="369" y="181"/>
                    <a:pt x="350" y="173"/>
                  </a:cubicBezTo>
                  <a:lnTo>
                    <a:pt x="350" y="173"/>
                  </a:lnTo>
                  <a:cubicBezTo>
                    <a:pt x="318" y="161"/>
                    <a:pt x="285" y="152"/>
                    <a:pt x="252" y="147"/>
                  </a:cubicBezTo>
                  <a:lnTo>
                    <a:pt x="245" y="146"/>
                  </a:lnTo>
                  <a:lnTo>
                    <a:pt x="245" y="146"/>
                  </a:lnTo>
                  <a:cubicBezTo>
                    <a:pt x="242" y="145"/>
                    <a:pt x="240" y="144"/>
                    <a:pt x="236" y="142"/>
                  </a:cubicBezTo>
                  <a:lnTo>
                    <a:pt x="234" y="141"/>
                  </a:lnTo>
                  <a:lnTo>
                    <a:pt x="164" y="92"/>
                  </a:lnTo>
                  <a:cubicBezTo>
                    <a:pt x="162" y="90"/>
                    <a:pt x="161" y="89"/>
                    <a:pt x="160" y="88"/>
                  </a:cubicBezTo>
                  <a:cubicBezTo>
                    <a:pt x="160" y="87"/>
                    <a:pt x="161" y="87"/>
                    <a:pt x="163" y="87"/>
                  </a:cubicBezTo>
                  <a:lnTo>
                    <a:pt x="163" y="87"/>
                  </a:lnTo>
                  <a:cubicBezTo>
                    <a:pt x="187" y="89"/>
                    <a:pt x="211" y="93"/>
                    <a:pt x="235" y="99"/>
                  </a:cubicBezTo>
                  <a:lnTo>
                    <a:pt x="197" y="61"/>
                  </a:lnTo>
                  <a:lnTo>
                    <a:pt x="197" y="61"/>
                  </a:lnTo>
                  <a:cubicBezTo>
                    <a:pt x="166" y="53"/>
                    <a:pt x="135" y="48"/>
                    <a:pt x="103" y="46"/>
                  </a:cubicBezTo>
                  <a:lnTo>
                    <a:pt x="103" y="46"/>
                  </a:lnTo>
                  <a:cubicBezTo>
                    <a:pt x="100" y="45"/>
                    <a:pt x="96" y="44"/>
                    <a:pt x="93" y="42"/>
                  </a:cubicBezTo>
                  <a:cubicBezTo>
                    <a:pt x="92" y="41"/>
                    <a:pt x="91" y="41"/>
                    <a:pt x="91" y="40"/>
                  </a:cubicBezTo>
                  <a:lnTo>
                    <a:pt x="49" y="11"/>
                  </a:lnTo>
                  <a:lnTo>
                    <a:pt x="24" y="11"/>
                  </a:lnTo>
                  <a:lnTo>
                    <a:pt x="66" y="40"/>
                  </a:lnTo>
                  <a:cubicBezTo>
                    <a:pt x="70" y="43"/>
                    <a:pt x="71" y="45"/>
                    <a:pt x="68" y="46"/>
                  </a:cubicBezTo>
                  <a:cubicBezTo>
                    <a:pt x="44" y="48"/>
                    <a:pt x="33" y="55"/>
                    <a:pt x="34" y="67"/>
                  </a:cubicBezTo>
                  <a:cubicBezTo>
                    <a:pt x="36" y="79"/>
                    <a:pt x="49" y="93"/>
                    <a:pt x="75" y="112"/>
                  </a:cubicBezTo>
                  <a:lnTo>
                    <a:pt x="75" y="112"/>
                  </a:lnTo>
                  <a:cubicBezTo>
                    <a:pt x="84" y="118"/>
                    <a:pt x="93" y="123"/>
                    <a:pt x="102" y="129"/>
                  </a:cubicBezTo>
                  <a:cubicBezTo>
                    <a:pt x="120" y="139"/>
                    <a:pt x="138" y="148"/>
                    <a:pt x="158" y="155"/>
                  </a:cubicBezTo>
                  <a:lnTo>
                    <a:pt x="158" y="155"/>
                  </a:lnTo>
                  <a:cubicBezTo>
                    <a:pt x="191" y="168"/>
                    <a:pt x="224" y="177"/>
                    <a:pt x="259" y="183"/>
                  </a:cubicBezTo>
                  <a:lnTo>
                    <a:pt x="268" y="185"/>
                  </a:lnTo>
                  <a:lnTo>
                    <a:pt x="268" y="185"/>
                  </a:lnTo>
                  <a:cubicBezTo>
                    <a:pt x="271" y="185"/>
                    <a:pt x="274" y="187"/>
                    <a:pt x="277" y="188"/>
                  </a:cubicBezTo>
                  <a:cubicBezTo>
                    <a:pt x="278" y="189"/>
                    <a:pt x="278" y="189"/>
                    <a:pt x="279" y="190"/>
                  </a:cubicBezTo>
                  <a:lnTo>
                    <a:pt x="352" y="241"/>
                  </a:lnTo>
                  <a:cubicBezTo>
                    <a:pt x="354" y="242"/>
                    <a:pt x="355" y="244"/>
                    <a:pt x="355" y="245"/>
                  </a:cubicBezTo>
                  <a:cubicBezTo>
                    <a:pt x="356" y="246"/>
                    <a:pt x="355" y="246"/>
                    <a:pt x="353" y="246"/>
                  </a:cubicBezTo>
                  <a:cubicBezTo>
                    <a:pt x="340" y="245"/>
                    <a:pt x="325" y="244"/>
                    <a:pt x="308" y="241"/>
                  </a:cubicBezTo>
                  <a:cubicBezTo>
                    <a:pt x="293" y="239"/>
                    <a:pt x="278" y="236"/>
                    <a:pt x="263" y="232"/>
                  </a:cubicBezTo>
                  <a:lnTo>
                    <a:pt x="306" y="272"/>
                  </a:lnTo>
                  <a:lnTo>
                    <a:pt x="306" y="272"/>
                  </a:lnTo>
                  <a:cubicBezTo>
                    <a:pt x="341" y="281"/>
                    <a:pt x="376" y="286"/>
                    <a:pt x="412" y="287"/>
                  </a:cubicBezTo>
                  <a:lnTo>
                    <a:pt x="412" y="287"/>
                  </a:lnTo>
                  <a:cubicBezTo>
                    <a:pt x="416" y="288"/>
                    <a:pt x="420" y="290"/>
                    <a:pt x="423" y="291"/>
                  </a:cubicBezTo>
                  <a:cubicBezTo>
                    <a:pt x="424" y="292"/>
                    <a:pt x="425" y="292"/>
                    <a:pt x="425" y="292"/>
                  </a:cubicBezTo>
                  <a:lnTo>
                    <a:pt x="456" y="3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6566562" y="4263914"/>
              <a:ext cx="49593" cy="27196"/>
            </a:xfrm>
            <a:custGeom>
              <a:avLst/>
              <a:gdLst/>
              <a:ahLst/>
              <a:cxnLst/>
              <a:rect l="l" t="t" r="r" b="b"/>
              <a:pathLst>
                <a:path w="93" h="51" extrusionOk="0">
                  <a:moveTo>
                    <a:pt x="89" y="50"/>
                  </a:moveTo>
                  <a:lnTo>
                    <a:pt x="89" y="50"/>
                  </a:lnTo>
                  <a:cubicBezTo>
                    <a:pt x="88" y="50"/>
                    <a:pt x="87" y="50"/>
                    <a:pt x="86" y="49"/>
                  </a:cubicBezTo>
                  <a:lnTo>
                    <a:pt x="86" y="49"/>
                  </a:lnTo>
                  <a:cubicBezTo>
                    <a:pt x="74" y="47"/>
                    <a:pt x="62" y="44"/>
                    <a:pt x="51" y="39"/>
                  </a:cubicBezTo>
                  <a:lnTo>
                    <a:pt x="51" y="39"/>
                  </a:lnTo>
                  <a:cubicBezTo>
                    <a:pt x="45" y="37"/>
                    <a:pt x="40" y="34"/>
                    <a:pt x="34" y="31"/>
                  </a:cubicBezTo>
                  <a:cubicBezTo>
                    <a:pt x="31" y="29"/>
                    <a:pt x="27" y="27"/>
                    <a:pt x="24" y="24"/>
                  </a:cubicBezTo>
                  <a:cubicBezTo>
                    <a:pt x="11" y="15"/>
                    <a:pt x="0" y="4"/>
                    <a:pt x="16" y="0"/>
                  </a:cubicBezTo>
                  <a:lnTo>
                    <a:pt x="16" y="0"/>
                  </a:ln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lnTo>
                    <a:pt x="23" y="1"/>
                  </a:lnTo>
                  <a:cubicBezTo>
                    <a:pt x="25" y="2"/>
                    <a:pt x="27" y="3"/>
                    <a:pt x="28" y="4"/>
                  </a:cubicBezTo>
                  <a:cubicBezTo>
                    <a:pt x="29" y="5"/>
                    <a:pt x="30" y="4"/>
                    <a:pt x="31" y="5"/>
                  </a:cubicBezTo>
                  <a:lnTo>
                    <a:pt x="87" y="45"/>
                  </a:lnTo>
                  <a:cubicBezTo>
                    <a:pt x="90" y="46"/>
                    <a:pt x="92" y="48"/>
                    <a:pt x="91" y="49"/>
                  </a:cubicBezTo>
                  <a:cubicBezTo>
                    <a:pt x="91" y="50"/>
                    <a:pt x="90" y="50"/>
                    <a:pt x="89" y="50"/>
                  </a:cubicBezTo>
                  <a:moveTo>
                    <a:pt x="28" y="12"/>
                  </a:moveTo>
                  <a:cubicBezTo>
                    <a:pt x="24" y="15"/>
                    <a:pt x="30" y="20"/>
                    <a:pt x="36" y="24"/>
                  </a:cubicBezTo>
                  <a:lnTo>
                    <a:pt x="36" y="24"/>
                  </a:lnTo>
                  <a:cubicBezTo>
                    <a:pt x="38" y="26"/>
                    <a:pt x="41" y="27"/>
                    <a:pt x="42" y="28"/>
                  </a:cubicBezTo>
                  <a:cubicBezTo>
                    <a:pt x="46" y="30"/>
                    <a:pt x="48" y="31"/>
                    <a:pt x="51" y="33"/>
                  </a:cubicBezTo>
                  <a:lnTo>
                    <a:pt x="51" y="33"/>
                  </a:lnTo>
                  <a:cubicBezTo>
                    <a:pt x="55" y="34"/>
                    <a:pt x="59" y="36"/>
                    <a:pt x="64" y="37"/>
                  </a:cubicBezTo>
                  <a:lnTo>
                    <a:pt x="28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6676413" y="4320972"/>
              <a:ext cx="46926" cy="27196"/>
            </a:xfrm>
            <a:custGeom>
              <a:avLst/>
              <a:gdLst/>
              <a:ahLst/>
              <a:cxnLst/>
              <a:rect l="l" t="t" r="r" b="b"/>
              <a:pathLst>
                <a:path w="88" h="51" extrusionOk="0">
                  <a:moveTo>
                    <a:pt x="71" y="50"/>
                  </a:moveTo>
                  <a:lnTo>
                    <a:pt x="71" y="50"/>
                  </a:lnTo>
                  <a:cubicBezTo>
                    <a:pt x="70" y="50"/>
                    <a:pt x="68" y="49"/>
                    <a:pt x="66" y="49"/>
                  </a:cubicBezTo>
                  <a:lnTo>
                    <a:pt x="66" y="49"/>
                  </a:lnTo>
                  <a:cubicBezTo>
                    <a:pt x="64" y="48"/>
                    <a:pt x="63" y="47"/>
                    <a:pt x="61" y="46"/>
                  </a:cubicBezTo>
                  <a:cubicBezTo>
                    <a:pt x="61" y="46"/>
                    <a:pt x="59" y="45"/>
                    <a:pt x="58" y="44"/>
                  </a:cubicBezTo>
                  <a:lnTo>
                    <a:pt x="3" y="6"/>
                  </a:lnTo>
                  <a:cubicBezTo>
                    <a:pt x="1" y="4"/>
                    <a:pt x="0" y="2"/>
                    <a:pt x="0" y="1"/>
                  </a:cubicBezTo>
                  <a:cubicBezTo>
                    <a:pt x="1" y="0"/>
                    <a:pt x="2" y="0"/>
                    <a:pt x="4" y="1"/>
                  </a:cubicBezTo>
                  <a:lnTo>
                    <a:pt x="4" y="1"/>
                  </a:lnTo>
                  <a:cubicBezTo>
                    <a:pt x="16" y="3"/>
                    <a:pt x="27" y="7"/>
                    <a:pt x="38" y="11"/>
                  </a:cubicBezTo>
                  <a:lnTo>
                    <a:pt x="38" y="11"/>
                  </a:lnTo>
                  <a:cubicBezTo>
                    <a:pt x="43" y="14"/>
                    <a:pt x="48" y="16"/>
                    <a:pt x="53" y="19"/>
                  </a:cubicBezTo>
                  <a:cubicBezTo>
                    <a:pt x="57" y="21"/>
                    <a:pt x="61" y="24"/>
                    <a:pt x="65" y="27"/>
                  </a:cubicBezTo>
                  <a:cubicBezTo>
                    <a:pt x="76" y="34"/>
                    <a:pt x="87" y="45"/>
                    <a:pt x="73" y="49"/>
                  </a:cubicBezTo>
                  <a:lnTo>
                    <a:pt x="73" y="49"/>
                  </a:lnTo>
                  <a:cubicBezTo>
                    <a:pt x="72" y="49"/>
                    <a:pt x="72" y="50"/>
                    <a:pt x="71" y="50"/>
                  </a:cubicBezTo>
                  <a:moveTo>
                    <a:pt x="27" y="14"/>
                  </a:moveTo>
                  <a:lnTo>
                    <a:pt x="60" y="37"/>
                  </a:lnTo>
                  <a:cubicBezTo>
                    <a:pt x="62" y="34"/>
                    <a:pt x="58" y="30"/>
                    <a:pt x="53" y="27"/>
                  </a:cubicBezTo>
                  <a:lnTo>
                    <a:pt x="53" y="27"/>
                  </a:lnTo>
                  <a:cubicBezTo>
                    <a:pt x="51" y="25"/>
                    <a:pt x="48" y="23"/>
                    <a:pt x="45" y="22"/>
                  </a:cubicBezTo>
                  <a:cubicBezTo>
                    <a:pt x="43" y="20"/>
                    <a:pt x="40" y="19"/>
                    <a:pt x="37" y="18"/>
                  </a:cubicBezTo>
                  <a:lnTo>
                    <a:pt x="37" y="18"/>
                  </a:lnTo>
                  <a:cubicBezTo>
                    <a:pt x="34" y="16"/>
                    <a:pt x="30" y="15"/>
                    <a:pt x="27" y="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6521769" y="3891171"/>
              <a:ext cx="453267" cy="333816"/>
            </a:xfrm>
            <a:custGeom>
              <a:avLst/>
              <a:gdLst/>
              <a:ahLst/>
              <a:cxnLst/>
              <a:rect l="l" t="t" r="r" b="b"/>
              <a:pathLst>
                <a:path w="850" h="626" extrusionOk="0">
                  <a:moveTo>
                    <a:pt x="849" y="435"/>
                  </a:moveTo>
                  <a:lnTo>
                    <a:pt x="815" y="496"/>
                  </a:lnTo>
                  <a:cubicBezTo>
                    <a:pt x="771" y="574"/>
                    <a:pt x="678" y="625"/>
                    <a:pt x="554" y="625"/>
                  </a:cubicBezTo>
                  <a:cubicBezTo>
                    <a:pt x="335" y="625"/>
                    <a:pt x="100" y="469"/>
                    <a:pt x="30" y="279"/>
                  </a:cubicBezTo>
                  <a:cubicBezTo>
                    <a:pt x="0" y="196"/>
                    <a:pt x="5" y="121"/>
                    <a:pt x="38" y="61"/>
                  </a:cubicBezTo>
                  <a:lnTo>
                    <a:pt x="73" y="0"/>
                  </a:lnTo>
                  <a:cubicBezTo>
                    <a:pt x="39" y="59"/>
                    <a:pt x="34" y="135"/>
                    <a:pt x="64" y="217"/>
                  </a:cubicBezTo>
                  <a:cubicBezTo>
                    <a:pt x="134" y="408"/>
                    <a:pt x="369" y="563"/>
                    <a:pt x="588" y="563"/>
                  </a:cubicBezTo>
                  <a:cubicBezTo>
                    <a:pt x="713" y="563"/>
                    <a:pt x="805" y="513"/>
                    <a:pt x="849" y="435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6518569" y="3822914"/>
              <a:ext cx="499127" cy="369011"/>
            </a:xfrm>
            <a:custGeom>
              <a:avLst/>
              <a:gdLst/>
              <a:ahLst/>
              <a:cxnLst/>
              <a:rect l="l" t="t" r="r" b="b"/>
              <a:pathLst>
                <a:path w="936" h="692" extrusionOk="0">
                  <a:moveTo>
                    <a:pt x="340" y="0"/>
                  </a:moveTo>
                  <a:cubicBezTo>
                    <a:pt x="558" y="0"/>
                    <a:pt x="794" y="155"/>
                    <a:pt x="864" y="345"/>
                  </a:cubicBezTo>
                  <a:cubicBezTo>
                    <a:pt x="935" y="536"/>
                    <a:pt x="813" y="691"/>
                    <a:pt x="594" y="691"/>
                  </a:cubicBezTo>
                  <a:cubicBezTo>
                    <a:pt x="376" y="691"/>
                    <a:pt x="140" y="536"/>
                    <a:pt x="70" y="345"/>
                  </a:cubicBezTo>
                  <a:cubicBezTo>
                    <a:pt x="0" y="155"/>
                    <a:pt x="121" y="0"/>
                    <a:pt x="340" y="0"/>
                  </a:cubicBezTo>
                  <a:moveTo>
                    <a:pt x="570" y="626"/>
                  </a:moveTo>
                  <a:cubicBezTo>
                    <a:pt x="747" y="626"/>
                    <a:pt x="846" y="500"/>
                    <a:pt x="789" y="345"/>
                  </a:cubicBezTo>
                  <a:cubicBezTo>
                    <a:pt x="732" y="191"/>
                    <a:pt x="542" y="65"/>
                    <a:pt x="364" y="65"/>
                  </a:cubicBezTo>
                  <a:cubicBezTo>
                    <a:pt x="187" y="65"/>
                    <a:pt x="88" y="191"/>
                    <a:pt x="145" y="345"/>
                  </a:cubicBezTo>
                  <a:cubicBezTo>
                    <a:pt x="202" y="500"/>
                    <a:pt x="393" y="626"/>
                    <a:pt x="570" y="6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6565496" y="3857576"/>
              <a:ext cx="404741" cy="299688"/>
            </a:xfrm>
            <a:custGeom>
              <a:avLst/>
              <a:gdLst/>
              <a:ahLst/>
              <a:cxnLst/>
              <a:rect l="l" t="t" r="r" b="b"/>
              <a:pathLst>
                <a:path w="759" h="562" extrusionOk="0">
                  <a:moveTo>
                    <a:pt x="482" y="561"/>
                  </a:moveTo>
                  <a:cubicBezTo>
                    <a:pt x="305" y="561"/>
                    <a:pt x="114" y="435"/>
                    <a:pt x="57" y="280"/>
                  </a:cubicBezTo>
                  <a:cubicBezTo>
                    <a:pt x="0" y="126"/>
                    <a:pt x="99" y="0"/>
                    <a:pt x="276" y="0"/>
                  </a:cubicBezTo>
                  <a:cubicBezTo>
                    <a:pt x="454" y="0"/>
                    <a:pt x="644" y="126"/>
                    <a:pt x="701" y="280"/>
                  </a:cubicBezTo>
                  <a:cubicBezTo>
                    <a:pt x="758" y="435"/>
                    <a:pt x="659" y="561"/>
                    <a:pt x="482" y="56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6518036" y="3887971"/>
              <a:ext cx="461266" cy="340748"/>
            </a:xfrm>
            <a:custGeom>
              <a:avLst/>
              <a:gdLst/>
              <a:ahLst/>
              <a:cxnLst/>
              <a:rect l="l" t="t" r="r" b="b"/>
              <a:pathLst>
                <a:path w="865" h="639" extrusionOk="0">
                  <a:moveTo>
                    <a:pt x="561" y="638"/>
                  </a:moveTo>
                  <a:cubicBezTo>
                    <a:pt x="339" y="638"/>
                    <a:pt x="101" y="481"/>
                    <a:pt x="30" y="287"/>
                  </a:cubicBezTo>
                  <a:cubicBezTo>
                    <a:pt x="0" y="206"/>
                    <a:pt x="3" y="127"/>
                    <a:pt x="39" y="64"/>
                  </a:cubicBezTo>
                  <a:lnTo>
                    <a:pt x="73" y="3"/>
                  </a:lnTo>
                  <a:lnTo>
                    <a:pt x="73" y="3"/>
                  </a:lnTo>
                  <a:lnTo>
                    <a:pt x="73" y="3"/>
                  </a:lnTo>
                  <a:cubicBezTo>
                    <a:pt x="74" y="2"/>
                    <a:pt x="75" y="1"/>
                    <a:pt x="75" y="1"/>
                  </a:cubicBezTo>
                  <a:cubicBezTo>
                    <a:pt x="77" y="0"/>
                    <a:pt x="78" y="0"/>
                    <a:pt x="79" y="0"/>
                  </a:cubicBezTo>
                  <a:cubicBezTo>
                    <a:pt x="80" y="0"/>
                    <a:pt x="82" y="1"/>
                    <a:pt x="83" y="1"/>
                  </a:cubicBezTo>
                  <a:cubicBezTo>
                    <a:pt x="85" y="2"/>
                    <a:pt x="85" y="2"/>
                    <a:pt x="85" y="3"/>
                  </a:cubicBezTo>
                  <a:cubicBezTo>
                    <a:pt x="86" y="4"/>
                    <a:pt x="86" y="6"/>
                    <a:pt x="86" y="7"/>
                  </a:cubicBezTo>
                  <a:cubicBezTo>
                    <a:pt x="86" y="8"/>
                    <a:pt x="86" y="9"/>
                    <a:pt x="86" y="10"/>
                  </a:cubicBezTo>
                  <a:cubicBezTo>
                    <a:pt x="52" y="69"/>
                    <a:pt x="50" y="144"/>
                    <a:pt x="78" y="221"/>
                  </a:cubicBezTo>
                  <a:cubicBezTo>
                    <a:pt x="147" y="409"/>
                    <a:pt x="379" y="562"/>
                    <a:pt x="595" y="562"/>
                  </a:cubicBezTo>
                  <a:cubicBezTo>
                    <a:pt x="712" y="562"/>
                    <a:pt x="805" y="517"/>
                    <a:pt x="850" y="437"/>
                  </a:cubicBezTo>
                  <a:lnTo>
                    <a:pt x="850" y="437"/>
                  </a:lnTo>
                  <a:lnTo>
                    <a:pt x="850" y="437"/>
                  </a:lnTo>
                  <a:cubicBezTo>
                    <a:pt x="851" y="436"/>
                    <a:pt x="852" y="435"/>
                    <a:pt x="853" y="434"/>
                  </a:cubicBezTo>
                  <a:cubicBezTo>
                    <a:pt x="854" y="433"/>
                    <a:pt x="855" y="433"/>
                    <a:pt x="856" y="433"/>
                  </a:cubicBezTo>
                  <a:cubicBezTo>
                    <a:pt x="858" y="433"/>
                    <a:pt x="859" y="433"/>
                    <a:pt x="860" y="434"/>
                  </a:cubicBezTo>
                  <a:cubicBezTo>
                    <a:pt x="861" y="435"/>
                    <a:pt x="863" y="436"/>
                    <a:pt x="863" y="437"/>
                  </a:cubicBezTo>
                  <a:cubicBezTo>
                    <a:pt x="864" y="438"/>
                    <a:pt x="864" y="439"/>
                    <a:pt x="864" y="440"/>
                  </a:cubicBezTo>
                  <a:cubicBezTo>
                    <a:pt x="864" y="442"/>
                    <a:pt x="863" y="443"/>
                    <a:pt x="863" y="444"/>
                  </a:cubicBezTo>
                  <a:cubicBezTo>
                    <a:pt x="863" y="444"/>
                    <a:pt x="862" y="444"/>
                    <a:pt x="862" y="445"/>
                  </a:cubicBezTo>
                  <a:lnTo>
                    <a:pt x="828" y="506"/>
                  </a:lnTo>
                  <a:cubicBezTo>
                    <a:pt x="781" y="590"/>
                    <a:pt x="684" y="638"/>
                    <a:pt x="561" y="638"/>
                  </a:cubicBezTo>
                  <a:moveTo>
                    <a:pt x="47" y="80"/>
                  </a:moveTo>
                  <a:cubicBezTo>
                    <a:pt x="18" y="138"/>
                    <a:pt x="17" y="209"/>
                    <a:pt x="44" y="282"/>
                  </a:cubicBezTo>
                  <a:cubicBezTo>
                    <a:pt x="113" y="470"/>
                    <a:pt x="345" y="623"/>
                    <a:pt x="561" y="623"/>
                  </a:cubicBezTo>
                  <a:cubicBezTo>
                    <a:pt x="673" y="623"/>
                    <a:pt x="763" y="582"/>
                    <a:pt x="810" y="508"/>
                  </a:cubicBezTo>
                  <a:cubicBezTo>
                    <a:pt x="757" y="553"/>
                    <a:pt x="683" y="577"/>
                    <a:pt x="595" y="577"/>
                  </a:cubicBezTo>
                  <a:cubicBezTo>
                    <a:pt x="374" y="577"/>
                    <a:pt x="135" y="420"/>
                    <a:pt x="64" y="226"/>
                  </a:cubicBezTo>
                  <a:cubicBezTo>
                    <a:pt x="46" y="175"/>
                    <a:pt x="40" y="126"/>
                    <a:pt x="47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6534567" y="3818648"/>
              <a:ext cx="466065" cy="377543"/>
            </a:xfrm>
            <a:custGeom>
              <a:avLst/>
              <a:gdLst/>
              <a:ahLst/>
              <a:cxnLst/>
              <a:rect l="l" t="t" r="r" b="b"/>
              <a:pathLst>
                <a:path w="874" h="708" extrusionOk="0">
                  <a:moveTo>
                    <a:pt x="564" y="707"/>
                  </a:moveTo>
                  <a:cubicBezTo>
                    <a:pt x="343" y="707"/>
                    <a:pt x="104" y="549"/>
                    <a:pt x="33" y="356"/>
                  </a:cubicBezTo>
                  <a:cubicBezTo>
                    <a:pt x="0" y="266"/>
                    <a:pt x="8" y="180"/>
                    <a:pt x="54" y="114"/>
                  </a:cubicBezTo>
                  <a:cubicBezTo>
                    <a:pt x="104" y="42"/>
                    <a:pt x="198" y="0"/>
                    <a:pt x="310" y="0"/>
                  </a:cubicBezTo>
                  <a:cubicBezTo>
                    <a:pt x="531" y="0"/>
                    <a:pt x="769" y="157"/>
                    <a:pt x="840" y="351"/>
                  </a:cubicBezTo>
                  <a:cubicBezTo>
                    <a:pt x="873" y="441"/>
                    <a:pt x="866" y="527"/>
                    <a:pt x="820" y="593"/>
                  </a:cubicBezTo>
                  <a:cubicBezTo>
                    <a:pt x="770" y="665"/>
                    <a:pt x="676" y="707"/>
                    <a:pt x="564" y="707"/>
                  </a:cubicBezTo>
                  <a:moveTo>
                    <a:pt x="310" y="15"/>
                  </a:moveTo>
                  <a:cubicBezTo>
                    <a:pt x="203" y="15"/>
                    <a:pt x="114" y="54"/>
                    <a:pt x="66" y="122"/>
                  </a:cubicBezTo>
                  <a:cubicBezTo>
                    <a:pt x="23" y="185"/>
                    <a:pt x="16" y="266"/>
                    <a:pt x="47" y="351"/>
                  </a:cubicBezTo>
                  <a:cubicBezTo>
                    <a:pt x="116" y="539"/>
                    <a:pt x="348" y="692"/>
                    <a:pt x="564" y="692"/>
                  </a:cubicBezTo>
                  <a:cubicBezTo>
                    <a:pt x="671" y="692"/>
                    <a:pt x="760" y="653"/>
                    <a:pt x="808" y="585"/>
                  </a:cubicBezTo>
                  <a:cubicBezTo>
                    <a:pt x="851" y="522"/>
                    <a:pt x="858" y="441"/>
                    <a:pt x="827" y="356"/>
                  </a:cubicBezTo>
                  <a:cubicBezTo>
                    <a:pt x="758" y="168"/>
                    <a:pt x="526" y="15"/>
                    <a:pt x="310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6577761" y="3853843"/>
              <a:ext cx="380211" cy="307153"/>
            </a:xfrm>
            <a:custGeom>
              <a:avLst/>
              <a:gdLst/>
              <a:ahLst/>
              <a:cxnLst/>
              <a:rect l="l" t="t" r="r" b="b"/>
              <a:pathLst>
                <a:path w="713" h="576" extrusionOk="0">
                  <a:moveTo>
                    <a:pt x="459" y="575"/>
                  </a:moveTo>
                  <a:cubicBezTo>
                    <a:pt x="279" y="575"/>
                    <a:pt x="85" y="447"/>
                    <a:pt x="27" y="290"/>
                  </a:cubicBezTo>
                  <a:cubicBezTo>
                    <a:pt x="0" y="217"/>
                    <a:pt x="6" y="147"/>
                    <a:pt x="44" y="92"/>
                  </a:cubicBezTo>
                  <a:cubicBezTo>
                    <a:pt x="85" y="33"/>
                    <a:pt x="161" y="0"/>
                    <a:pt x="253" y="0"/>
                  </a:cubicBezTo>
                  <a:cubicBezTo>
                    <a:pt x="433" y="0"/>
                    <a:pt x="627" y="128"/>
                    <a:pt x="685" y="285"/>
                  </a:cubicBezTo>
                  <a:cubicBezTo>
                    <a:pt x="712" y="358"/>
                    <a:pt x="706" y="428"/>
                    <a:pt x="668" y="482"/>
                  </a:cubicBezTo>
                  <a:cubicBezTo>
                    <a:pt x="627" y="542"/>
                    <a:pt x="550" y="575"/>
                    <a:pt x="459" y="575"/>
                  </a:cubicBezTo>
                  <a:moveTo>
                    <a:pt x="253" y="14"/>
                  </a:moveTo>
                  <a:cubicBezTo>
                    <a:pt x="166" y="14"/>
                    <a:pt x="95" y="46"/>
                    <a:pt x="56" y="101"/>
                  </a:cubicBezTo>
                  <a:cubicBezTo>
                    <a:pt x="21" y="151"/>
                    <a:pt x="16" y="216"/>
                    <a:pt x="41" y="285"/>
                  </a:cubicBezTo>
                  <a:cubicBezTo>
                    <a:pt x="97" y="437"/>
                    <a:pt x="285" y="561"/>
                    <a:pt x="459" y="561"/>
                  </a:cubicBezTo>
                  <a:cubicBezTo>
                    <a:pt x="546" y="561"/>
                    <a:pt x="617" y="529"/>
                    <a:pt x="656" y="474"/>
                  </a:cubicBezTo>
                  <a:cubicBezTo>
                    <a:pt x="691" y="424"/>
                    <a:pt x="696" y="359"/>
                    <a:pt x="671" y="290"/>
                  </a:cubicBezTo>
                  <a:cubicBezTo>
                    <a:pt x="615" y="138"/>
                    <a:pt x="427" y="14"/>
                    <a:pt x="253" y="14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6577761" y="3853843"/>
              <a:ext cx="380211" cy="307153"/>
            </a:xfrm>
            <a:custGeom>
              <a:avLst/>
              <a:gdLst/>
              <a:ahLst/>
              <a:cxnLst/>
              <a:rect l="l" t="t" r="r" b="b"/>
              <a:pathLst>
                <a:path w="713" h="576" extrusionOk="0">
                  <a:moveTo>
                    <a:pt x="459" y="575"/>
                  </a:moveTo>
                  <a:cubicBezTo>
                    <a:pt x="279" y="575"/>
                    <a:pt x="85" y="447"/>
                    <a:pt x="27" y="290"/>
                  </a:cubicBezTo>
                  <a:cubicBezTo>
                    <a:pt x="0" y="217"/>
                    <a:pt x="6" y="147"/>
                    <a:pt x="44" y="92"/>
                  </a:cubicBezTo>
                  <a:cubicBezTo>
                    <a:pt x="85" y="33"/>
                    <a:pt x="161" y="0"/>
                    <a:pt x="253" y="0"/>
                  </a:cubicBezTo>
                  <a:cubicBezTo>
                    <a:pt x="433" y="0"/>
                    <a:pt x="627" y="128"/>
                    <a:pt x="685" y="285"/>
                  </a:cubicBezTo>
                  <a:cubicBezTo>
                    <a:pt x="712" y="358"/>
                    <a:pt x="706" y="428"/>
                    <a:pt x="668" y="482"/>
                  </a:cubicBezTo>
                  <a:cubicBezTo>
                    <a:pt x="627" y="542"/>
                    <a:pt x="550" y="575"/>
                    <a:pt x="459" y="575"/>
                  </a:cubicBezTo>
                  <a:moveTo>
                    <a:pt x="253" y="14"/>
                  </a:moveTo>
                  <a:cubicBezTo>
                    <a:pt x="166" y="14"/>
                    <a:pt x="95" y="46"/>
                    <a:pt x="56" y="101"/>
                  </a:cubicBezTo>
                  <a:cubicBezTo>
                    <a:pt x="21" y="151"/>
                    <a:pt x="16" y="216"/>
                    <a:pt x="41" y="285"/>
                  </a:cubicBezTo>
                  <a:cubicBezTo>
                    <a:pt x="97" y="437"/>
                    <a:pt x="285" y="561"/>
                    <a:pt x="459" y="561"/>
                  </a:cubicBezTo>
                  <a:cubicBezTo>
                    <a:pt x="546" y="561"/>
                    <a:pt x="617" y="529"/>
                    <a:pt x="656" y="474"/>
                  </a:cubicBezTo>
                  <a:cubicBezTo>
                    <a:pt x="691" y="424"/>
                    <a:pt x="696" y="359"/>
                    <a:pt x="671" y="290"/>
                  </a:cubicBezTo>
                  <a:cubicBezTo>
                    <a:pt x="615" y="138"/>
                    <a:pt x="427" y="14"/>
                    <a:pt x="253" y="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6659882" y="3884772"/>
              <a:ext cx="223434" cy="244763"/>
            </a:xfrm>
            <a:custGeom>
              <a:avLst/>
              <a:gdLst/>
              <a:ahLst/>
              <a:cxnLst/>
              <a:rect l="l" t="t" r="r" b="b"/>
              <a:pathLst>
                <a:path w="419" h="459" extrusionOk="0">
                  <a:moveTo>
                    <a:pt x="367" y="458"/>
                  </a:moveTo>
                  <a:lnTo>
                    <a:pt x="322" y="458"/>
                  </a:lnTo>
                  <a:lnTo>
                    <a:pt x="322" y="458"/>
                  </a:lnTo>
                  <a:cubicBezTo>
                    <a:pt x="320" y="458"/>
                    <a:pt x="318" y="457"/>
                    <a:pt x="316" y="456"/>
                  </a:cubicBezTo>
                  <a:cubicBezTo>
                    <a:pt x="314" y="455"/>
                    <a:pt x="312" y="453"/>
                    <a:pt x="311" y="451"/>
                  </a:cubicBezTo>
                  <a:lnTo>
                    <a:pt x="292" y="420"/>
                  </a:lnTo>
                  <a:lnTo>
                    <a:pt x="292" y="420"/>
                  </a:lnTo>
                  <a:cubicBezTo>
                    <a:pt x="250" y="417"/>
                    <a:pt x="209" y="409"/>
                    <a:pt x="169" y="394"/>
                  </a:cubicBezTo>
                  <a:lnTo>
                    <a:pt x="169" y="394"/>
                  </a:lnTo>
                  <a:cubicBezTo>
                    <a:pt x="168" y="394"/>
                    <a:pt x="168" y="394"/>
                    <a:pt x="166" y="393"/>
                  </a:cubicBezTo>
                  <a:cubicBezTo>
                    <a:pt x="165" y="392"/>
                    <a:pt x="162" y="390"/>
                    <a:pt x="161" y="388"/>
                  </a:cubicBezTo>
                  <a:cubicBezTo>
                    <a:pt x="161" y="387"/>
                    <a:pt x="160" y="387"/>
                    <a:pt x="160" y="386"/>
                  </a:cubicBezTo>
                  <a:lnTo>
                    <a:pt x="139" y="315"/>
                  </a:lnTo>
                  <a:lnTo>
                    <a:pt x="139" y="315"/>
                  </a:lnTo>
                  <a:cubicBezTo>
                    <a:pt x="139" y="314"/>
                    <a:pt x="139" y="314"/>
                    <a:pt x="139" y="313"/>
                  </a:cubicBezTo>
                  <a:cubicBezTo>
                    <a:pt x="139" y="313"/>
                    <a:pt x="139" y="312"/>
                    <a:pt x="139" y="311"/>
                  </a:cubicBezTo>
                  <a:cubicBezTo>
                    <a:pt x="140" y="311"/>
                    <a:pt x="140" y="310"/>
                    <a:pt x="141" y="310"/>
                  </a:cubicBezTo>
                  <a:lnTo>
                    <a:pt x="141" y="310"/>
                  </a:lnTo>
                  <a:cubicBezTo>
                    <a:pt x="142" y="310"/>
                    <a:pt x="143" y="310"/>
                    <a:pt x="144" y="310"/>
                  </a:cubicBezTo>
                  <a:cubicBezTo>
                    <a:pt x="145" y="310"/>
                    <a:pt x="146" y="310"/>
                    <a:pt x="147" y="310"/>
                  </a:cubicBezTo>
                  <a:lnTo>
                    <a:pt x="147" y="310"/>
                  </a:lnTo>
                  <a:cubicBezTo>
                    <a:pt x="165" y="317"/>
                    <a:pt x="182" y="322"/>
                    <a:pt x="201" y="326"/>
                  </a:cubicBezTo>
                  <a:cubicBezTo>
                    <a:pt x="215" y="329"/>
                    <a:pt x="228" y="331"/>
                    <a:pt x="240" y="333"/>
                  </a:cubicBezTo>
                  <a:lnTo>
                    <a:pt x="205" y="274"/>
                  </a:lnTo>
                  <a:lnTo>
                    <a:pt x="203" y="273"/>
                  </a:lnTo>
                  <a:lnTo>
                    <a:pt x="203" y="273"/>
                  </a:lnTo>
                  <a:cubicBezTo>
                    <a:pt x="168" y="265"/>
                    <a:pt x="135" y="252"/>
                    <a:pt x="104" y="235"/>
                  </a:cubicBezTo>
                  <a:cubicBezTo>
                    <a:pt x="101" y="233"/>
                    <a:pt x="98" y="231"/>
                    <a:pt x="94" y="229"/>
                  </a:cubicBezTo>
                  <a:lnTo>
                    <a:pt x="94" y="229"/>
                  </a:lnTo>
                  <a:cubicBezTo>
                    <a:pt x="65" y="211"/>
                    <a:pt x="40" y="187"/>
                    <a:pt x="22" y="157"/>
                  </a:cubicBezTo>
                  <a:cubicBezTo>
                    <a:pt x="4" y="127"/>
                    <a:pt x="0" y="102"/>
                    <a:pt x="11" y="83"/>
                  </a:cubicBezTo>
                  <a:cubicBezTo>
                    <a:pt x="20" y="65"/>
                    <a:pt x="41" y="54"/>
                    <a:pt x="72" y="50"/>
                  </a:cubicBezTo>
                  <a:lnTo>
                    <a:pt x="47" y="8"/>
                  </a:lnTo>
                  <a:cubicBezTo>
                    <a:pt x="45" y="3"/>
                    <a:pt x="46" y="0"/>
                    <a:pt x="50" y="0"/>
                  </a:cubicBezTo>
                  <a:lnTo>
                    <a:pt x="95" y="0"/>
                  </a:lnTo>
                  <a:lnTo>
                    <a:pt x="95" y="0"/>
                  </a:lnTo>
                  <a:cubicBezTo>
                    <a:pt x="97" y="1"/>
                    <a:pt x="100" y="1"/>
                    <a:pt x="101" y="2"/>
                  </a:cubicBezTo>
                  <a:cubicBezTo>
                    <a:pt x="104" y="4"/>
                    <a:pt x="105" y="6"/>
                    <a:pt x="107" y="8"/>
                  </a:cubicBezTo>
                  <a:lnTo>
                    <a:pt x="132" y="50"/>
                  </a:lnTo>
                  <a:lnTo>
                    <a:pt x="132" y="50"/>
                  </a:lnTo>
                  <a:cubicBezTo>
                    <a:pt x="169" y="54"/>
                    <a:pt x="205" y="63"/>
                    <a:pt x="240" y="76"/>
                  </a:cubicBezTo>
                  <a:lnTo>
                    <a:pt x="240" y="76"/>
                  </a:lnTo>
                  <a:cubicBezTo>
                    <a:pt x="241" y="76"/>
                    <a:pt x="242" y="77"/>
                    <a:pt x="243" y="77"/>
                  </a:cubicBezTo>
                  <a:cubicBezTo>
                    <a:pt x="245" y="79"/>
                    <a:pt x="247" y="80"/>
                    <a:pt x="248" y="82"/>
                  </a:cubicBezTo>
                  <a:cubicBezTo>
                    <a:pt x="249" y="83"/>
                    <a:pt x="249" y="84"/>
                    <a:pt x="250" y="85"/>
                  </a:cubicBezTo>
                  <a:lnTo>
                    <a:pt x="263" y="154"/>
                  </a:lnTo>
                  <a:lnTo>
                    <a:pt x="263" y="154"/>
                  </a:lnTo>
                  <a:lnTo>
                    <a:pt x="264" y="155"/>
                  </a:lnTo>
                  <a:cubicBezTo>
                    <a:pt x="264" y="156"/>
                    <a:pt x="263" y="156"/>
                    <a:pt x="263" y="157"/>
                  </a:cubicBezTo>
                  <a:lnTo>
                    <a:pt x="262" y="158"/>
                  </a:lnTo>
                  <a:lnTo>
                    <a:pt x="261" y="158"/>
                  </a:lnTo>
                  <a:lnTo>
                    <a:pt x="261" y="158"/>
                  </a:lnTo>
                  <a:cubicBezTo>
                    <a:pt x="261" y="158"/>
                    <a:pt x="260" y="159"/>
                    <a:pt x="259" y="159"/>
                  </a:cubicBezTo>
                  <a:cubicBezTo>
                    <a:pt x="257" y="159"/>
                    <a:pt x="256" y="158"/>
                    <a:pt x="254" y="157"/>
                  </a:cubicBezTo>
                  <a:lnTo>
                    <a:pt x="254" y="157"/>
                  </a:lnTo>
                  <a:cubicBezTo>
                    <a:pt x="232" y="147"/>
                    <a:pt x="208" y="141"/>
                    <a:pt x="184" y="138"/>
                  </a:cubicBezTo>
                  <a:lnTo>
                    <a:pt x="218" y="193"/>
                  </a:lnTo>
                  <a:lnTo>
                    <a:pt x="218" y="193"/>
                  </a:lnTo>
                  <a:cubicBezTo>
                    <a:pt x="252" y="200"/>
                    <a:pt x="284" y="213"/>
                    <a:pt x="314" y="230"/>
                  </a:cubicBezTo>
                  <a:cubicBezTo>
                    <a:pt x="317" y="232"/>
                    <a:pt x="320" y="234"/>
                    <a:pt x="323" y="236"/>
                  </a:cubicBezTo>
                  <a:lnTo>
                    <a:pt x="323" y="236"/>
                  </a:lnTo>
                  <a:cubicBezTo>
                    <a:pt x="352" y="253"/>
                    <a:pt x="377" y="278"/>
                    <a:pt x="394" y="306"/>
                  </a:cubicBezTo>
                  <a:cubicBezTo>
                    <a:pt x="413" y="338"/>
                    <a:pt x="418" y="364"/>
                    <a:pt x="410" y="384"/>
                  </a:cubicBezTo>
                  <a:cubicBezTo>
                    <a:pt x="401" y="402"/>
                    <a:pt x="382" y="414"/>
                    <a:pt x="351" y="419"/>
                  </a:cubicBezTo>
                  <a:lnTo>
                    <a:pt x="370" y="451"/>
                  </a:lnTo>
                  <a:cubicBezTo>
                    <a:pt x="373" y="455"/>
                    <a:pt x="371" y="458"/>
                    <a:pt x="367" y="458"/>
                  </a:cubicBezTo>
                  <a:moveTo>
                    <a:pt x="321" y="444"/>
                  </a:moveTo>
                  <a:lnTo>
                    <a:pt x="351" y="444"/>
                  </a:lnTo>
                  <a:lnTo>
                    <a:pt x="332" y="412"/>
                  </a:lnTo>
                  <a:cubicBezTo>
                    <a:pt x="330" y="408"/>
                    <a:pt x="331" y="405"/>
                    <a:pt x="335" y="405"/>
                  </a:cubicBezTo>
                  <a:cubicBezTo>
                    <a:pt x="366" y="401"/>
                    <a:pt x="386" y="390"/>
                    <a:pt x="393" y="373"/>
                  </a:cubicBezTo>
                  <a:cubicBezTo>
                    <a:pt x="401" y="356"/>
                    <a:pt x="396" y="334"/>
                    <a:pt x="380" y="306"/>
                  </a:cubicBezTo>
                  <a:lnTo>
                    <a:pt x="380" y="306"/>
                  </a:lnTo>
                  <a:cubicBezTo>
                    <a:pt x="365" y="281"/>
                    <a:pt x="344" y="260"/>
                    <a:pt x="319" y="245"/>
                  </a:cubicBezTo>
                  <a:lnTo>
                    <a:pt x="319" y="245"/>
                  </a:lnTo>
                  <a:cubicBezTo>
                    <a:pt x="316" y="244"/>
                    <a:pt x="313" y="242"/>
                    <a:pt x="311" y="241"/>
                  </a:cubicBezTo>
                  <a:cubicBezTo>
                    <a:pt x="283" y="225"/>
                    <a:pt x="254" y="213"/>
                    <a:pt x="223" y="207"/>
                  </a:cubicBezTo>
                  <a:lnTo>
                    <a:pt x="216" y="205"/>
                  </a:lnTo>
                  <a:lnTo>
                    <a:pt x="216" y="205"/>
                  </a:lnTo>
                  <a:cubicBezTo>
                    <a:pt x="214" y="205"/>
                    <a:pt x="213" y="206"/>
                    <a:pt x="211" y="204"/>
                  </a:cubicBezTo>
                  <a:cubicBezTo>
                    <a:pt x="209" y="203"/>
                    <a:pt x="207" y="201"/>
                    <a:pt x="206" y="198"/>
                  </a:cubicBezTo>
                  <a:lnTo>
                    <a:pt x="165" y="129"/>
                  </a:lnTo>
                  <a:lnTo>
                    <a:pt x="165" y="129"/>
                  </a:lnTo>
                  <a:cubicBezTo>
                    <a:pt x="164" y="129"/>
                    <a:pt x="164" y="129"/>
                    <a:pt x="164" y="129"/>
                  </a:cubicBezTo>
                  <a:cubicBezTo>
                    <a:pt x="164" y="128"/>
                    <a:pt x="163" y="127"/>
                    <a:pt x="163" y="126"/>
                  </a:cubicBezTo>
                  <a:cubicBezTo>
                    <a:pt x="163" y="125"/>
                    <a:pt x="164" y="124"/>
                    <a:pt x="164" y="124"/>
                  </a:cubicBezTo>
                  <a:lnTo>
                    <a:pt x="164" y="124"/>
                  </a:lnTo>
                  <a:cubicBezTo>
                    <a:pt x="164" y="123"/>
                    <a:pt x="165" y="123"/>
                    <a:pt x="165" y="122"/>
                  </a:cubicBezTo>
                  <a:cubicBezTo>
                    <a:pt x="166" y="122"/>
                    <a:pt x="167" y="122"/>
                    <a:pt x="167" y="122"/>
                  </a:cubicBezTo>
                  <a:cubicBezTo>
                    <a:pt x="168" y="122"/>
                    <a:pt x="168" y="122"/>
                    <a:pt x="169" y="122"/>
                  </a:cubicBezTo>
                  <a:lnTo>
                    <a:pt x="169" y="122"/>
                  </a:lnTo>
                  <a:cubicBezTo>
                    <a:pt x="195" y="124"/>
                    <a:pt x="220" y="131"/>
                    <a:pt x="245" y="140"/>
                  </a:cubicBezTo>
                  <a:lnTo>
                    <a:pt x="234" y="85"/>
                  </a:lnTo>
                  <a:lnTo>
                    <a:pt x="234" y="85"/>
                  </a:lnTo>
                  <a:cubicBezTo>
                    <a:pt x="201" y="74"/>
                    <a:pt x="167" y="67"/>
                    <a:pt x="132" y="63"/>
                  </a:cubicBezTo>
                  <a:lnTo>
                    <a:pt x="132" y="63"/>
                  </a:lnTo>
                  <a:cubicBezTo>
                    <a:pt x="130" y="63"/>
                    <a:pt x="129" y="63"/>
                    <a:pt x="127" y="62"/>
                  </a:cubicBezTo>
                  <a:cubicBezTo>
                    <a:pt x="125" y="60"/>
                    <a:pt x="123" y="58"/>
                    <a:pt x="121" y="56"/>
                  </a:cubicBezTo>
                  <a:lnTo>
                    <a:pt x="96" y="14"/>
                  </a:lnTo>
                  <a:lnTo>
                    <a:pt x="66" y="14"/>
                  </a:lnTo>
                  <a:lnTo>
                    <a:pt x="91" y="56"/>
                  </a:lnTo>
                  <a:cubicBezTo>
                    <a:pt x="93" y="60"/>
                    <a:pt x="92" y="63"/>
                    <a:pt x="89" y="64"/>
                  </a:cubicBezTo>
                  <a:cubicBezTo>
                    <a:pt x="57" y="66"/>
                    <a:pt x="36" y="76"/>
                    <a:pt x="27" y="93"/>
                  </a:cubicBezTo>
                  <a:cubicBezTo>
                    <a:pt x="18" y="110"/>
                    <a:pt x="22" y="131"/>
                    <a:pt x="37" y="157"/>
                  </a:cubicBezTo>
                  <a:lnTo>
                    <a:pt x="37" y="157"/>
                  </a:lnTo>
                  <a:cubicBezTo>
                    <a:pt x="53" y="182"/>
                    <a:pt x="74" y="203"/>
                    <a:pt x="99" y="219"/>
                  </a:cubicBezTo>
                  <a:lnTo>
                    <a:pt x="99" y="219"/>
                  </a:lnTo>
                  <a:cubicBezTo>
                    <a:pt x="102" y="220"/>
                    <a:pt x="104" y="222"/>
                    <a:pt x="107" y="223"/>
                  </a:cubicBezTo>
                  <a:cubicBezTo>
                    <a:pt x="135" y="240"/>
                    <a:pt x="166" y="252"/>
                    <a:pt x="198" y="259"/>
                  </a:cubicBezTo>
                  <a:lnTo>
                    <a:pt x="207" y="261"/>
                  </a:lnTo>
                  <a:lnTo>
                    <a:pt x="207" y="261"/>
                  </a:lnTo>
                  <a:cubicBezTo>
                    <a:pt x="208" y="261"/>
                    <a:pt x="211" y="262"/>
                    <a:pt x="211" y="262"/>
                  </a:cubicBezTo>
                  <a:cubicBezTo>
                    <a:pt x="214" y="264"/>
                    <a:pt x="215" y="266"/>
                    <a:pt x="217" y="268"/>
                  </a:cubicBezTo>
                  <a:lnTo>
                    <a:pt x="260" y="340"/>
                  </a:lnTo>
                  <a:lnTo>
                    <a:pt x="260" y="340"/>
                  </a:lnTo>
                  <a:lnTo>
                    <a:pt x="260" y="341"/>
                  </a:lnTo>
                  <a:cubicBezTo>
                    <a:pt x="261" y="343"/>
                    <a:pt x="261" y="343"/>
                    <a:pt x="261" y="344"/>
                  </a:cubicBezTo>
                  <a:cubicBezTo>
                    <a:pt x="261" y="344"/>
                    <a:pt x="261" y="345"/>
                    <a:pt x="260" y="345"/>
                  </a:cubicBezTo>
                  <a:lnTo>
                    <a:pt x="260" y="345"/>
                  </a:lnTo>
                  <a:cubicBezTo>
                    <a:pt x="260" y="346"/>
                    <a:pt x="260" y="347"/>
                    <a:pt x="259" y="347"/>
                  </a:cubicBezTo>
                  <a:cubicBezTo>
                    <a:pt x="258" y="347"/>
                    <a:pt x="258" y="347"/>
                    <a:pt x="257" y="347"/>
                  </a:cubicBezTo>
                  <a:lnTo>
                    <a:pt x="256" y="347"/>
                  </a:lnTo>
                  <a:lnTo>
                    <a:pt x="256" y="347"/>
                  </a:lnTo>
                  <a:cubicBezTo>
                    <a:pt x="239" y="346"/>
                    <a:pt x="222" y="344"/>
                    <a:pt x="205" y="340"/>
                  </a:cubicBezTo>
                  <a:lnTo>
                    <a:pt x="205" y="340"/>
                  </a:lnTo>
                  <a:cubicBezTo>
                    <a:pt x="189" y="337"/>
                    <a:pt x="174" y="332"/>
                    <a:pt x="158" y="327"/>
                  </a:cubicBezTo>
                  <a:lnTo>
                    <a:pt x="175" y="384"/>
                  </a:lnTo>
                  <a:lnTo>
                    <a:pt x="175" y="384"/>
                  </a:lnTo>
                  <a:cubicBezTo>
                    <a:pt x="212" y="397"/>
                    <a:pt x="252" y="404"/>
                    <a:pt x="292" y="406"/>
                  </a:cubicBezTo>
                  <a:lnTo>
                    <a:pt x="292" y="406"/>
                  </a:lnTo>
                  <a:cubicBezTo>
                    <a:pt x="294" y="406"/>
                    <a:pt x="296" y="407"/>
                    <a:pt x="298" y="408"/>
                  </a:cubicBezTo>
                  <a:cubicBezTo>
                    <a:pt x="300" y="409"/>
                    <a:pt x="302" y="411"/>
                    <a:pt x="303" y="413"/>
                  </a:cubicBezTo>
                  <a:lnTo>
                    <a:pt x="321" y="4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6711608" y="3949829"/>
              <a:ext cx="38928" cy="38394"/>
            </a:xfrm>
            <a:custGeom>
              <a:avLst/>
              <a:gdLst/>
              <a:ahLst/>
              <a:cxnLst/>
              <a:rect l="l" t="t" r="r" b="b"/>
              <a:pathLst>
                <a:path w="73" h="72" extrusionOk="0">
                  <a:moveTo>
                    <a:pt x="68" y="71"/>
                  </a:moveTo>
                  <a:lnTo>
                    <a:pt x="68" y="71"/>
                  </a:lnTo>
                  <a:cubicBezTo>
                    <a:pt x="67" y="71"/>
                    <a:pt x="66" y="71"/>
                    <a:pt x="65" y="70"/>
                  </a:cubicBezTo>
                  <a:lnTo>
                    <a:pt x="65" y="70"/>
                  </a:lnTo>
                  <a:cubicBezTo>
                    <a:pt x="55" y="67"/>
                    <a:pt x="45" y="63"/>
                    <a:pt x="35" y="58"/>
                  </a:cubicBezTo>
                  <a:cubicBezTo>
                    <a:pt x="34" y="57"/>
                    <a:pt x="33" y="56"/>
                    <a:pt x="32" y="56"/>
                  </a:cubicBezTo>
                  <a:lnTo>
                    <a:pt x="32" y="56"/>
                  </a:lnTo>
                  <a:cubicBezTo>
                    <a:pt x="24" y="50"/>
                    <a:pt x="17" y="43"/>
                    <a:pt x="12" y="35"/>
                  </a:cubicBezTo>
                  <a:cubicBezTo>
                    <a:pt x="4" y="22"/>
                    <a:pt x="0" y="6"/>
                    <a:pt x="24" y="0"/>
                  </a:cubicBezTo>
                  <a:lnTo>
                    <a:pt x="24" y="0"/>
                  </a:lnTo>
                  <a:cubicBezTo>
                    <a:pt x="25" y="0"/>
                    <a:pt x="25" y="0"/>
                    <a:pt x="26" y="0"/>
                  </a:cubicBezTo>
                  <a:cubicBezTo>
                    <a:pt x="28" y="0"/>
                    <a:pt x="30" y="0"/>
                    <a:pt x="31" y="1"/>
                  </a:cubicBezTo>
                  <a:lnTo>
                    <a:pt x="31" y="1"/>
                  </a:lnTo>
                  <a:lnTo>
                    <a:pt x="31" y="1"/>
                  </a:lnTo>
                  <a:cubicBezTo>
                    <a:pt x="32" y="2"/>
                    <a:pt x="32" y="2"/>
                    <a:pt x="32" y="2"/>
                  </a:cubicBezTo>
                  <a:cubicBezTo>
                    <a:pt x="34" y="3"/>
                    <a:pt x="36" y="5"/>
                    <a:pt x="37" y="7"/>
                  </a:cubicBezTo>
                  <a:lnTo>
                    <a:pt x="71" y="63"/>
                  </a:lnTo>
                  <a:cubicBezTo>
                    <a:pt x="72" y="66"/>
                    <a:pt x="72" y="68"/>
                    <a:pt x="71" y="69"/>
                  </a:cubicBezTo>
                  <a:lnTo>
                    <a:pt x="71" y="69"/>
                  </a:lnTo>
                  <a:cubicBezTo>
                    <a:pt x="71" y="70"/>
                    <a:pt x="71" y="70"/>
                    <a:pt x="70" y="70"/>
                  </a:cubicBezTo>
                  <a:cubicBezTo>
                    <a:pt x="70" y="71"/>
                    <a:pt x="69" y="71"/>
                    <a:pt x="68" y="71"/>
                  </a:cubicBezTo>
                  <a:moveTo>
                    <a:pt x="29" y="17"/>
                  </a:moveTo>
                  <a:cubicBezTo>
                    <a:pt x="20" y="22"/>
                    <a:pt x="23" y="29"/>
                    <a:pt x="26" y="35"/>
                  </a:cubicBezTo>
                  <a:lnTo>
                    <a:pt x="26" y="35"/>
                  </a:lnTo>
                  <a:cubicBezTo>
                    <a:pt x="29" y="39"/>
                    <a:pt x="33" y="43"/>
                    <a:pt x="37" y="46"/>
                  </a:cubicBezTo>
                  <a:lnTo>
                    <a:pt x="37" y="46"/>
                  </a:lnTo>
                  <a:cubicBezTo>
                    <a:pt x="38" y="47"/>
                    <a:pt x="39" y="47"/>
                    <a:pt x="40" y="48"/>
                  </a:cubicBezTo>
                  <a:cubicBezTo>
                    <a:pt x="43" y="49"/>
                    <a:pt x="46" y="51"/>
                    <a:pt x="50" y="52"/>
                  </a:cubicBezTo>
                  <a:lnTo>
                    <a:pt x="29" y="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6795329" y="4031416"/>
              <a:ext cx="37328" cy="37328"/>
            </a:xfrm>
            <a:custGeom>
              <a:avLst/>
              <a:gdLst/>
              <a:ahLst/>
              <a:cxnLst/>
              <a:rect l="l" t="t" r="r" b="b"/>
              <a:pathLst>
                <a:path w="70" h="70" extrusionOk="0">
                  <a:moveTo>
                    <a:pt x="46" y="69"/>
                  </a:moveTo>
                  <a:lnTo>
                    <a:pt x="46" y="69"/>
                  </a:lnTo>
                  <a:cubicBezTo>
                    <a:pt x="44" y="69"/>
                    <a:pt x="42" y="69"/>
                    <a:pt x="40" y="68"/>
                  </a:cubicBezTo>
                  <a:lnTo>
                    <a:pt x="40" y="68"/>
                  </a:lnTo>
                  <a:cubicBezTo>
                    <a:pt x="40" y="68"/>
                    <a:pt x="41" y="68"/>
                    <a:pt x="39" y="67"/>
                  </a:cubicBezTo>
                  <a:cubicBezTo>
                    <a:pt x="38" y="66"/>
                    <a:pt x="35" y="64"/>
                    <a:pt x="34" y="62"/>
                  </a:cubicBez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cubicBezTo>
                    <a:pt x="1" y="6"/>
                    <a:pt x="0" y="5"/>
                    <a:pt x="0" y="4"/>
                  </a:cubicBezTo>
                  <a:cubicBezTo>
                    <a:pt x="0" y="3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lnTo>
                    <a:pt x="2" y="1"/>
                  </a:lnTo>
                  <a:cubicBezTo>
                    <a:pt x="3" y="0"/>
                    <a:pt x="4" y="0"/>
                    <a:pt x="5" y="0"/>
                  </a:cubicBezTo>
                  <a:cubicBezTo>
                    <a:pt x="6" y="0"/>
                    <a:pt x="7" y="0"/>
                    <a:pt x="8" y="1"/>
                  </a:cubicBezTo>
                  <a:lnTo>
                    <a:pt x="8" y="1"/>
                  </a:lnTo>
                  <a:cubicBezTo>
                    <a:pt x="16" y="3"/>
                    <a:pt x="25" y="7"/>
                    <a:pt x="32" y="11"/>
                  </a:cubicBezTo>
                  <a:cubicBezTo>
                    <a:pt x="35" y="13"/>
                    <a:pt x="37" y="14"/>
                    <a:pt x="39" y="15"/>
                  </a:cubicBezTo>
                  <a:lnTo>
                    <a:pt x="39" y="15"/>
                  </a:lnTo>
                  <a:cubicBezTo>
                    <a:pt x="47" y="21"/>
                    <a:pt x="54" y="29"/>
                    <a:pt x="59" y="37"/>
                  </a:cubicBezTo>
                  <a:cubicBezTo>
                    <a:pt x="65" y="48"/>
                    <a:pt x="69" y="63"/>
                    <a:pt x="47" y="69"/>
                  </a:cubicBezTo>
                  <a:lnTo>
                    <a:pt x="47" y="69"/>
                  </a:lnTo>
                  <a:lnTo>
                    <a:pt x="46" y="69"/>
                  </a:lnTo>
                  <a:moveTo>
                    <a:pt x="23" y="19"/>
                  </a:moveTo>
                  <a:lnTo>
                    <a:pt x="43" y="52"/>
                  </a:lnTo>
                  <a:cubicBezTo>
                    <a:pt x="49" y="47"/>
                    <a:pt x="47" y="42"/>
                    <a:pt x="44" y="37"/>
                  </a:cubicBezTo>
                  <a:lnTo>
                    <a:pt x="44" y="37"/>
                  </a:lnTo>
                  <a:lnTo>
                    <a:pt x="44" y="37"/>
                  </a:lnTo>
                  <a:cubicBezTo>
                    <a:pt x="41" y="32"/>
                    <a:pt x="37" y="28"/>
                    <a:pt x="33" y="24"/>
                  </a:cubicBezTo>
                  <a:lnTo>
                    <a:pt x="33" y="24"/>
                  </a:lnTo>
                  <a:cubicBezTo>
                    <a:pt x="31" y="23"/>
                    <a:pt x="30" y="23"/>
                    <a:pt x="29" y="22"/>
                  </a:cubicBezTo>
                  <a:cubicBezTo>
                    <a:pt x="27" y="21"/>
                    <a:pt x="25" y="20"/>
                    <a:pt x="23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6643351" y="4382296"/>
              <a:ext cx="474597" cy="412737"/>
            </a:xfrm>
            <a:custGeom>
              <a:avLst/>
              <a:gdLst/>
              <a:ahLst/>
              <a:cxnLst/>
              <a:rect l="l" t="t" r="r" b="b"/>
              <a:pathLst>
                <a:path w="890" h="774" extrusionOk="0">
                  <a:moveTo>
                    <a:pt x="766" y="79"/>
                  </a:moveTo>
                  <a:cubicBezTo>
                    <a:pt x="889" y="198"/>
                    <a:pt x="845" y="432"/>
                    <a:pt x="668" y="602"/>
                  </a:cubicBezTo>
                  <a:cubicBezTo>
                    <a:pt x="581" y="686"/>
                    <a:pt x="476" y="738"/>
                    <a:pt x="379" y="756"/>
                  </a:cubicBezTo>
                  <a:cubicBezTo>
                    <a:pt x="279" y="773"/>
                    <a:pt x="185" y="754"/>
                    <a:pt x="123" y="694"/>
                  </a:cubicBezTo>
                  <a:cubicBezTo>
                    <a:pt x="0" y="575"/>
                    <a:pt x="44" y="340"/>
                    <a:pt x="221" y="171"/>
                  </a:cubicBezTo>
                  <a:cubicBezTo>
                    <a:pt x="309" y="87"/>
                    <a:pt x="413" y="35"/>
                    <a:pt x="510" y="17"/>
                  </a:cubicBezTo>
                  <a:cubicBezTo>
                    <a:pt x="610" y="0"/>
                    <a:pt x="704" y="19"/>
                    <a:pt x="766" y="79"/>
                  </a:cubicBezTo>
                  <a:moveTo>
                    <a:pt x="626" y="561"/>
                  </a:moveTo>
                  <a:cubicBezTo>
                    <a:pt x="699" y="491"/>
                    <a:pt x="744" y="408"/>
                    <a:pt x="758" y="330"/>
                  </a:cubicBezTo>
                  <a:cubicBezTo>
                    <a:pt x="771" y="255"/>
                    <a:pt x="755" y="184"/>
                    <a:pt x="705" y="137"/>
                  </a:cubicBezTo>
                  <a:cubicBezTo>
                    <a:pt x="655" y="88"/>
                    <a:pt x="579" y="73"/>
                    <a:pt x="498" y="87"/>
                  </a:cubicBezTo>
                  <a:cubicBezTo>
                    <a:pt x="419" y="101"/>
                    <a:pt x="334" y="144"/>
                    <a:pt x="263" y="212"/>
                  </a:cubicBezTo>
                  <a:cubicBezTo>
                    <a:pt x="190" y="281"/>
                    <a:pt x="145" y="365"/>
                    <a:pt x="132" y="443"/>
                  </a:cubicBezTo>
                  <a:cubicBezTo>
                    <a:pt x="118" y="518"/>
                    <a:pt x="135" y="588"/>
                    <a:pt x="184" y="636"/>
                  </a:cubicBezTo>
                  <a:cubicBezTo>
                    <a:pt x="235" y="685"/>
                    <a:pt x="310" y="700"/>
                    <a:pt x="391" y="686"/>
                  </a:cubicBezTo>
                  <a:cubicBezTo>
                    <a:pt x="471" y="672"/>
                    <a:pt x="555" y="629"/>
                    <a:pt x="626" y="5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6706275" y="4421224"/>
              <a:ext cx="348749" cy="334883"/>
            </a:xfrm>
            <a:custGeom>
              <a:avLst/>
              <a:gdLst/>
              <a:ahLst/>
              <a:cxnLst/>
              <a:rect l="l" t="t" r="r" b="b"/>
              <a:pathLst>
                <a:path w="654" h="628" extrusionOk="0">
                  <a:moveTo>
                    <a:pt x="640" y="257"/>
                  </a:moveTo>
                  <a:cubicBezTo>
                    <a:pt x="626" y="335"/>
                    <a:pt x="581" y="418"/>
                    <a:pt x="508" y="488"/>
                  </a:cubicBezTo>
                  <a:cubicBezTo>
                    <a:pt x="437" y="556"/>
                    <a:pt x="352" y="599"/>
                    <a:pt x="273" y="613"/>
                  </a:cubicBezTo>
                  <a:cubicBezTo>
                    <a:pt x="192" y="627"/>
                    <a:pt x="117" y="612"/>
                    <a:pt x="66" y="563"/>
                  </a:cubicBezTo>
                  <a:cubicBezTo>
                    <a:pt x="17" y="515"/>
                    <a:pt x="0" y="445"/>
                    <a:pt x="14" y="370"/>
                  </a:cubicBezTo>
                  <a:cubicBezTo>
                    <a:pt x="27" y="292"/>
                    <a:pt x="72" y="208"/>
                    <a:pt x="145" y="139"/>
                  </a:cubicBezTo>
                  <a:cubicBezTo>
                    <a:pt x="216" y="71"/>
                    <a:pt x="300" y="28"/>
                    <a:pt x="380" y="14"/>
                  </a:cubicBezTo>
                  <a:cubicBezTo>
                    <a:pt x="461" y="0"/>
                    <a:pt x="537" y="15"/>
                    <a:pt x="587" y="64"/>
                  </a:cubicBezTo>
                  <a:cubicBezTo>
                    <a:pt x="636" y="111"/>
                    <a:pt x="653" y="182"/>
                    <a:pt x="640" y="2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6702542" y="4430822"/>
              <a:ext cx="438336" cy="391941"/>
            </a:xfrm>
            <a:custGeom>
              <a:avLst/>
              <a:gdLst/>
              <a:ahLst/>
              <a:cxnLst/>
              <a:rect l="l" t="t" r="r" b="b"/>
              <a:pathLst>
                <a:path w="822" h="735" extrusionOk="0">
                  <a:moveTo>
                    <a:pt x="667" y="0"/>
                  </a:moveTo>
                  <a:lnTo>
                    <a:pt x="713" y="52"/>
                  </a:lnTo>
                  <a:cubicBezTo>
                    <a:pt x="821" y="175"/>
                    <a:pt x="775" y="399"/>
                    <a:pt x="603" y="563"/>
                  </a:cubicBezTo>
                  <a:cubicBezTo>
                    <a:pt x="516" y="647"/>
                    <a:pt x="412" y="700"/>
                    <a:pt x="314" y="717"/>
                  </a:cubicBezTo>
                  <a:cubicBezTo>
                    <a:pt x="214" y="734"/>
                    <a:pt x="121" y="715"/>
                    <a:pt x="58" y="655"/>
                  </a:cubicBezTo>
                  <a:cubicBezTo>
                    <a:pt x="54" y="651"/>
                    <a:pt x="50" y="647"/>
                    <a:pt x="47" y="643"/>
                  </a:cubicBezTo>
                  <a:lnTo>
                    <a:pt x="0" y="591"/>
                  </a:lnTo>
                  <a:cubicBezTo>
                    <a:pt x="4" y="595"/>
                    <a:pt x="8" y="599"/>
                    <a:pt x="12" y="603"/>
                  </a:cubicBezTo>
                  <a:cubicBezTo>
                    <a:pt x="74" y="663"/>
                    <a:pt x="168" y="682"/>
                    <a:pt x="268" y="665"/>
                  </a:cubicBezTo>
                  <a:cubicBezTo>
                    <a:pt x="365" y="647"/>
                    <a:pt x="470" y="595"/>
                    <a:pt x="557" y="511"/>
                  </a:cubicBezTo>
                  <a:cubicBezTo>
                    <a:pt x="728" y="347"/>
                    <a:pt x="775" y="122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6667347" y="4377497"/>
              <a:ext cx="426071" cy="415404"/>
            </a:xfrm>
            <a:custGeom>
              <a:avLst/>
              <a:gdLst/>
              <a:ahLst/>
              <a:cxnLst/>
              <a:rect l="l" t="t" r="r" b="b"/>
              <a:pathLst>
                <a:path w="799" h="779" extrusionOk="0">
                  <a:moveTo>
                    <a:pt x="264" y="778"/>
                  </a:moveTo>
                  <a:cubicBezTo>
                    <a:pt x="187" y="778"/>
                    <a:pt x="121" y="754"/>
                    <a:pt x="73" y="708"/>
                  </a:cubicBezTo>
                  <a:cubicBezTo>
                    <a:pt x="25" y="662"/>
                    <a:pt x="0" y="599"/>
                    <a:pt x="1" y="525"/>
                  </a:cubicBezTo>
                  <a:cubicBezTo>
                    <a:pt x="1" y="407"/>
                    <a:pt x="65" y="276"/>
                    <a:pt x="171" y="175"/>
                  </a:cubicBezTo>
                  <a:cubicBezTo>
                    <a:pt x="257" y="92"/>
                    <a:pt x="361" y="37"/>
                    <a:pt x="464" y="19"/>
                  </a:cubicBezTo>
                  <a:cubicBezTo>
                    <a:pt x="571" y="0"/>
                    <a:pt x="664" y="23"/>
                    <a:pt x="726" y="83"/>
                  </a:cubicBezTo>
                  <a:lnTo>
                    <a:pt x="726" y="83"/>
                  </a:lnTo>
                  <a:cubicBezTo>
                    <a:pt x="773" y="128"/>
                    <a:pt x="798" y="192"/>
                    <a:pt x="798" y="266"/>
                  </a:cubicBezTo>
                  <a:cubicBezTo>
                    <a:pt x="798" y="384"/>
                    <a:pt x="735" y="515"/>
                    <a:pt x="628" y="616"/>
                  </a:cubicBezTo>
                  <a:cubicBezTo>
                    <a:pt x="542" y="698"/>
                    <a:pt x="438" y="754"/>
                    <a:pt x="335" y="772"/>
                  </a:cubicBezTo>
                  <a:lnTo>
                    <a:pt x="335" y="772"/>
                  </a:lnTo>
                  <a:cubicBezTo>
                    <a:pt x="311" y="776"/>
                    <a:pt x="287" y="778"/>
                    <a:pt x="264" y="778"/>
                  </a:cubicBezTo>
                  <a:moveTo>
                    <a:pt x="535" y="27"/>
                  </a:moveTo>
                  <a:lnTo>
                    <a:pt x="535" y="27"/>
                  </a:lnTo>
                  <a:cubicBezTo>
                    <a:pt x="512" y="27"/>
                    <a:pt x="489" y="29"/>
                    <a:pt x="467" y="33"/>
                  </a:cubicBezTo>
                  <a:cubicBezTo>
                    <a:pt x="366" y="51"/>
                    <a:pt x="265" y="105"/>
                    <a:pt x="181" y="185"/>
                  </a:cubicBezTo>
                  <a:cubicBezTo>
                    <a:pt x="78" y="284"/>
                    <a:pt x="16" y="411"/>
                    <a:pt x="16" y="525"/>
                  </a:cubicBezTo>
                  <a:cubicBezTo>
                    <a:pt x="16" y="595"/>
                    <a:pt x="39" y="655"/>
                    <a:pt x="83" y="698"/>
                  </a:cubicBezTo>
                  <a:cubicBezTo>
                    <a:pt x="142" y="754"/>
                    <a:pt x="230" y="775"/>
                    <a:pt x="332" y="757"/>
                  </a:cubicBezTo>
                  <a:cubicBezTo>
                    <a:pt x="433" y="740"/>
                    <a:pt x="534" y="686"/>
                    <a:pt x="618" y="606"/>
                  </a:cubicBezTo>
                  <a:cubicBezTo>
                    <a:pt x="722" y="507"/>
                    <a:pt x="783" y="380"/>
                    <a:pt x="784" y="266"/>
                  </a:cubicBezTo>
                  <a:cubicBezTo>
                    <a:pt x="784" y="196"/>
                    <a:pt x="760" y="136"/>
                    <a:pt x="716" y="93"/>
                  </a:cubicBezTo>
                  <a:lnTo>
                    <a:pt x="716" y="93"/>
                  </a:lnTo>
                  <a:cubicBezTo>
                    <a:pt x="671" y="50"/>
                    <a:pt x="608" y="27"/>
                    <a:pt x="535" y="27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6702009" y="4416425"/>
              <a:ext cx="357281" cy="338615"/>
            </a:xfrm>
            <a:custGeom>
              <a:avLst/>
              <a:gdLst/>
              <a:ahLst/>
              <a:cxnLst/>
              <a:rect l="l" t="t" r="r" b="b"/>
              <a:pathLst>
                <a:path w="670" h="635" extrusionOk="0">
                  <a:moveTo>
                    <a:pt x="224" y="634"/>
                  </a:moveTo>
                  <a:cubicBezTo>
                    <a:pt x="162" y="634"/>
                    <a:pt x="108" y="615"/>
                    <a:pt x="69" y="577"/>
                  </a:cubicBezTo>
                  <a:cubicBezTo>
                    <a:pt x="19" y="530"/>
                    <a:pt x="0" y="459"/>
                    <a:pt x="14" y="378"/>
                  </a:cubicBezTo>
                  <a:cubicBezTo>
                    <a:pt x="29" y="295"/>
                    <a:pt x="76" y="211"/>
                    <a:pt x="148" y="142"/>
                  </a:cubicBezTo>
                  <a:cubicBezTo>
                    <a:pt x="218" y="76"/>
                    <a:pt x="303" y="31"/>
                    <a:pt x="387" y="16"/>
                  </a:cubicBezTo>
                  <a:cubicBezTo>
                    <a:pt x="474" y="0"/>
                    <a:pt x="550" y="19"/>
                    <a:pt x="600" y="68"/>
                  </a:cubicBezTo>
                  <a:cubicBezTo>
                    <a:pt x="650" y="115"/>
                    <a:pt x="669" y="186"/>
                    <a:pt x="655" y="267"/>
                  </a:cubicBezTo>
                  <a:cubicBezTo>
                    <a:pt x="640" y="350"/>
                    <a:pt x="593" y="434"/>
                    <a:pt x="521" y="503"/>
                  </a:cubicBezTo>
                  <a:lnTo>
                    <a:pt x="516" y="497"/>
                  </a:lnTo>
                  <a:lnTo>
                    <a:pt x="521" y="503"/>
                  </a:lnTo>
                  <a:cubicBezTo>
                    <a:pt x="451" y="569"/>
                    <a:pt x="367" y="614"/>
                    <a:pt x="282" y="629"/>
                  </a:cubicBezTo>
                  <a:lnTo>
                    <a:pt x="282" y="629"/>
                  </a:lnTo>
                  <a:cubicBezTo>
                    <a:pt x="263" y="633"/>
                    <a:pt x="244" y="634"/>
                    <a:pt x="224" y="634"/>
                  </a:cubicBezTo>
                  <a:moveTo>
                    <a:pt x="445" y="25"/>
                  </a:moveTo>
                  <a:lnTo>
                    <a:pt x="445" y="25"/>
                  </a:lnTo>
                  <a:cubicBezTo>
                    <a:pt x="426" y="25"/>
                    <a:pt x="408" y="27"/>
                    <a:pt x="389" y="30"/>
                  </a:cubicBezTo>
                  <a:cubicBezTo>
                    <a:pt x="308" y="45"/>
                    <a:pt x="226" y="88"/>
                    <a:pt x="158" y="153"/>
                  </a:cubicBezTo>
                  <a:cubicBezTo>
                    <a:pt x="89" y="220"/>
                    <a:pt x="43" y="300"/>
                    <a:pt x="29" y="380"/>
                  </a:cubicBezTo>
                  <a:cubicBezTo>
                    <a:pt x="15" y="457"/>
                    <a:pt x="33" y="523"/>
                    <a:pt x="79" y="567"/>
                  </a:cubicBezTo>
                  <a:cubicBezTo>
                    <a:pt x="126" y="612"/>
                    <a:pt x="198" y="629"/>
                    <a:pt x="280" y="615"/>
                  </a:cubicBezTo>
                  <a:cubicBezTo>
                    <a:pt x="361" y="600"/>
                    <a:pt x="443" y="557"/>
                    <a:pt x="511" y="492"/>
                  </a:cubicBezTo>
                  <a:lnTo>
                    <a:pt x="511" y="492"/>
                  </a:lnTo>
                  <a:cubicBezTo>
                    <a:pt x="580" y="425"/>
                    <a:pt x="626" y="345"/>
                    <a:pt x="640" y="265"/>
                  </a:cubicBezTo>
                  <a:cubicBezTo>
                    <a:pt x="654" y="188"/>
                    <a:pt x="636" y="122"/>
                    <a:pt x="590" y="78"/>
                  </a:cubicBezTo>
                  <a:cubicBezTo>
                    <a:pt x="554" y="43"/>
                    <a:pt x="503" y="25"/>
                    <a:pt x="445" y="25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6702009" y="4416425"/>
              <a:ext cx="357281" cy="338615"/>
            </a:xfrm>
            <a:custGeom>
              <a:avLst/>
              <a:gdLst/>
              <a:ahLst/>
              <a:cxnLst/>
              <a:rect l="l" t="t" r="r" b="b"/>
              <a:pathLst>
                <a:path w="670" h="635" extrusionOk="0">
                  <a:moveTo>
                    <a:pt x="224" y="634"/>
                  </a:moveTo>
                  <a:cubicBezTo>
                    <a:pt x="162" y="634"/>
                    <a:pt x="108" y="615"/>
                    <a:pt x="69" y="577"/>
                  </a:cubicBezTo>
                  <a:cubicBezTo>
                    <a:pt x="19" y="530"/>
                    <a:pt x="0" y="459"/>
                    <a:pt x="14" y="378"/>
                  </a:cubicBezTo>
                  <a:cubicBezTo>
                    <a:pt x="29" y="295"/>
                    <a:pt x="76" y="211"/>
                    <a:pt x="148" y="142"/>
                  </a:cubicBezTo>
                  <a:cubicBezTo>
                    <a:pt x="218" y="76"/>
                    <a:pt x="303" y="31"/>
                    <a:pt x="387" y="16"/>
                  </a:cubicBezTo>
                  <a:cubicBezTo>
                    <a:pt x="474" y="0"/>
                    <a:pt x="550" y="19"/>
                    <a:pt x="600" y="68"/>
                  </a:cubicBezTo>
                  <a:lnTo>
                    <a:pt x="600" y="68"/>
                  </a:lnTo>
                  <a:cubicBezTo>
                    <a:pt x="650" y="115"/>
                    <a:pt x="669" y="186"/>
                    <a:pt x="655" y="267"/>
                  </a:cubicBezTo>
                  <a:cubicBezTo>
                    <a:pt x="640" y="350"/>
                    <a:pt x="593" y="434"/>
                    <a:pt x="521" y="503"/>
                  </a:cubicBezTo>
                  <a:cubicBezTo>
                    <a:pt x="451" y="569"/>
                    <a:pt x="367" y="614"/>
                    <a:pt x="282" y="629"/>
                  </a:cubicBezTo>
                  <a:lnTo>
                    <a:pt x="282" y="629"/>
                  </a:lnTo>
                  <a:cubicBezTo>
                    <a:pt x="263" y="633"/>
                    <a:pt x="244" y="634"/>
                    <a:pt x="224" y="634"/>
                  </a:cubicBezTo>
                  <a:moveTo>
                    <a:pt x="445" y="25"/>
                  </a:moveTo>
                  <a:lnTo>
                    <a:pt x="445" y="25"/>
                  </a:lnTo>
                  <a:cubicBezTo>
                    <a:pt x="426" y="25"/>
                    <a:pt x="408" y="27"/>
                    <a:pt x="389" y="30"/>
                  </a:cubicBezTo>
                  <a:cubicBezTo>
                    <a:pt x="308" y="45"/>
                    <a:pt x="226" y="88"/>
                    <a:pt x="158" y="153"/>
                  </a:cubicBezTo>
                  <a:cubicBezTo>
                    <a:pt x="89" y="220"/>
                    <a:pt x="43" y="300"/>
                    <a:pt x="29" y="380"/>
                  </a:cubicBezTo>
                  <a:cubicBezTo>
                    <a:pt x="15" y="457"/>
                    <a:pt x="33" y="523"/>
                    <a:pt x="79" y="567"/>
                  </a:cubicBezTo>
                  <a:cubicBezTo>
                    <a:pt x="126" y="612"/>
                    <a:pt x="198" y="629"/>
                    <a:pt x="280" y="615"/>
                  </a:cubicBezTo>
                  <a:cubicBezTo>
                    <a:pt x="361" y="600"/>
                    <a:pt x="443" y="557"/>
                    <a:pt x="511" y="492"/>
                  </a:cubicBezTo>
                  <a:cubicBezTo>
                    <a:pt x="580" y="425"/>
                    <a:pt x="626" y="345"/>
                    <a:pt x="640" y="265"/>
                  </a:cubicBezTo>
                  <a:cubicBezTo>
                    <a:pt x="654" y="188"/>
                    <a:pt x="636" y="122"/>
                    <a:pt x="590" y="78"/>
                  </a:cubicBezTo>
                  <a:lnTo>
                    <a:pt x="590" y="78"/>
                  </a:lnTo>
                  <a:cubicBezTo>
                    <a:pt x="554" y="43"/>
                    <a:pt x="503" y="25"/>
                    <a:pt x="445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6698809" y="4427090"/>
              <a:ext cx="446868" cy="394074"/>
            </a:xfrm>
            <a:custGeom>
              <a:avLst/>
              <a:gdLst/>
              <a:ahLst/>
              <a:cxnLst/>
              <a:rect l="l" t="t" r="r" b="b"/>
              <a:pathLst>
                <a:path w="838" h="739" extrusionOk="0">
                  <a:moveTo>
                    <a:pt x="251" y="738"/>
                  </a:moveTo>
                  <a:cubicBezTo>
                    <a:pt x="174" y="738"/>
                    <a:pt x="108" y="714"/>
                    <a:pt x="60" y="668"/>
                  </a:cubicBezTo>
                  <a:cubicBezTo>
                    <a:pt x="56" y="663"/>
                    <a:pt x="52" y="659"/>
                    <a:pt x="48" y="655"/>
                  </a:cubicBezTo>
                  <a:lnTo>
                    <a:pt x="2" y="603"/>
                  </a:lnTo>
                  <a:lnTo>
                    <a:pt x="2" y="603"/>
                  </a:lnTo>
                  <a:lnTo>
                    <a:pt x="2" y="603"/>
                  </a:lnTo>
                  <a:cubicBezTo>
                    <a:pt x="2" y="602"/>
                    <a:pt x="1" y="602"/>
                    <a:pt x="1" y="602"/>
                  </a:cubicBezTo>
                  <a:cubicBezTo>
                    <a:pt x="1" y="601"/>
                    <a:pt x="0" y="599"/>
                    <a:pt x="0" y="598"/>
                  </a:cubicBezTo>
                  <a:cubicBezTo>
                    <a:pt x="0" y="597"/>
                    <a:pt x="1" y="595"/>
                    <a:pt x="1" y="594"/>
                  </a:cubicBezTo>
                  <a:cubicBezTo>
                    <a:pt x="2" y="593"/>
                    <a:pt x="3" y="593"/>
                    <a:pt x="4" y="592"/>
                  </a:cubicBezTo>
                  <a:cubicBezTo>
                    <a:pt x="6" y="592"/>
                    <a:pt x="7" y="591"/>
                    <a:pt x="8" y="591"/>
                  </a:cubicBezTo>
                  <a:cubicBezTo>
                    <a:pt x="10" y="591"/>
                    <a:pt x="10" y="591"/>
                    <a:pt x="11" y="592"/>
                  </a:cubicBezTo>
                  <a:cubicBezTo>
                    <a:pt x="12" y="593"/>
                    <a:pt x="12" y="593"/>
                    <a:pt x="13" y="593"/>
                  </a:cubicBezTo>
                  <a:lnTo>
                    <a:pt x="13" y="593"/>
                  </a:lnTo>
                  <a:cubicBezTo>
                    <a:pt x="17" y="597"/>
                    <a:pt x="20" y="601"/>
                    <a:pt x="24" y="605"/>
                  </a:cubicBezTo>
                  <a:cubicBezTo>
                    <a:pt x="83" y="661"/>
                    <a:pt x="171" y="682"/>
                    <a:pt x="273" y="665"/>
                  </a:cubicBezTo>
                  <a:cubicBezTo>
                    <a:pt x="374" y="647"/>
                    <a:pt x="475" y="593"/>
                    <a:pt x="559" y="513"/>
                  </a:cubicBezTo>
                  <a:cubicBezTo>
                    <a:pt x="727" y="352"/>
                    <a:pt x="775" y="132"/>
                    <a:pt x="668" y="12"/>
                  </a:cubicBezTo>
                  <a:lnTo>
                    <a:pt x="668" y="12"/>
                  </a:lnTo>
                  <a:lnTo>
                    <a:pt x="668" y="12"/>
                  </a:lnTo>
                  <a:lnTo>
                    <a:pt x="668" y="12"/>
                  </a:lnTo>
                  <a:cubicBezTo>
                    <a:pt x="668" y="12"/>
                    <a:pt x="669" y="12"/>
                    <a:pt x="668" y="11"/>
                  </a:cubicBezTo>
                  <a:cubicBezTo>
                    <a:pt x="668" y="10"/>
                    <a:pt x="667" y="9"/>
                    <a:pt x="667" y="7"/>
                  </a:cubicBezTo>
                  <a:cubicBezTo>
                    <a:pt x="667" y="6"/>
                    <a:pt x="668" y="5"/>
                    <a:pt x="668" y="4"/>
                  </a:cubicBezTo>
                  <a:cubicBezTo>
                    <a:pt x="669" y="3"/>
                    <a:pt x="669" y="2"/>
                    <a:pt x="670" y="1"/>
                  </a:cubicBezTo>
                  <a:cubicBezTo>
                    <a:pt x="671" y="0"/>
                    <a:pt x="673" y="0"/>
                    <a:pt x="674" y="0"/>
                  </a:cubicBezTo>
                  <a:cubicBezTo>
                    <a:pt x="675" y="0"/>
                    <a:pt x="676" y="0"/>
                    <a:pt x="678" y="1"/>
                  </a:cubicBezTo>
                  <a:cubicBezTo>
                    <a:pt x="678" y="1"/>
                    <a:pt x="679" y="2"/>
                    <a:pt x="679" y="3"/>
                  </a:cubicBezTo>
                  <a:lnTo>
                    <a:pt x="679" y="3"/>
                  </a:lnTo>
                  <a:lnTo>
                    <a:pt x="679" y="3"/>
                  </a:lnTo>
                  <a:lnTo>
                    <a:pt x="726" y="55"/>
                  </a:lnTo>
                  <a:cubicBezTo>
                    <a:pt x="837" y="181"/>
                    <a:pt x="789" y="409"/>
                    <a:pt x="615" y="575"/>
                  </a:cubicBezTo>
                  <a:cubicBezTo>
                    <a:pt x="530" y="658"/>
                    <a:pt x="425" y="713"/>
                    <a:pt x="322" y="731"/>
                  </a:cubicBezTo>
                  <a:lnTo>
                    <a:pt x="322" y="731"/>
                  </a:lnTo>
                  <a:cubicBezTo>
                    <a:pt x="298" y="735"/>
                    <a:pt x="275" y="737"/>
                    <a:pt x="251" y="738"/>
                  </a:cubicBezTo>
                  <a:moveTo>
                    <a:pt x="67" y="654"/>
                  </a:moveTo>
                  <a:cubicBezTo>
                    <a:pt x="68" y="655"/>
                    <a:pt x="69" y="656"/>
                    <a:pt x="71" y="657"/>
                  </a:cubicBezTo>
                  <a:cubicBezTo>
                    <a:pt x="129" y="714"/>
                    <a:pt x="218" y="735"/>
                    <a:pt x="319" y="717"/>
                  </a:cubicBezTo>
                  <a:cubicBezTo>
                    <a:pt x="420" y="699"/>
                    <a:pt x="522" y="645"/>
                    <a:pt x="605" y="565"/>
                  </a:cubicBezTo>
                  <a:cubicBezTo>
                    <a:pt x="769" y="408"/>
                    <a:pt x="819" y="195"/>
                    <a:pt x="722" y="73"/>
                  </a:cubicBezTo>
                  <a:cubicBezTo>
                    <a:pt x="772" y="203"/>
                    <a:pt x="714" y="385"/>
                    <a:pt x="569" y="524"/>
                  </a:cubicBezTo>
                  <a:cubicBezTo>
                    <a:pt x="484" y="606"/>
                    <a:pt x="379" y="661"/>
                    <a:pt x="276" y="679"/>
                  </a:cubicBezTo>
                  <a:cubicBezTo>
                    <a:pt x="196" y="693"/>
                    <a:pt x="124" y="684"/>
                    <a:pt x="67" y="6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6779864" y="4460151"/>
              <a:ext cx="219701" cy="239430"/>
            </a:xfrm>
            <a:custGeom>
              <a:avLst/>
              <a:gdLst/>
              <a:ahLst/>
              <a:cxnLst/>
              <a:rect l="l" t="t" r="r" b="b"/>
              <a:pathLst>
                <a:path w="412" h="449" extrusionOk="0">
                  <a:moveTo>
                    <a:pt x="139" y="448"/>
                  </a:moveTo>
                  <a:lnTo>
                    <a:pt x="93" y="448"/>
                  </a:lnTo>
                  <a:lnTo>
                    <a:pt x="93" y="448"/>
                  </a:lnTo>
                  <a:lnTo>
                    <a:pt x="93" y="448"/>
                  </a:lnTo>
                  <a:cubicBezTo>
                    <a:pt x="92" y="448"/>
                    <a:pt x="91" y="448"/>
                    <a:pt x="91" y="448"/>
                  </a:cubicBezTo>
                  <a:cubicBezTo>
                    <a:pt x="90" y="447"/>
                    <a:pt x="89" y="447"/>
                    <a:pt x="89" y="446"/>
                  </a:cubicBezTo>
                  <a:cubicBezTo>
                    <a:pt x="89" y="445"/>
                    <a:pt x="88" y="444"/>
                    <a:pt x="88" y="444"/>
                  </a:cubicBezTo>
                  <a:cubicBezTo>
                    <a:pt x="88" y="443"/>
                    <a:pt x="89" y="442"/>
                    <a:pt x="89" y="441"/>
                  </a:cubicBezTo>
                  <a:lnTo>
                    <a:pt x="89" y="441"/>
                  </a:lnTo>
                  <a:lnTo>
                    <a:pt x="103" y="411"/>
                  </a:lnTo>
                  <a:cubicBezTo>
                    <a:pt x="63" y="408"/>
                    <a:pt x="30" y="400"/>
                    <a:pt x="3" y="385"/>
                  </a:cubicBezTo>
                  <a:cubicBezTo>
                    <a:pt x="1" y="384"/>
                    <a:pt x="0" y="380"/>
                    <a:pt x="3" y="377"/>
                  </a:cubicBezTo>
                  <a:lnTo>
                    <a:pt x="56" y="307"/>
                  </a:lnTo>
                  <a:lnTo>
                    <a:pt x="56" y="307"/>
                  </a:lnTo>
                  <a:cubicBezTo>
                    <a:pt x="57" y="306"/>
                    <a:pt x="59" y="305"/>
                    <a:pt x="60" y="304"/>
                  </a:cubicBezTo>
                  <a:cubicBezTo>
                    <a:pt x="62" y="303"/>
                    <a:pt x="62" y="303"/>
                    <a:pt x="62" y="303"/>
                  </a:cubicBezTo>
                  <a:lnTo>
                    <a:pt x="62" y="303"/>
                  </a:lnTo>
                  <a:cubicBezTo>
                    <a:pt x="63" y="302"/>
                    <a:pt x="64" y="302"/>
                    <a:pt x="65" y="302"/>
                  </a:cubicBezTo>
                  <a:cubicBezTo>
                    <a:pt x="66" y="302"/>
                    <a:pt x="68" y="302"/>
                    <a:pt x="69" y="303"/>
                  </a:cubicBezTo>
                  <a:lnTo>
                    <a:pt x="69" y="303"/>
                  </a:lnTo>
                  <a:cubicBezTo>
                    <a:pt x="70" y="304"/>
                    <a:pt x="71" y="304"/>
                    <a:pt x="72" y="305"/>
                  </a:cubicBezTo>
                  <a:cubicBezTo>
                    <a:pt x="83" y="311"/>
                    <a:pt x="94" y="316"/>
                    <a:pt x="107" y="319"/>
                  </a:cubicBezTo>
                  <a:lnTo>
                    <a:pt x="107" y="319"/>
                  </a:lnTo>
                  <a:cubicBezTo>
                    <a:pt x="118" y="321"/>
                    <a:pt x="129" y="324"/>
                    <a:pt x="141" y="325"/>
                  </a:cubicBezTo>
                  <a:lnTo>
                    <a:pt x="166" y="267"/>
                  </a:lnTo>
                  <a:lnTo>
                    <a:pt x="164" y="267"/>
                  </a:lnTo>
                  <a:cubicBezTo>
                    <a:pt x="132" y="257"/>
                    <a:pt x="110" y="243"/>
                    <a:pt x="99" y="223"/>
                  </a:cubicBezTo>
                  <a:cubicBezTo>
                    <a:pt x="88" y="204"/>
                    <a:pt x="88" y="180"/>
                    <a:pt x="100" y="153"/>
                  </a:cubicBezTo>
                  <a:lnTo>
                    <a:pt x="100" y="153"/>
                  </a:lnTo>
                  <a:cubicBezTo>
                    <a:pt x="102" y="149"/>
                    <a:pt x="105" y="144"/>
                    <a:pt x="107" y="140"/>
                  </a:cubicBezTo>
                  <a:cubicBezTo>
                    <a:pt x="121" y="115"/>
                    <a:pt x="142" y="95"/>
                    <a:pt x="166" y="80"/>
                  </a:cubicBezTo>
                  <a:lnTo>
                    <a:pt x="166" y="80"/>
                  </a:lnTo>
                  <a:cubicBezTo>
                    <a:pt x="167" y="80"/>
                    <a:pt x="169" y="79"/>
                    <a:pt x="170" y="78"/>
                  </a:cubicBezTo>
                  <a:cubicBezTo>
                    <a:pt x="198" y="62"/>
                    <a:pt x="230" y="52"/>
                    <a:pt x="263" y="49"/>
                  </a:cubicBezTo>
                  <a:lnTo>
                    <a:pt x="282" y="7"/>
                  </a:lnTo>
                  <a:lnTo>
                    <a:pt x="282" y="7"/>
                  </a:lnTo>
                  <a:lnTo>
                    <a:pt x="282" y="6"/>
                  </a:lnTo>
                  <a:cubicBezTo>
                    <a:pt x="283" y="4"/>
                    <a:pt x="286" y="3"/>
                    <a:pt x="287" y="2"/>
                  </a:cubicBezTo>
                  <a:cubicBezTo>
                    <a:pt x="289" y="1"/>
                    <a:pt x="290" y="0"/>
                    <a:pt x="292" y="0"/>
                  </a:cubicBezTo>
                  <a:lnTo>
                    <a:pt x="338" y="0"/>
                  </a:lnTo>
                  <a:lnTo>
                    <a:pt x="338" y="0"/>
                  </a:lnTo>
                  <a:lnTo>
                    <a:pt x="338" y="0"/>
                  </a:lnTo>
                  <a:cubicBezTo>
                    <a:pt x="339" y="0"/>
                    <a:pt x="340" y="0"/>
                    <a:pt x="341" y="1"/>
                  </a:cubicBezTo>
                  <a:lnTo>
                    <a:pt x="342" y="2"/>
                  </a:lnTo>
                  <a:cubicBezTo>
                    <a:pt x="343" y="3"/>
                    <a:pt x="343" y="4"/>
                    <a:pt x="343" y="5"/>
                  </a:cubicBezTo>
                  <a:cubicBezTo>
                    <a:pt x="343" y="5"/>
                    <a:pt x="343" y="6"/>
                    <a:pt x="342" y="7"/>
                  </a:cubicBezTo>
                  <a:lnTo>
                    <a:pt x="342" y="7"/>
                  </a:lnTo>
                  <a:lnTo>
                    <a:pt x="324" y="49"/>
                  </a:lnTo>
                  <a:lnTo>
                    <a:pt x="324" y="49"/>
                  </a:lnTo>
                  <a:cubicBezTo>
                    <a:pt x="353" y="51"/>
                    <a:pt x="382" y="60"/>
                    <a:pt x="408" y="74"/>
                  </a:cubicBezTo>
                  <a:cubicBezTo>
                    <a:pt x="411" y="75"/>
                    <a:pt x="411" y="79"/>
                    <a:pt x="408" y="83"/>
                  </a:cubicBezTo>
                  <a:lnTo>
                    <a:pt x="350" y="150"/>
                  </a:lnTo>
                  <a:lnTo>
                    <a:pt x="350" y="150"/>
                  </a:lnTo>
                  <a:cubicBezTo>
                    <a:pt x="349" y="152"/>
                    <a:pt x="348" y="153"/>
                    <a:pt x="347" y="153"/>
                  </a:cubicBezTo>
                  <a:cubicBezTo>
                    <a:pt x="346" y="154"/>
                    <a:pt x="345" y="154"/>
                    <a:pt x="343" y="155"/>
                  </a:cubicBezTo>
                  <a:lnTo>
                    <a:pt x="343" y="155"/>
                  </a:lnTo>
                  <a:cubicBezTo>
                    <a:pt x="343" y="155"/>
                    <a:pt x="342" y="155"/>
                    <a:pt x="341" y="155"/>
                  </a:cubicBezTo>
                  <a:cubicBezTo>
                    <a:pt x="340" y="155"/>
                    <a:pt x="339" y="155"/>
                    <a:pt x="338" y="154"/>
                  </a:cubicBezTo>
                  <a:lnTo>
                    <a:pt x="337" y="154"/>
                  </a:lnTo>
                  <a:cubicBezTo>
                    <a:pt x="326" y="144"/>
                    <a:pt x="309" y="138"/>
                    <a:pt x="286" y="135"/>
                  </a:cubicBezTo>
                  <a:lnTo>
                    <a:pt x="263" y="189"/>
                  </a:lnTo>
                  <a:cubicBezTo>
                    <a:pt x="294" y="197"/>
                    <a:pt x="315" y="211"/>
                    <a:pt x="326" y="230"/>
                  </a:cubicBezTo>
                  <a:cubicBezTo>
                    <a:pt x="337" y="249"/>
                    <a:pt x="337" y="273"/>
                    <a:pt x="325" y="300"/>
                  </a:cubicBezTo>
                  <a:lnTo>
                    <a:pt x="325" y="300"/>
                  </a:lnTo>
                  <a:cubicBezTo>
                    <a:pt x="323" y="305"/>
                    <a:pt x="320" y="311"/>
                    <a:pt x="317" y="316"/>
                  </a:cubicBezTo>
                  <a:cubicBezTo>
                    <a:pt x="303" y="340"/>
                    <a:pt x="283" y="361"/>
                    <a:pt x="260" y="376"/>
                  </a:cubicBezTo>
                  <a:lnTo>
                    <a:pt x="260" y="376"/>
                  </a:lnTo>
                  <a:cubicBezTo>
                    <a:pt x="257" y="377"/>
                    <a:pt x="255" y="379"/>
                    <a:pt x="252" y="380"/>
                  </a:cubicBezTo>
                  <a:cubicBezTo>
                    <a:pt x="225" y="396"/>
                    <a:pt x="195" y="406"/>
                    <a:pt x="164" y="410"/>
                  </a:cubicBezTo>
                  <a:lnTo>
                    <a:pt x="150" y="441"/>
                  </a:lnTo>
                  <a:lnTo>
                    <a:pt x="150" y="441"/>
                  </a:lnTo>
                  <a:lnTo>
                    <a:pt x="150" y="442"/>
                  </a:lnTo>
                  <a:cubicBezTo>
                    <a:pt x="149" y="444"/>
                    <a:pt x="148" y="445"/>
                    <a:pt x="145" y="447"/>
                  </a:cubicBezTo>
                  <a:cubicBezTo>
                    <a:pt x="144" y="448"/>
                    <a:pt x="141" y="448"/>
                    <a:pt x="139" y="448"/>
                  </a:cubicBezTo>
                  <a:moveTo>
                    <a:pt x="107" y="434"/>
                  </a:moveTo>
                  <a:lnTo>
                    <a:pt x="138" y="434"/>
                  </a:lnTo>
                  <a:lnTo>
                    <a:pt x="152" y="403"/>
                  </a:lnTo>
                  <a:lnTo>
                    <a:pt x="152" y="403"/>
                  </a:lnTo>
                  <a:lnTo>
                    <a:pt x="152" y="402"/>
                  </a:lnTo>
                  <a:cubicBezTo>
                    <a:pt x="153" y="400"/>
                    <a:pt x="156" y="399"/>
                    <a:pt x="157" y="398"/>
                  </a:cubicBezTo>
                  <a:cubicBezTo>
                    <a:pt x="159" y="397"/>
                    <a:pt x="160" y="396"/>
                    <a:pt x="161" y="396"/>
                  </a:cubicBezTo>
                  <a:lnTo>
                    <a:pt x="161" y="396"/>
                  </a:lnTo>
                  <a:cubicBezTo>
                    <a:pt x="192" y="393"/>
                    <a:pt x="221" y="384"/>
                    <a:pt x="248" y="369"/>
                  </a:cubicBezTo>
                  <a:cubicBezTo>
                    <a:pt x="250" y="368"/>
                    <a:pt x="252" y="366"/>
                    <a:pt x="254" y="365"/>
                  </a:cubicBezTo>
                  <a:lnTo>
                    <a:pt x="254" y="365"/>
                  </a:lnTo>
                  <a:cubicBezTo>
                    <a:pt x="274" y="353"/>
                    <a:pt x="291" y="335"/>
                    <a:pt x="302" y="315"/>
                  </a:cubicBezTo>
                  <a:cubicBezTo>
                    <a:pt x="305" y="310"/>
                    <a:pt x="308" y="305"/>
                    <a:pt x="310" y="300"/>
                  </a:cubicBezTo>
                  <a:cubicBezTo>
                    <a:pt x="320" y="276"/>
                    <a:pt x="321" y="257"/>
                    <a:pt x="311" y="240"/>
                  </a:cubicBezTo>
                  <a:cubicBezTo>
                    <a:pt x="301" y="223"/>
                    <a:pt x="281" y="210"/>
                    <a:pt x="253" y="203"/>
                  </a:cubicBezTo>
                  <a:lnTo>
                    <a:pt x="247" y="201"/>
                  </a:lnTo>
                  <a:lnTo>
                    <a:pt x="247" y="201"/>
                  </a:lnTo>
                  <a:cubicBezTo>
                    <a:pt x="246" y="201"/>
                    <a:pt x="246" y="201"/>
                    <a:pt x="246" y="201"/>
                  </a:cubicBezTo>
                  <a:cubicBezTo>
                    <a:pt x="245" y="200"/>
                    <a:pt x="244" y="200"/>
                    <a:pt x="244" y="199"/>
                  </a:cubicBezTo>
                  <a:cubicBezTo>
                    <a:pt x="244" y="198"/>
                    <a:pt x="243" y="197"/>
                    <a:pt x="243" y="197"/>
                  </a:cubicBezTo>
                  <a:cubicBezTo>
                    <a:pt x="243" y="196"/>
                    <a:pt x="244" y="195"/>
                    <a:pt x="244" y="194"/>
                  </a:cubicBezTo>
                  <a:lnTo>
                    <a:pt x="244" y="194"/>
                  </a:lnTo>
                  <a:lnTo>
                    <a:pt x="274" y="126"/>
                  </a:lnTo>
                  <a:lnTo>
                    <a:pt x="274" y="126"/>
                  </a:lnTo>
                  <a:lnTo>
                    <a:pt x="275" y="125"/>
                  </a:lnTo>
                  <a:cubicBezTo>
                    <a:pt x="276" y="124"/>
                    <a:pt x="277" y="122"/>
                    <a:pt x="279" y="121"/>
                  </a:cubicBezTo>
                  <a:lnTo>
                    <a:pt x="279" y="121"/>
                  </a:lnTo>
                  <a:lnTo>
                    <a:pt x="280" y="121"/>
                  </a:lnTo>
                  <a:cubicBezTo>
                    <a:pt x="281" y="120"/>
                    <a:pt x="283" y="119"/>
                    <a:pt x="285" y="119"/>
                  </a:cubicBezTo>
                  <a:lnTo>
                    <a:pt x="286" y="119"/>
                  </a:lnTo>
                  <a:cubicBezTo>
                    <a:pt x="311" y="122"/>
                    <a:pt x="331" y="128"/>
                    <a:pt x="345" y="137"/>
                  </a:cubicBezTo>
                  <a:lnTo>
                    <a:pt x="391" y="84"/>
                  </a:lnTo>
                  <a:lnTo>
                    <a:pt x="391" y="84"/>
                  </a:lnTo>
                  <a:cubicBezTo>
                    <a:pt x="365" y="71"/>
                    <a:pt x="338" y="64"/>
                    <a:pt x="310" y="62"/>
                  </a:cubicBezTo>
                  <a:lnTo>
                    <a:pt x="310" y="62"/>
                  </a:lnTo>
                  <a:lnTo>
                    <a:pt x="310" y="62"/>
                  </a:lnTo>
                  <a:cubicBezTo>
                    <a:pt x="309" y="62"/>
                    <a:pt x="308" y="62"/>
                    <a:pt x="307" y="61"/>
                  </a:cubicBezTo>
                  <a:lnTo>
                    <a:pt x="306" y="60"/>
                  </a:lnTo>
                  <a:cubicBezTo>
                    <a:pt x="305" y="59"/>
                    <a:pt x="305" y="58"/>
                    <a:pt x="305" y="57"/>
                  </a:cubicBezTo>
                  <a:cubicBezTo>
                    <a:pt x="305" y="57"/>
                    <a:pt x="305" y="56"/>
                    <a:pt x="306" y="55"/>
                  </a:cubicBezTo>
                  <a:lnTo>
                    <a:pt x="306" y="55"/>
                  </a:lnTo>
                  <a:lnTo>
                    <a:pt x="324" y="14"/>
                  </a:lnTo>
                  <a:lnTo>
                    <a:pt x="293" y="14"/>
                  </a:lnTo>
                  <a:lnTo>
                    <a:pt x="275" y="55"/>
                  </a:lnTo>
                  <a:lnTo>
                    <a:pt x="275" y="55"/>
                  </a:lnTo>
                  <a:cubicBezTo>
                    <a:pt x="275" y="55"/>
                    <a:pt x="276" y="55"/>
                    <a:pt x="275" y="56"/>
                  </a:cubicBezTo>
                  <a:cubicBezTo>
                    <a:pt x="275" y="58"/>
                    <a:pt x="272" y="59"/>
                    <a:pt x="270" y="60"/>
                  </a:cubicBezTo>
                  <a:cubicBezTo>
                    <a:pt x="269" y="61"/>
                    <a:pt x="267" y="62"/>
                    <a:pt x="265" y="62"/>
                  </a:cubicBezTo>
                  <a:lnTo>
                    <a:pt x="265" y="62"/>
                  </a:lnTo>
                  <a:cubicBezTo>
                    <a:pt x="233" y="64"/>
                    <a:pt x="202" y="73"/>
                    <a:pt x="174" y="89"/>
                  </a:cubicBezTo>
                  <a:cubicBezTo>
                    <a:pt x="173" y="90"/>
                    <a:pt x="172" y="90"/>
                    <a:pt x="171" y="91"/>
                  </a:cubicBezTo>
                  <a:lnTo>
                    <a:pt x="171" y="91"/>
                  </a:lnTo>
                  <a:cubicBezTo>
                    <a:pt x="151" y="103"/>
                    <a:pt x="133" y="120"/>
                    <a:pt x="121" y="141"/>
                  </a:cubicBezTo>
                  <a:cubicBezTo>
                    <a:pt x="119" y="145"/>
                    <a:pt x="117" y="149"/>
                    <a:pt x="115" y="153"/>
                  </a:cubicBezTo>
                  <a:cubicBezTo>
                    <a:pt x="105" y="177"/>
                    <a:pt x="105" y="196"/>
                    <a:pt x="114" y="213"/>
                  </a:cubicBezTo>
                  <a:cubicBezTo>
                    <a:pt x="124" y="231"/>
                    <a:pt x="144" y="244"/>
                    <a:pt x="174" y="253"/>
                  </a:cubicBezTo>
                  <a:lnTo>
                    <a:pt x="181" y="255"/>
                  </a:lnTo>
                  <a:cubicBezTo>
                    <a:pt x="184" y="256"/>
                    <a:pt x="185" y="259"/>
                    <a:pt x="183" y="262"/>
                  </a:cubicBezTo>
                  <a:lnTo>
                    <a:pt x="152" y="333"/>
                  </a:lnTo>
                  <a:lnTo>
                    <a:pt x="152" y="333"/>
                  </a:lnTo>
                  <a:cubicBezTo>
                    <a:pt x="152" y="333"/>
                    <a:pt x="153" y="333"/>
                    <a:pt x="152" y="334"/>
                  </a:cubicBezTo>
                  <a:cubicBezTo>
                    <a:pt x="152" y="335"/>
                    <a:pt x="149" y="337"/>
                    <a:pt x="147" y="338"/>
                  </a:cubicBezTo>
                  <a:lnTo>
                    <a:pt x="147" y="338"/>
                  </a:lnTo>
                  <a:lnTo>
                    <a:pt x="147" y="338"/>
                  </a:lnTo>
                  <a:cubicBezTo>
                    <a:pt x="145" y="339"/>
                    <a:pt x="143" y="340"/>
                    <a:pt x="141" y="340"/>
                  </a:cubicBezTo>
                  <a:lnTo>
                    <a:pt x="141" y="340"/>
                  </a:lnTo>
                  <a:lnTo>
                    <a:pt x="141" y="340"/>
                  </a:lnTo>
                  <a:cubicBezTo>
                    <a:pt x="126" y="339"/>
                    <a:pt x="111" y="336"/>
                    <a:pt x="97" y="332"/>
                  </a:cubicBezTo>
                  <a:lnTo>
                    <a:pt x="97" y="332"/>
                  </a:lnTo>
                  <a:cubicBezTo>
                    <a:pt x="85" y="329"/>
                    <a:pt x="73" y="325"/>
                    <a:pt x="62" y="319"/>
                  </a:cubicBezTo>
                  <a:lnTo>
                    <a:pt x="20" y="375"/>
                  </a:lnTo>
                  <a:cubicBezTo>
                    <a:pt x="45" y="388"/>
                    <a:pt x="78" y="395"/>
                    <a:pt x="116" y="397"/>
                  </a:cubicBezTo>
                  <a:lnTo>
                    <a:pt x="116" y="397"/>
                  </a:lnTo>
                  <a:lnTo>
                    <a:pt x="117" y="397"/>
                  </a:lnTo>
                  <a:cubicBezTo>
                    <a:pt x="118" y="397"/>
                    <a:pt x="118" y="397"/>
                    <a:pt x="119" y="397"/>
                  </a:cubicBezTo>
                  <a:cubicBezTo>
                    <a:pt x="121" y="398"/>
                    <a:pt x="121" y="398"/>
                    <a:pt x="121" y="399"/>
                  </a:cubicBezTo>
                  <a:cubicBezTo>
                    <a:pt x="122" y="400"/>
                    <a:pt x="121" y="401"/>
                    <a:pt x="121" y="401"/>
                  </a:cubicBezTo>
                  <a:cubicBezTo>
                    <a:pt x="121" y="402"/>
                    <a:pt x="121" y="403"/>
                    <a:pt x="121" y="404"/>
                  </a:cubicBezTo>
                  <a:lnTo>
                    <a:pt x="121" y="404"/>
                  </a:lnTo>
                  <a:lnTo>
                    <a:pt x="107" y="4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6878516" y="4523608"/>
              <a:ext cx="32529" cy="37861"/>
            </a:xfrm>
            <a:custGeom>
              <a:avLst/>
              <a:gdLst/>
              <a:ahLst/>
              <a:cxnLst/>
              <a:rect l="l" t="t" r="r" b="b"/>
              <a:pathLst>
                <a:path w="61" h="71" extrusionOk="0">
                  <a:moveTo>
                    <a:pt x="23" y="70"/>
                  </a:moveTo>
                  <a:lnTo>
                    <a:pt x="23" y="70"/>
                  </a:lnTo>
                  <a:lnTo>
                    <a:pt x="23" y="70"/>
                  </a:lnTo>
                  <a:cubicBezTo>
                    <a:pt x="23" y="70"/>
                    <a:pt x="22" y="69"/>
                    <a:pt x="21" y="69"/>
                  </a:cubicBezTo>
                  <a:cubicBezTo>
                    <a:pt x="11" y="65"/>
                    <a:pt x="5" y="60"/>
                    <a:pt x="2" y="55"/>
                  </a:cubicBezTo>
                  <a:cubicBezTo>
                    <a:pt x="0" y="50"/>
                    <a:pt x="0" y="42"/>
                    <a:pt x="4" y="34"/>
                  </a:cubicBezTo>
                  <a:cubicBezTo>
                    <a:pt x="9" y="22"/>
                    <a:pt x="22" y="6"/>
                    <a:pt x="53" y="0"/>
                  </a:cubicBezTo>
                  <a:lnTo>
                    <a:pt x="53" y="0"/>
                  </a:lnTo>
                  <a:lnTo>
                    <a:pt x="54" y="0"/>
                  </a:lnTo>
                  <a:cubicBezTo>
                    <a:pt x="55" y="0"/>
                    <a:pt x="56" y="1"/>
                    <a:pt x="57" y="1"/>
                  </a:cubicBezTo>
                  <a:cubicBezTo>
                    <a:pt x="58" y="2"/>
                    <a:pt x="58" y="2"/>
                    <a:pt x="58" y="2"/>
                  </a:cubicBezTo>
                  <a:lnTo>
                    <a:pt x="58" y="2"/>
                  </a:lnTo>
                  <a:cubicBezTo>
                    <a:pt x="58" y="2"/>
                    <a:pt x="59" y="1"/>
                    <a:pt x="59" y="2"/>
                  </a:cubicBezTo>
                  <a:cubicBezTo>
                    <a:pt x="60" y="3"/>
                    <a:pt x="59" y="4"/>
                    <a:pt x="59" y="5"/>
                  </a:cubicBezTo>
                  <a:cubicBezTo>
                    <a:pt x="59" y="6"/>
                    <a:pt x="59" y="7"/>
                    <a:pt x="59" y="7"/>
                  </a:cubicBezTo>
                  <a:lnTo>
                    <a:pt x="34" y="62"/>
                  </a:lnTo>
                  <a:lnTo>
                    <a:pt x="34" y="62"/>
                  </a:lnTo>
                  <a:cubicBezTo>
                    <a:pt x="34" y="63"/>
                    <a:pt x="34" y="63"/>
                    <a:pt x="34" y="63"/>
                  </a:cubicBezTo>
                  <a:cubicBezTo>
                    <a:pt x="33" y="65"/>
                    <a:pt x="31" y="67"/>
                    <a:pt x="29" y="68"/>
                  </a:cubicBezTo>
                  <a:lnTo>
                    <a:pt x="28" y="68"/>
                  </a:lnTo>
                  <a:lnTo>
                    <a:pt x="28" y="68"/>
                  </a:lnTo>
                  <a:cubicBezTo>
                    <a:pt x="27" y="69"/>
                    <a:pt x="25" y="70"/>
                    <a:pt x="23" y="70"/>
                  </a:cubicBezTo>
                  <a:moveTo>
                    <a:pt x="39" y="17"/>
                  </a:moveTo>
                  <a:cubicBezTo>
                    <a:pt x="26" y="21"/>
                    <a:pt x="21" y="28"/>
                    <a:pt x="19" y="34"/>
                  </a:cubicBezTo>
                  <a:lnTo>
                    <a:pt x="19" y="34"/>
                  </a:lnTo>
                  <a:lnTo>
                    <a:pt x="19" y="34"/>
                  </a:lnTo>
                  <a:cubicBezTo>
                    <a:pt x="18" y="36"/>
                    <a:pt x="17" y="38"/>
                    <a:pt x="17" y="41"/>
                  </a:cubicBezTo>
                  <a:cubicBezTo>
                    <a:pt x="17" y="42"/>
                    <a:pt x="17" y="44"/>
                    <a:pt x="18" y="45"/>
                  </a:cubicBezTo>
                  <a:lnTo>
                    <a:pt x="18" y="45"/>
                  </a:lnTo>
                  <a:cubicBezTo>
                    <a:pt x="19" y="48"/>
                    <a:pt x="21" y="50"/>
                    <a:pt x="24" y="51"/>
                  </a:cubicBezTo>
                  <a:lnTo>
                    <a:pt x="24" y="51"/>
                  </a:lnTo>
                  <a:lnTo>
                    <a:pt x="39" y="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6877450" y="4603596"/>
              <a:ext cx="30396" cy="36794"/>
            </a:xfrm>
            <a:custGeom>
              <a:avLst/>
              <a:gdLst/>
              <a:ahLst/>
              <a:cxnLst/>
              <a:rect l="l" t="t" r="r" b="b"/>
              <a:pathLst>
                <a:path w="57" h="69" extrusionOk="0">
                  <a:moveTo>
                    <a:pt x="6" y="68"/>
                  </a:moveTo>
                  <a:lnTo>
                    <a:pt x="6" y="68"/>
                  </a:lnTo>
                  <a:cubicBezTo>
                    <a:pt x="5" y="68"/>
                    <a:pt x="5" y="68"/>
                    <a:pt x="5" y="68"/>
                  </a:cubicBezTo>
                  <a:cubicBezTo>
                    <a:pt x="4" y="68"/>
                    <a:pt x="4" y="68"/>
                    <a:pt x="3" y="67"/>
                  </a:cubicBezTo>
                  <a:cubicBezTo>
                    <a:pt x="3" y="66"/>
                    <a:pt x="2" y="67"/>
                    <a:pt x="2" y="66"/>
                  </a:cubicBezTo>
                  <a:lnTo>
                    <a:pt x="2" y="66"/>
                  </a:lnTo>
                  <a:cubicBezTo>
                    <a:pt x="1" y="66"/>
                    <a:pt x="1" y="66"/>
                    <a:pt x="1" y="66"/>
                  </a:cubicBezTo>
                  <a:cubicBezTo>
                    <a:pt x="1" y="65"/>
                    <a:pt x="0" y="64"/>
                    <a:pt x="0" y="63"/>
                  </a:cubicBezTo>
                  <a:cubicBezTo>
                    <a:pt x="0" y="62"/>
                    <a:pt x="1" y="62"/>
                    <a:pt x="1" y="61"/>
                  </a:cubicBezTo>
                  <a:lnTo>
                    <a:pt x="25" y="7"/>
                  </a:lnTo>
                  <a:lnTo>
                    <a:pt x="25" y="7"/>
                  </a:lnTo>
                  <a:lnTo>
                    <a:pt x="25" y="6"/>
                  </a:lnTo>
                  <a:cubicBezTo>
                    <a:pt x="26" y="4"/>
                    <a:pt x="28" y="3"/>
                    <a:pt x="30" y="2"/>
                  </a:cubicBezTo>
                  <a:lnTo>
                    <a:pt x="31" y="1"/>
                  </a:lnTo>
                  <a:lnTo>
                    <a:pt x="31" y="1"/>
                  </a:lnTo>
                  <a:lnTo>
                    <a:pt x="31" y="1"/>
                  </a:lnTo>
                  <a:cubicBezTo>
                    <a:pt x="32" y="0"/>
                    <a:pt x="34" y="0"/>
                    <a:pt x="35" y="0"/>
                  </a:cubicBezTo>
                  <a:cubicBezTo>
                    <a:pt x="36" y="0"/>
                    <a:pt x="37" y="0"/>
                    <a:pt x="38" y="1"/>
                  </a:cubicBezTo>
                  <a:cubicBezTo>
                    <a:pt x="48" y="5"/>
                    <a:pt x="53" y="10"/>
                    <a:pt x="55" y="15"/>
                  </a:cubicBezTo>
                  <a:lnTo>
                    <a:pt x="55" y="15"/>
                  </a:lnTo>
                  <a:cubicBezTo>
                    <a:pt x="56" y="17"/>
                    <a:pt x="56" y="20"/>
                    <a:pt x="56" y="22"/>
                  </a:cubicBezTo>
                  <a:cubicBezTo>
                    <a:pt x="56" y="27"/>
                    <a:pt x="55" y="32"/>
                    <a:pt x="52" y="37"/>
                  </a:cubicBezTo>
                  <a:cubicBezTo>
                    <a:pt x="47" y="47"/>
                    <a:pt x="36" y="62"/>
                    <a:pt x="7" y="68"/>
                  </a:cubicBezTo>
                  <a:lnTo>
                    <a:pt x="7" y="68"/>
                  </a:lnTo>
                  <a:lnTo>
                    <a:pt x="6" y="68"/>
                  </a:lnTo>
                  <a:moveTo>
                    <a:pt x="35" y="18"/>
                  </a:moveTo>
                  <a:lnTo>
                    <a:pt x="21" y="51"/>
                  </a:lnTo>
                  <a:lnTo>
                    <a:pt x="21" y="51"/>
                  </a:lnTo>
                  <a:cubicBezTo>
                    <a:pt x="23" y="50"/>
                    <a:pt x="25" y="49"/>
                    <a:pt x="27" y="48"/>
                  </a:cubicBezTo>
                  <a:cubicBezTo>
                    <a:pt x="31" y="46"/>
                    <a:pt x="34" y="43"/>
                    <a:pt x="36" y="38"/>
                  </a:cubicBezTo>
                  <a:cubicBezTo>
                    <a:pt x="37" y="37"/>
                    <a:pt x="37" y="37"/>
                    <a:pt x="37" y="37"/>
                  </a:cubicBezTo>
                  <a:lnTo>
                    <a:pt x="37" y="37"/>
                  </a:lnTo>
                  <a:cubicBezTo>
                    <a:pt x="39" y="34"/>
                    <a:pt x="40" y="30"/>
                    <a:pt x="40" y="27"/>
                  </a:cubicBezTo>
                  <a:cubicBezTo>
                    <a:pt x="40" y="26"/>
                    <a:pt x="40" y="25"/>
                    <a:pt x="39" y="24"/>
                  </a:cubicBezTo>
                  <a:lnTo>
                    <a:pt x="39" y="24"/>
                  </a:lnTo>
                  <a:cubicBezTo>
                    <a:pt x="39" y="23"/>
                    <a:pt x="40" y="23"/>
                    <a:pt x="39" y="22"/>
                  </a:cubicBezTo>
                  <a:cubicBezTo>
                    <a:pt x="39" y="21"/>
                    <a:pt x="37" y="19"/>
                    <a:pt x="35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6546298" y="3648541"/>
              <a:ext cx="495394" cy="46393"/>
            </a:xfrm>
            <a:custGeom>
              <a:avLst/>
              <a:gdLst/>
              <a:ahLst/>
              <a:cxnLst/>
              <a:rect l="l" t="t" r="r" b="b"/>
              <a:pathLst>
                <a:path w="929" h="87" extrusionOk="0">
                  <a:moveTo>
                    <a:pt x="527" y="53"/>
                  </a:moveTo>
                  <a:cubicBezTo>
                    <a:pt x="257" y="53"/>
                    <a:pt x="10" y="15"/>
                    <a:pt x="6" y="14"/>
                  </a:cubicBezTo>
                  <a:lnTo>
                    <a:pt x="6" y="14"/>
                  </a:lnTo>
                  <a:lnTo>
                    <a:pt x="4" y="13"/>
                  </a:lnTo>
                  <a:cubicBezTo>
                    <a:pt x="4" y="13"/>
                    <a:pt x="2" y="13"/>
                    <a:pt x="1" y="11"/>
                  </a:cubicBezTo>
                  <a:cubicBezTo>
                    <a:pt x="1" y="10"/>
                    <a:pt x="0" y="8"/>
                    <a:pt x="0" y="7"/>
                  </a:cubicBezTo>
                  <a:cubicBezTo>
                    <a:pt x="0" y="6"/>
                    <a:pt x="1" y="4"/>
                    <a:pt x="1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6" y="1"/>
                    <a:pt x="6" y="0"/>
                    <a:pt x="8" y="0"/>
                  </a:cubicBezTo>
                  <a:lnTo>
                    <a:pt x="9" y="0"/>
                  </a:lnTo>
                  <a:cubicBezTo>
                    <a:pt x="14" y="1"/>
                    <a:pt x="568" y="86"/>
                    <a:pt x="919" y="0"/>
                  </a:cubicBezTo>
                  <a:lnTo>
                    <a:pt x="919" y="0"/>
                  </a:lnTo>
                  <a:cubicBezTo>
                    <a:pt x="920" y="0"/>
                    <a:pt x="920" y="0"/>
                    <a:pt x="921" y="0"/>
                  </a:cubicBezTo>
                  <a:cubicBezTo>
                    <a:pt x="922" y="0"/>
                    <a:pt x="924" y="0"/>
                    <a:pt x="925" y="0"/>
                  </a:cubicBezTo>
                  <a:cubicBezTo>
                    <a:pt x="927" y="1"/>
                    <a:pt x="927" y="2"/>
                    <a:pt x="927" y="3"/>
                  </a:cubicBezTo>
                  <a:cubicBezTo>
                    <a:pt x="928" y="4"/>
                    <a:pt x="928" y="6"/>
                    <a:pt x="928" y="7"/>
                  </a:cubicBezTo>
                  <a:cubicBezTo>
                    <a:pt x="928" y="8"/>
                    <a:pt x="928" y="10"/>
                    <a:pt x="927" y="11"/>
                  </a:cubicBezTo>
                  <a:cubicBezTo>
                    <a:pt x="927" y="13"/>
                    <a:pt x="926" y="13"/>
                    <a:pt x="925" y="13"/>
                  </a:cubicBezTo>
                  <a:cubicBezTo>
                    <a:pt x="924" y="14"/>
                    <a:pt x="924" y="14"/>
                    <a:pt x="923" y="14"/>
                  </a:cubicBezTo>
                  <a:cubicBezTo>
                    <a:pt x="804" y="43"/>
                    <a:pt x="662" y="53"/>
                    <a:pt x="527" y="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6368725" y="3710931"/>
              <a:ext cx="146112" cy="209568"/>
            </a:xfrm>
            <a:custGeom>
              <a:avLst/>
              <a:gdLst/>
              <a:ahLst/>
              <a:cxnLst/>
              <a:rect l="l" t="t" r="r" b="b"/>
              <a:pathLst>
                <a:path w="274" h="393" extrusionOk="0">
                  <a:moveTo>
                    <a:pt x="32" y="392"/>
                  </a:moveTo>
                  <a:lnTo>
                    <a:pt x="32" y="392"/>
                  </a:lnTo>
                  <a:lnTo>
                    <a:pt x="32" y="392"/>
                  </a:lnTo>
                  <a:cubicBezTo>
                    <a:pt x="30" y="392"/>
                    <a:pt x="29" y="392"/>
                    <a:pt x="28" y="391"/>
                  </a:cubicBezTo>
                  <a:cubicBezTo>
                    <a:pt x="27" y="390"/>
                    <a:pt x="26" y="390"/>
                    <a:pt x="25" y="388"/>
                  </a:cubicBezTo>
                  <a:cubicBezTo>
                    <a:pt x="25" y="387"/>
                    <a:pt x="25" y="386"/>
                    <a:pt x="24" y="385"/>
                  </a:cubicBezTo>
                  <a:cubicBezTo>
                    <a:pt x="24" y="382"/>
                    <a:pt x="0" y="63"/>
                    <a:pt x="264" y="0"/>
                  </a:cubicBezTo>
                  <a:lnTo>
                    <a:pt x="264" y="0"/>
                  </a:lnTo>
                  <a:cubicBezTo>
                    <a:pt x="265" y="0"/>
                    <a:pt x="265" y="0"/>
                    <a:pt x="266" y="0"/>
                  </a:cubicBezTo>
                  <a:cubicBezTo>
                    <a:pt x="267" y="0"/>
                    <a:pt x="268" y="1"/>
                    <a:pt x="269" y="1"/>
                  </a:cubicBezTo>
                  <a:cubicBezTo>
                    <a:pt x="271" y="2"/>
                    <a:pt x="271" y="3"/>
                    <a:pt x="272" y="4"/>
                  </a:cubicBezTo>
                  <a:cubicBezTo>
                    <a:pt x="273" y="5"/>
                    <a:pt x="273" y="7"/>
                    <a:pt x="273" y="8"/>
                  </a:cubicBezTo>
                  <a:cubicBezTo>
                    <a:pt x="273" y="10"/>
                    <a:pt x="273" y="10"/>
                    <a:pt x="272" y="11"/>
                  </a:cubicBezTo>
                  <a:cubicBezTo>
                    <a:pt x="271" y="12"/>
                    <a:pt x="270" y="13"/>
                    <a:pt x="269" y="14"/>
                  </a:cubicBezTo>
                  <a:cubicBezTo>
                    <a:pt x="269" y="14"/>
                    <a:pt x="268" y="15"/>
                    <a:pt x="267" y="15"/>
                  </a:cubicBezTo>
                  <a:cubicBezTo>
                    <a:pt x="16" y="75"/>
                    <a:pt x="39" y="381"/>
                    <a:pt x="39" y="384"/>
                  </a:cubicBezTo>
                  <a:lnTo>
                    <a:pt x="39" y="384"/>
                  </a:lnTo>
                  <a:lnTo>
                    <a:pt x="39" y="385"/>
                  </a:lnTo>
                  <a:cubicBezTo>
                    <a:pt x="39" y="386"/>
                    <a:pt x="40" y="387"/>
                    <a:pt x="38" y="388"/>
                  </a:cubicBezTo>
                  <a:cubicBezTo>
                    <a:pt x="37" y="390"/>
                    <a:pt x="37" y="390"/>
                    <a:pt x="35" y="391"/>
                  </a:cubicBezTo>
                  <a:cubicBezTo>
                    <a:pt x="34" y="392"/>
                    <a:pt x="33" y="392"/>
                    <a:pt x="32" y="3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6" name="Google Shape;936;p18"/>
            <p:cNvGrpSpPr/>
            <p:nvPr/>
          </p:nvGrpSpPr>
          <p:grpSpPr>
            <a:xfrm>
              <a:off x="5937750" y="3164875"/>
              <a:ext cx="402608" cy="278358"/>
              <a:chOff x="5911725" y="3091825"/>
              <a:chExt cx="402608" cy="278358"/>
            </a:xfrm>
          </p:grpSpPr>
          <p:sp>
            <p:nvSpPr>
              <p:cNvPr id="937" name="Google Shape;937;p18"/>
              <p:cNvSpPr/>
              <p:nvPr/>
            </p:nvSpPr>
            <p:spPr>
              <a:xfrm>
                <a:off x="6246609" y="3091825"/>
                <a:ext cx="15998" cy="118915"/>
              </a:xfrm>
              <a:custGeom>
                <a:avLst/>
                <a:gdLst/>
                <a:ahLst/>
                <a:cxnLst/>
                <a:rect l="l" t="t" r="r" b="b"/>
                <a:pathLst>
                  <a:path w="30" h="223" extrusionOk="0">
                    <a:moveTo>
                      <a:pt x="15" y="222"/>
                    </a:moveTo>
                    <a:lnTo>
                      <a:pt x="15" y="222"/>
                    </a:lnTo>
                    <a:lnTo>
                      <a:pt x="15" y="222"/>
                    </a:lnTo>
                    <a:cubicBezTo>
                      <a:pt x="12" y="222"/>
                      <a:pt x="9" y="222"/>
                      <a:pt x="7" y="220"/>
                    </a:cubicBezTo>
                    <a:cubicBezTo>
                      <a:pt x="4" y="219"/>
                      <a:pt x="3" y="217"/>
                      <a:pt x="2" y="215"/>
                    </a:cubicBezTo>
                    <a:cubicBezTo>
                      <a:pt x="1" y="213"/>
                      <a:pt x="0" y="210"/>
                      <a:pt x="0" y="208"/>
                    </a:cubicBezTo>
                    <a:lnTo>
                      <a:pt x="0" y="208"/>
                    </a:lnTo>
                    <a:lnTo>
                      <a:pt x="0" y="15"/>
                    </a:lnTo>
                    <a:lnTo>
                      <a:pt x="0" y="15"/>
                    </a:lnTo>
                    <a:cubicBezTo>
                      <a:pt x="0" y="12"/>
                      <a:pt x="1" y="10"/>
                      <a:pt x="2" y="7"/>
                    </a:cubicBezTo>
                    <a:cubicBezTo>
                      <a:pt x="3" y="5"/>
                      <a:pt x="4" y="3"/>
                      <a:pt x="7" y="2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2"/>
                    </a:cubicBezTo>
                    <a:cubicBezTo>
                      <a:pt x="24" y="3"/>
                      <a:pt x="25" y="5"/>
                      <a:pt x="27" y="7"/>
                    </a:cubicBezTo>
                    <a:cubicBezTo>
                      <a:pt x="28" y="10"/>
                      <a:pt x="29" y="12"/>
                      <a:pt x="29" y="15"/>
                    </a:cubicBezTo>
                    <a:lnTo>
                      <a:pt x="29" y="15"/>
                    </a:lnTo>
                    <a:lnTo>
                      <a:pt x="29" y="208"/>
                    </a:lnTo>
                    <a:lnTo>
                      <a:pt x="29" y="208"/>
                    </a:lnTo>
                    <a:lnTo>
                      <a:pt x="29" y="208"/>
                    </a:lnTo>
                    <a:cubicBezTo>
                      <a:pt x="29" y="210"/>
                      <a:pt x="28" y="213"/>
                      <a:pt x="27" y="215"/>
                    </a:cubicBezTo>
                    <a:cubicBezTo>
                      <a:pt x="25" y="217"/>
                      <a:pt x="24" y="219"/>
                      <a:pt x="22" y="220"/>
                    </a:cubicBezTo>
                    <a:cubicBezTo>
                      <a:pt x="19" y="222"/>
                      <a:pt x="17" y="222"/>
                      <a:pt x="15" y="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8"/>
              <p:cNvSpPr/>
              <p:nvPr/>
            </p:nvSpPr>
            <p:spPr>
              <a:xfrm>
                <a:off x="6194883" y="3143017"/>
                <a:ext cx="119449" cy="16531"/>
              </a:xfrm>
              <a:custGeom>
                <a:avLst/>
                <a:gdLst/>
                <a:ahLst/>
                <a:cxnLst/>
                <a:rect l="l" t="t" r="r" b="b"/>
                <a:pathLst>
                  <a:path w="224" h="31" extrusionOk="0">
                    <a:moveTo>
                      <a:pt x="208" y="30"/>
                    </a:moveTo>
                    <a:lnTo>
                      <a:pt x="15" y="30"/>
                    </a:lnTo>
                    <a:lnTo>
                      <a:pt x="15" y="30"/>
                    </a:lnTo>
                    <a:cubicBezTo>
                      <a:pt x="13" y="30"/>
                      <a:pt x="10" y="29"/>
                      <a:pt x="8" y="28"/>
                    </a:cubicBezTo>
                    <a:cubicBezTo>
                      <a:pt x="6" y="27"/>
                      <a:pt x="3" y="25"/>
                      <a:pt x="2" y="22"/>
                    </a:cubicBezTo>
                    <a:cubicBezTo>
                      <a:pt x="0" y="20"/>
                      <a:pt x="1" y="18"/>
                      <a:pt x="1" y="15"/>
                    </a:cubicBezTo>
                    <a:cubicBezTo>
                      <a:pt x="1" y="13"/>
                      <a:pt x="0" y="10"/>
                      <a:pt x="2" y="8"/>
                    </a:cubicBezTo>
                    <a:cubicBezTo>
                      <a:pt x="3" y="6"/>
                      <a:pt x="5" y="4"/>
                      <a:pt x="8" y="2"/>
                    </a:cubicBezTo>
                    <a:cubicBezTo>
                      <a:pt x="10" y="1"/>
                      <a:pt x="13" y="0"/>
                      <a:pt x="15" y="0"/>
                    </a:cubicBezTo>
                    <a:lnTo>
                      <a:pt x="208" y="0"/>
                    </a:lnTo>
                    <a:lnTo>
                      <a:pt x="208" y="0"/>
                    </a:lnTo>
                    <a:cubicBezTo>
                      <a:pt x="211" y="0"/>
                      <a:pt x="213" y="1"/>
                      <a:pt x="216" y="2"/>
                    </a:cubicBezTo>
                    <a:cubicBezTo>
                      <a:pt x="218" y="4"/>
                      <a:pt x="220" y="6"/>
                      <a:pt x="221" y="8"/>
                    </a:cubicBezTo>
                    <a:cubicBezTo>
                      <a:pt x="222" y="10"/>
                      <a:pt x="223" y="13"/>
                      <a:pt x="223" y="15"/>
                    </a:cubicBezTo>
                    <a:cubicBezTo>
                      <a:pt x="223" y="18"/>
                      <a:pt x="222" y="20"/>
                      <a:pt x="221" y="22"/>
                    </a:cubicBezTo>
                    <a:cubicBezTo>
                      <a:pt x="219" y="25"/>
                      <a:pt x="218" y="27"/>
                      <a:pt x="216" y="28"/>
                    </a:cubicBezTo>
                    <a:cubicBezTo>
                      <a:pt x="213" y="29"/>
                      <a:pt x="211" y="30"/>
                      <a:pt x="208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18"/>
              <p:cNvSpPr/>
              <p:nvPr/>
            </p:nvSpPr>
            <p:spPr>
              <a:xfrm>
                <a:off x="5962917" y="3091825"/>
                <a:ext cx="16531" cy="11891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3" extrusionOk="0">
                    <a:moveTo>
                      <a:pt x="15" y="222"/>
                    </a:moveTo>
                    <a:lnTo>
                      <a:pt x="15" y="222"/>
                    </a:lnTo>
                    <a:lnTo>
                      <a:pt x="15" y="222"/>
                    </a:lnTo>
                    <a:cubicBezTo>
                      <a:pt x="12" y="222"/>
                      <a:pt x="10" y="222"/>
                      <a:pt x="8" y="220"/>
                    </a:cubicBezTo>
                    <a:cubicBezTo>
                      <a:pt x="5" y="219"/>
                      <a:pt x="3" y="217"/>
                      <a:pt x="2" y="215"/>
                    </a:cubicBezTo>
                    <a:cubicBezTo>
                      <a:pt x="0" y="213"/>
                      <a:pt x="0" y="210"/>
                      <a:pt x="0" y="208"/>
                    </a:cubicBezTo>
                    <a:lnTo>
                      <a:pt x="0" y="208"/>
                    </a:lnTo>
                    <a:lnTo>
                      <a:pt x="0" y="15"/>
                    </a:lnTo>
                    <a:lnTo>
                      <a:pt x="0" y="15"/>
                    </a:lnTo>
                    <a:cubicBezTo>
                      <a:pt x="0" y="12"/>
                      <a:pt x="0" y="10"/>
                      <a:pt x="2" y="7"/>
                    </a:cubicBezTo>
                    <a:cubicBezTo>
                      <a:pt x="3" y="5"/>
                      <a:pt x="6" y="3"/>
                      <a:pt x="8" y="2"/>
                    </a:cubicBezTo>
                    <a:cubicBezTo>
                      <a:pt x="10" y="1"/>
                      <a:pt x="12" y="0"/>
                      <a:pt x="15" y="0"/>
                    </a:cubicBezTo>
                    <a:cubicBezTo>
                      <a:pt x="18" y="0"/>
                      <a:pt x="19" y="1"/>
                      <a:pt x="22" y="2"/>
                    </a:cubicBezTo>
                    <a:cubicBezTo>
                      <a:pt x="24" y="3"/>
                      <a:pt x="26" y="5"/>
                      <a:pt x="28" y="7"/>
                    </a:cubicBezTo>
                    <a:cubicBezTo>
                      <a:pt x="29" y="10"/>
                      <a:pt x="30" y="12"/>
                      <a:pt x="30" y="15"/>
                    </a:cubicBezTo>
                    <a:lnTo>
                      <a:pt x="30" y="15"/>
                    </a:lnTo>
                    <a:lnTo>
                      <a:pt x="30" y="208"/>
                    </a:lnTo>
                    <a:lnTo>
                      <a:pt x="30" y="208"/>
                    </a:lnTo>
                    <a:lnTo>
                      <a:pt x="30" y="208"/>
                    </a:lnTo>
                    <a:cubicBezTo>
                      <a:pt x="30" y="210"/>
                      <a:pt x="29" y="213"/>
                      <a:pt x="28" y="215"/>
                    </a:cubicBezTo>
                    <a:cubicBezTo>
                      <a:pt x="26" y="217"/>
                      <a:pt x="24" y="219"/>
                      <a:pt x="22" y="220"/>
                    </a:cubicBezTo>
                    <a:cubicBezTo>
                      <a:pt x="19" y="222"/>
                      <a:pt x="18" y="222"/>
                      <a:pt x="15" y="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8"/>
              <p:cNvSpPr/>
              <p:nvPr/>
            </p:nvSpPr>
            <p:spPr>
              <a:xfrm>
                <a:off x="5911725" y="3143017"/>
                <a:ext cx="118916" cy="16531"/>
              </a:xfrm>
              <a:custGeom>
                <a:avLst/>
                <a:gdLst/>
                <a:ahLst/>
                <a:cxnLst/>
                <a:rect l="l" t="t" r="r" b="b"/>
                <a:pathLst>
                  <a:path w="223" h="31" extrusionOk="0">
                    <a:moveTo>
                      <a:pt x="207" y="30"/>
                    </a:moveTo>
                    <a:lnTo>
                      <a:pt x="14" y="30"/>
                    </a:lnTo>
                    <a:lnTo>
                      <a:pt x="14" y="30"/>
                    </a:lnTo>
                    <a:cubicBezTo>
                      <a:pt x="12" y="30"/>
                      <a:pt x="9" y="29"/>
                      <a:pt x="7" y="28"/>
                    </a:cubicBezTo>
                    <a:cubicBezTo>
                      <a:pt x="5" y="27"/>
                      <a:pt x="3" y="25"/>
                      <a:pt x="2" y="22"/>
                    </a:cubicBezTo>
                    <a:cubicBezTo>
                      <a:pt x="1" y="20"/>
                      <a:pt x="0" y="18"/>
                      <a:pt x="0" y="15"/>
                    </a:cubicBezTo>
                    <a:cubicBezTo>
                      <a:pt x="0" y="13"/>
                      <a:pt x="1" y="10"/>
                      <a:pt x="2" y="8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2" y="0"/>
                      <a:pt x="14" y="0"/>
                    </a:cubicBezTo>
                    <a:lnTo>
                      <a:pt x="207" y="0"/>
                    </a:lnTo>
                    <a:lnTo>
                      <a:pt x="207" y="0"/>
                    </a:lnTo>
                    <a:cubicBezTo>
                      <a:pt x="210" y="0"/>
                      <a:pt x="212" y="1"/>
                      <a:pt x="215" y="2"/>
                    </a:cubicBezTo>
                    <a:cubicBezTo>
                      <a:pt x="217" y="4"/>
                      <a:pt x="219" y="6"/>
                      <a:pt x="220" y="8"/>
                    </a:cubicBezTo>
                    <a:cubicBezTo>
                      <a:pt x="221" y="10"/>
                      <a:pt x="222" y="13"/>
                      <a:pt x="222" y="15"/>
                    </a:cubicBezTo>
                    <a:cubicBezTo>
                      <a:pt x="222" y="18"/>
                      <a:pt x="221" y="20"/>
                      <a:pt x="220" y="22"/>
                    </a:cubicBezTo>
                    <a:cubicBezTo>
                      <a:pt x="219" y="25"/>
                      <a:pt x="217" y="27"/>
                      <a:pt x="215" y="28"/>
                    </a:cubicBezTo>
                    <a:cubicBezTo>
                      <a:pt x="213" y="29"/>
                      <a:pt x="210" y="30"/>
                      <a:pt x="207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8"/>
              <p:cNvSpPr/>
              <p:nvPr/>
            </p:nvSpPr>
            <p:spPr>
              <a:xfrm>
                <a:off x="6104763" y="3250734"/>
                <a:ext cx="16531" cy="119449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4" extrusionOk="0">
                    <a:moveTo>
                      <a:pt x="15" y="223"/>
                    </a:moveTo>
                    <a:lnTo>
                      <a:pt x="15" y="223"/>
                    </a:lnTo>
                    <a:lnTo>
                      <a:pt x="15" y="223"/>
                    </a:lnTo>
                    <a:cubicBezTo>
                      <a:pt x="12" y="223"/>
                      <a:pt x="10" y="223"/>
                      <a:pt x="8" y="221"/>
                    </a:cubicBezTo>
                    <a:cubicBezTo>
                      <a:pt x="5" y="220"/>
                      <a:pt x="3" y="217"/>
                      <a:pt x="2" y="215"/>
                    </a:cubicBezTo>
                    <a:cubicBezTo>
                      <a:pt x="1" y="213"/>
                      <a:pt x="0" y="210"/>
                      <a:pt x="0" y="208"/>
                    </a:cubicBezTo>
                    <a:lnTo>
                      <a:pt x="0" y="208"/>
                    </a:lnTo>
                    <a:lnTo>
                      <a:pt x="0" y="15"/>
                    </a:lnTo>
                    <a:lnTo>
                      <a:pt x="0" y="15"/>
                    </a:lnTo>
                    <a:cubicBezTo>
                      <a:pt x="0" y="12"/>
                      <a:pt x="1" y="11"/>
                      <a:pt x="2" y="8"/>
                    </a:cubicBezTo>
                    <a:cubicBezTo>
                      <a:pt x="3" y="6"/>
                      <a:pt x="5" y="3"/>
                      <a:pt x="8" y="2"/>
                    </a:cubicBezTo>
                    <a:cubicBezTo>
                      <a:pt x="10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2"/>
                    </a:cubicBezTo>
                    <a:cubicBezTo>
                      <a:pt x="24" y="3"/>
                      <a:pt x="26" y="6"/>
                      <a:pt x="28" y="8"/>
                    </a:cubicBezTo>
                    <a:cubicBezTo>
                      <a:pt x="29" y="11"/>
                      <a:pt x="30" y="12"/>
                      <a:pt x="30" y="15"/>
                    </a:cubicBezTo>
                    <a:lnTo>
                      <a:pt x="30" y="15"/>
                    </a:lnTo>
                    <a:lnTo>
                      <a:pt x="30" y="208"/>
                    </a:lnTo>
                    <a:lnTo>
                      <a:pt x="30" y="208"/>
                    </a:lnTo>
                    <a:cubicBezTo>
                      <a:pt x="30" y="210"/>
                      <a:pt x="29" y="213"/>
                      <a:pt x="28" y="215"/>
                    </a:cubicBezTo>
                    <a:cubicBezTo>
                      <a:pt x="26" y="217"/>
                      <a:pt x="24" y="220"/>
                      <a:pt x="22" y="221"/>
                    </a:cubicBezTo>
                    <a:cubicBezTo>
                      <a:pt x="19" y="223"/>
                      <a:pt x="17" y="223"/>
                      <a:pt x="15" y="2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18"/>
              <p:cNvSpPr/>
              <p:nvPr/>
            </p:nvSpPr>
            <p:spPr>
              <a:xfrm>
                <a:off x="6053571" y="3302460"/>
                <a:ext cx="118916" cy="15998"/>
              </a:xfrm>
              <a:custGeom>
                <a:avLst/>
                <a:gdLst/>
                <a:ahLst/>
                <a:cxnLst/>
                <a:rect l="l" t="t" r="r" b="b"/>
                <a:pathLst>
                  <a:path w="223" h="30" extrusionOk="0">
                    <a:moveTo>
                      <a:pt x="207" y="29"/>
                    </a:moveTo>
                    <a:lnTo>
                      <a:pt x="14" y="29"/>
                    </a:lnTo>
                    <a:lnTo>
                      <a:pt x="14" y="29"/>
                    </a:lnTo>
                    <a:cubicBezTo>
                      <a:pt x="12" y="29"/>
                      <a:pt x="9" y="28"/>
                      <a:pt x="7" y="27"/>
                    </a:cubicBezTo>
                    <a:cubicBezTo>
                      <a:pt x="5" y="26"/>
                      <a:pt x="3" y="25"/>
                      <a:pt x="2" y="22"/>
                    </a:cubicBezTo>
                    <a:cubicBezTo>
                      <a:pt x="0" y="20"/>
                      <a:pt x="0" y="17"/>
                      <a:pt x="0" y="14"/>
                    </a:cubicBezTo>
                    <a:cubicBezTo>
                      <a:pt x="0" y="12"/>
                      <a:pt x="0" y="9"/>
                      <a:pt x="2" y="7"/>
                    </a:cubicBezTo>
                    <a:cubicBezTo>
                      <a:pt x="3" y="5"/>
                      <a:pt x="4" y="4"/>
                      <a:pt x="7" y="2"/>
                    </a:cubicBezTo>
                    <a:cubicBezTo>
                      <a:pt x="9" y="1"/>
                      <a:pt x="12" y="0"/>
                      <a:pt x="14" y="0"/>
                    </a:cubicBezTo>
                    <a:lnTo>
                      <a:pt x="207" y="0"/>
                    </a:lnTo>
                    <a:lnTo>
                      <a:pt x="207" y="0"/>
                    </a:lnTo>
                    <a:cubicBezTo>
                      <a:pt x="210" y="0"/>
                      <a:pt x="212" y="1"/>
                      <a:pt x="215" y="2"/>
                    </a:cubicBezTo>
                    <a:cubicBezTo>
                      <a:pt x="217" y="4"/>
                      <a:pt x="219" y="5"/>
                      <a:pt x="220" y="7"/>
                    </a:cubicBezTo>
                    <a:cubicBezTo>
                      <a:pt x="221" y="9"/>
                      <a:pt x="222" y="12"/>
                      <a:pt x="222" y="14"/>
                    </a:cubicBezTo>
                    <a:cubicBezTo>
                      <a:pt x="222" y="17"/>
                      <a:pt x="221" y="20"/>
                      <a:pt x="220" y="22"/>
                    </a:cubicBezTo>
                    <a:cubicBezTo>
                      <a:pt x="219" y="25"/>
                      <a:pt x="217" y="26"/>
                      <a:pt x="215" y="27"/>
                    </a:cubicBezTo>
                    <a:cubicBezTo>
                      <a:pt x="212" y="28"/>
                      <a:pt x="210" y="29"/>
                      <a:pt x="207" y="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3" name="Google Shape;943;p18"/>
            <p:cNvGrpSpPr/>
            <p:nvPr/>
          </p:nvGrpSpPr>
          <p:grpSpPr>
            <a:xfrm>
              <a:off x="7630146" y="3517355"/>
              <a:ext cx="402608" cy="278891"/>
              <a:chOff x="7630146" y="3517355"/>
              <a:chExt cx="402608" cy="278891"/>
            </a:xfrm>
          </p:grpSpPr>
          <p:sp>
            <p:nvSpPr>
              <p:cNvPr id="944" name="Google Shape;944;p18"/>
              <p:cNvSpPr/>
              <p:nvPr/>
            </p:nvSpPr>
            <p:spPr>
              <a:xfrm>
                <a:off x="7965031" y="3517888"/>
                <a:ext cx="16531" cy="11891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3" extrusionOk="0">
                    <a:moveTo>
                      <a:pt x="15" y="222"/>
                    </a:moveTo>
                    <a:lnTo>
                      <a:pt x="15" y="222"/>
                    </a:lnTo>
                    <a:lnTo>
                      <a:pt x="15" y="222"/>
                    </a:lnTo>
                    <a:cubicBezTo>
                      <a:pt x="12" y="222"/>
                      <a:pt x="11" y="221"/>
                      <a:pt x="8" y="220"/>
                    </a:cubicBezTo>
                    <a:cubicBezTo>
                      <a:pt x="6" y="219"/>
                      <a:pt x="3" y="217"/>
                      <a:pt x="2" y="215"/>
                    </a:cubicBezTo>
                    <a:cubicBezTo>
                      <a:pt x="1" y="213"/>
                      <a:pt x="0" y="210"/>
                      <a:pt x="0" y="208"/>
                    </a:cubicBezTo>
                    <a:lnTo>
                      <a:pt x="0" y="208"/>
                    </a:lnTo>
                    <a:lnTo>
                      <a:pt x="0" y="15"/>
                    </a:lnTo>
                    <a:lnTo>
                      <a:pt x="0" y="15"/>
                    </a:lnTo>
                    <a:cubicBezTo>
                      <a:pt x="0" y="12"/>
                      <a:pt x="1" y="9"/>
                      <a:pt x="2" y="7"/>
                    </a:cubicBezTo>
                    <a:cubicBezTo>
                      <a:pt x="3" y="5"/>
                      <a:pt x="6" y="3"/>
                      <a:pt x="8" y="2"/>
                    </a:cubicBezTo>
                    <a:cubicBezTo>
                      <a:pt x="11" y="1"/>
                      <a:pt x="13" y="0"/>
                      <a:pt x="15" y="0"/>
                    </a:cubicBezTo>
                    <a:cubicBezTo>
                      <a:pt x="18" y="0"/>
                      <a:pt x="20" y="1"/>
                      <a:pt x="22" y="2"/>
                    </a:cubicBezTo>
                    <a:cubicBezTo>
                      <a:pt x="24" y="3"/>
                      <a:pt x="27" y="5"/>
                      <a:pt x="28" y="7"/>
                    </a:cubicBezTo>
                    <a:cubicBezTo>
                      <a:pt x="30" y="9"/>
                      <a:pt x="30" y="12"/>
                      <a:pt x="30" y="15"/>
                    </a:cubicBezTo>
                    <a:lnTo>
                      <a:pt x="30" y="15"/>
                    </a:lnTo>
                    <a:lnTo>
                      <a:pt x="30" y="208"/>
                    </a:lnTo>
                    <a:lnTo>
                      <a:pt x="30" y="208"/>
                    </a:lnTo>
                    <a:lnTo>
                      <a:pt x="30" y="208"/>
                    </a:lnTo>
                    <a:cubicBezTo>
                      <a:pt x="30" y="210"/>
                      <a:pt x="30" y="213"/>
                      <a:pt x="28" y="215"/>
                    </a:cubicBezTo>
                    <a:cubicBezTo>
                      <a:pt x="27" y="217"/>
                      <a:pt x="24" y="219"/>
                      <a:pt x="22" y="220"/>
                    </a:cubicBezTo>
                    <a:cubicBezTo>
                      <a:pt x="20" y="222"/>
                      <a:pt x="17" y="222"/>
                      <a:pt x="15" y="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18"/>
              <p:cNvSpPr/>
              <p:nvPr/>
            </p:nvSpPr>
            <p:spPr>
              <a:xfrm>
                <a:off x="7913838" y="3569081"/>
                <a:ext cx="118916" cy="16531"/>
              </a:xfrm>
              <a:custGeom>
                <a:avLst/>
                <a:gdLst/>
                <a:ahLst/>
                <a:cxnLst/>
                <a:rect l="l" t="t" r="r" b="b"/>
                <a:pathLst>
                  <a:path w="223" h="31" extrusionOk="0">
                    <a:moveTo>
                      <a:pt x="207" y="30"/>
                    </a:moveTo>
                    <a:lnTo>
                      <a:pt x="14" y="30"/>
                    </a:lnTo>
                    <a:lnTo>
                      <a:pt x="14" y="30"/>
                    </a:lnTo>
                    <a:cubicBezTo>
                      <a:pt x="12" y="30"/>
                      <a:pt x="9" y="30"/>
                      <a:pt x="7" y="28"/>
                    </a:cubicBezTo>
                    <a:cubicBezTo>
                      <a:pt x="5" y="27"/>
                      <a:pt x="4" y="25"/>
                      <a:pt x="2" y="22"/>
                    </a:cubicBezTo>
                    <a:cubicBezTo>
                      <a:pt x="1" y="20"/>
                      <a:pt x="0" y="18"/>
                      <a:pt x="0" y="15"/>
                    </a:cubicBezTo>
                    <a:cubicBezTo>
                      <a:pt x="0" y="12"/>
                      <a:pt x="1" y="11"/>
                      <a:pt x="2" y="8"/>
                    </a:cubicBezTo>
                    <a:cubicBezTo>
                      <a:pt x="4" y="6"/>
                      <a:pt x="5" y="4"/>
                      <a:pt x="7" y="2"/>
                    </a:cubicBezTo>
                    <a:cubicBezTo>
                      <a:pt x="9" y="1"/>
                      <a:pt x="12" y="0"/>
                      <a:pt x="14" y="0"/>
                    </a:cubicBezTo>
                    <a:lnTo>
                      <a:pt x="207" y="0"/>
                    </a:lnTo>
                    <a:lnTo>
                      <a:pt x="207" y="0"/>
                    </a:lnTo>
                    <a:cubicBezTo>
                      <a:pt x="210" y="0"/>
                      <a:pt x="213" y="1"/>
                      <a:pt x="215" y="2"/>
                    </a:cubicBezTo>
                    <a:cubicBezTo>
                      <a:pt x="218" y="4"/>
                      <a:pt x="219" y="6"/>
                      <a:pt x="220" y="8"/>
                    </a:cubicBezTo>
                    <a:cubicBezTo>
                      <a:pt x="221" y="11"/>
                      <a:pt x="222" y="12"/>
                      <a:pt x="222" y="15"/>
                    </a:cubicBezTo>
                    <a:cubicBezTo>
                      <a:pt x="222" y="18"/>
                      <a:pt x="221" y="20"/>
                      <a:pt x="220" y="22"/>
                    </a:cubicBezTo>
                    <a:cubicBezTo>
                      <a:pt x="219" y="25"/>
                      <a:pt x="218" y="27"/>
                      <a:pt x="215" y="28"/>
                    </a:cubicBezTo>
                    <a:cubicBezTo>
                      <a:pt x="213" y="30"/>
                      <a:pt x="210" y="30"/>
                      <a:pt x="207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18"/>
              <p:cNvSpPr/>
              <p:nvPr/>
            </p:nvSpPr>
            <p:spPr>
              <a:xfrm>
                <a:off x="7681339" y="3517355"/>
                <a:ext cx="16531" cy="119449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4" extrusionOk="0">
                    <a:moveTo>
                      <a:pt x="15" y="223"/>
                    </a:moveTo>
                    <a:lnTo>
                      <a:pt x="15" y="223"/>
                    </a:lnTo>
                    <a:lnTo>
                      <a:pt x="15" y="223"/>
                    </a:lnTo>
                    <a:cubicBezTo>
                      <a:pt x="13" y="223"/>
                      <a:pt x="10" y="222"/>
                      <a:pt x="8" y="221"/>
                    </a:cubicBezTo>
                    <a:cubicBezTo>
                      <a:pt x="6" y="220"/>
                      <a:pt x="4" y="218"/>
                      <a:pt x="2" y="216"/>
                    </a:cubicBezTo>
                    <a:cubicBezTo>
                      <a:pt x="1" y="214"/>
                      <a:pt x="0" y="211"/>
                      <a:pt x="0" y="209"/>
                    </a:cubicBezTo>
                    <a:lnTo>
                      <a:pt x="0" y="209"/>
                    </a:lnTo>
                    <a:lnTo>
                      <a:pt x="0" y="16"/>
                    </a:lnTo>
                    <a:lnTo>
                      <a:pt x="0" y="16"/>
                    </a:lnTo>
                    <a:cubicBezTo>
                      <a:pt x="0" y="15"/>
                      <a:pt x="0" y="15"/>
                      <a:pt x="0" y="15"/>
                    </a:cubicBezTo>
                    <a:cubicBezTo>
                      <a:pt x="0" y="12"/>
                      <a:pt x="1" y="10"/>
                      <a:pt x="2" y="7"/>
                    </a:cubicBezTo>
                    <a:cubicBezTo>
                      <a:pt x="4" y="5"/>
                      <a:pt x="6" y="3"/>
                      <a:pt x="8" y="2"/>
                    </a:cubicBezTo>
                    <a:cubicBezTo>
                      <a:pt x="10" y="1"/>
                      <a:pt x="13" y="0"/>
                      <a:pt x="15" y="0"/>
                    </a:cubicBezTo>
                    <a:cubicBezTo>
                      <a:pt x="18" y="0"/>
                      <a:pt x="21" y="1"/>
                      <a:pt x="23" y="2"/>
                    </a:cubicBezTo>
                    <a:cubicBezTo>
                      <a:pt x="26" y="3"/>
                      <a:pt x="27" y="5"/>
                      <a:pt x="28" y="7"/>
                    </a:cubicBezTo>
                    <a:cubicBezTo>
                      <a:pt x="29" y="10"/>
                      <a:pt x="30" y="12"/>
                      <a:pt x="30" y="15"/>
                    </a:cubicBezTo>
                    <a:lnTo>
                      <a:pt x="30" y="16"/>
                    </a:lnTo>
                    <a:lnTo>
                      <a:pt x="30" y="209"/>
                    </a:lnTo>
                    <a:lnTo>
                      <a:pt x="30" y="209"/>
                    </a:lnTo>
                    <a:cubicBezTo>
                      <a:pt x="30" y="211"/>
                      <a:pt x="29" y="214"/>
                      <a:pt x="28" y="216"/>
                    </a:cubicBezTo>
                    <a:cubicBezTo>
                      <a:pt x="27" y="218"/>
                      <a:pt x="26" y="220"/>
                      <a:pt x="23" y="221"/>
                    </a:cubicBezTo>
                    <a:cubicBezTo>
                      <a:pt x="21" y="222"/>
                      <a:pt x="18" y="223"/>
                      <a:pt x="15" y="2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8"/>
              <p:cNvSpPr/>
              <p:nvPr/>
            </p:nvSpPr>
            <p:spPr>
              <a:xfrm>
                <a:off x="7630146" y="3569081"/>
                <a:ext cx="118916" cy="16531"/>
              </a:xfrm>
              <a:custGeom>
                <a:avLst/>
                <a:gdLst/>
                <a:ahLst/>
                <a:cxnLst/>
                <a:rect l="l" t="t" r="r" b="b"/>
                <a:pathLst>
                  <a:path w="223" h="31" extrusionOk="0">
                    <a:moveTo>
                      <a:pt x="208" y="30"/>
                    </a:moveTo>
                    <a:lnTo>
                      <a:pt x="15" y="30"/>
                    </a:lnTo>
                    <a:lnTo>
                      <a:pt x="15" y="30"/>
                    </a:lnTo>
                    <a:cubicBezTo>
                      <a:pt x="12" y="30"/>
                      <a:pt x="10" y="30"/>
                      <a:pt x="7" y="28"/>
                    </a:cubicBezTo>
                    <a:cubicBezTo>
                      <a:pt x="5" y="27"/>
                      <a:pt x="3" y="25"/>
                      <a:pt x="2" y="22"/>
                    </a:cubicBezTo>
                    <a:cubicBezTo>
                      <a:pt x="1" y="20"/>
                      <a:pt x="0" y="18"/>
                      <a:pt x="0" y="15"/>
                    </a:cubicBezTo>
                    <a:cubicBezTo>
                      <a:pt x="0" y="12"/>
                      <a:pt x="1" y="11"/>
                      <a:pt x="2" y="8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10" y="1"/>
                      <a:pt x="12" y="0"/>
                      <a:pt x="15" y="0"/>
                    </a:cubicBezTo>
                    <a:lnTo>
                      <a:pt x="208" y="0"/>
                    </a:lnTo>
                    <a:lnTo>
                      <a:pt x="208" y="0"/>
                    </a:lnTo>
                    <a:cubicBezTo>
                      <a:pt x="210" y="0"/>
                      <a:pt x="213" y="1"/>
                      <a:pt x="215" y="2"/>
                    </a:cubicBezTo>
                    <a:cubicBezTo>
                      <a:pt x="217" y="4"/>
                      <a:pt x="219" y="6"/>
                      <a:pt x="220" y="8"/>
                    </a:cubicBezTo>
                    <a:cubicBezTo>
                      <a:pt x="222" y="11"/>
                      <a:pt x="222" y="12"/>
                      <a:pt x="222" y="15"/>
                    </a:cubicBezTo>
                    <a:cubicBezTo>
                      <a:pt x="222" y="18"/>
                      <a:pt x="222" y="20"/>
                      <a:pt x="220" y="22"/>
                    </a:cubicBezTo>
                    <a:cubicBezTo>
                      <a:pt x="219" y="25"/>
                      <a:pt x="217" y="27"/>
                      <a:pt x="215" y="28"/>
                    </a:cubicBezTo>
                    <a:cubicBezTo>
                      <a:pt x="213" y="30"/>
                      <a:pt x="210" y="30"/>
                      <a:pt x="208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8"/>
              <p:cNvSpPr/>
              <p:nvPr/>
            </p:nvSpPr>
            <p:spPr>
              <a:xfrm>
                <a:off x="7823185" y="3676798"/>
                <a:ext cx="16531" cy="119449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4" extrusionOk="0">
                    <a:moveTo>
                      <a:pt x="15" y="223"/>
                    </a:moveTo>
                    <a:lnTo>
                      <a:pt x="15" y="223"/>
                    </a:lnTo>
                    <a:lnTo>
                      <a:pt x="15" y="223"/>
                    </a:lnTo>
                    <a:cubicBezTo>
                      <a:pt x="12" y="223"/>
                      <a:pt x="11" y="223"/>
                      <a:pt x="8" y="221"/>
                    </a:cubicBezTo>
                    <a:cubicBezTo>
                      <a:pt x="6" y="220"/>
                      <a:pt x="4" y="217"/>
                      <a:pt x="2" y="215"/>
                    </a:cubicBezTo>
                    <a:cubicBezTo>
                      <a:pt x="1" y="213"/>
                      <a:pt x="0" y="210"/>
                      <a:pt x="0" y="208"/>
                    </a:cubicBezTo>
                    <a:lnTo>
                      <a:pt x="0" y="208"/>
                    </a:lnTo>
                    <a:lnTo>
                      <a:pt x="0" y="15"/>
                    </a:lnTo>
                    <a:lnTo>
                      <a:pt x="0" y="15"/>
                    </a:lnTo>
                    <a:cubicBezTo>
                      <a:pt x="0" y="12"/>
                      <a:pt x="1" y="11"/>
                      <a:pt x="2" y="8"/>
                    </a:cubicBezTo>
                    <a:cubicBezTo>
                      <a:pt x="4" y="6"/>
                      <a:pt x="6" y="3"/>
                      <a:pt x="8" y="2"/>
                    </a:cubicBezTo>
                    <a:cubicBezTo>
                      <a:pt x="11" y="1"/>
                      <a:pt x="12" y="0"/>
                      <a:pt x="15" y="0"/>
                    </a:cubicBezTo>
                    <a:cubicBezTo>
                      <a:pt x="18" y="0"/>
                      <a:pt x="20" y="1"/>
                      <a:pt x="22" y="2"/>
                    </a:cubicBezTo>
                    <a:cubicBezTo>
                      <a:pt x="25" y="3"/>
                      <a:pt x="27" y="6"/>
                      <a:pt x="28" y="8"/>
                    </a:cubicBezTo>
                    <a:cubicBezTo>
                      <a:pt x="30" y="11"/>
                      <a:pt x="30" y="12"/>
                      <a:pt x="30" y="15"/>
                    </a:cubicBezTo>
                    <a:lnTo>
                      <a:pt x="30" y="15"/>
                    </a:lnTo>
                    <a:lnTo>
                      <a:pt x="30" y="208"/>
                    </a:lnTo>
                    <a:lnTo>
                      <a:pt x="30" y="208"/>
                    </a:lnTo>
                    <a:cubicBezTo>
                      <a:pt x="30" y="210"/>
                      <a:pt x="30" y="213"/>
                      <a:pt x="28" y="215"/>
                    </a:cubicBezTo>
                    <a:cubicBezTo>
                      <a:pt x="27" y="217"/>
                      <a:pt x="25" y="220"/>
                      <a:pt x="22" y="221"/>
                    </a:cubicBezTo>
                    <a:cubicBezTo>
                      <a:pt x="20" y="223"/>
                      <a:pt x="18" y="223"/>
                      <a:pt x="15" y="2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8"/>
              <p:cNvSpPr/>
              <p:nvPr/>
            </p:nvSpPr>
            <p:spPr>
              <a:xfrm>
                <a:off x="7771992" y="3728523"/>
                <a:ext cx="118916" cy="15998"/>
              </a:xfrm>
              <a:custGeom>
                <a:avLst/>
                <a:gdLst/>
                <a:ahLst/>
                <a:cxnLst/>
                <a:rect l="l" t="t" r="r" b="b"/>
                <a:pathLst>
                  <a:path w="223" h="30" extrusionOk="0">
                    <a:moveTo>
                      <a:pt x="208" y="29"/>
                    </a:moveTo>
                    <a:lnTo>
                      <a:pt x="15" y="29"/>
                    </a:lnTo>
                    <a:lnTo>
                      <a:pt x="15" y="29"/>
                    </a:lnTo>
                    <a:cubicBezTo>
                      <a:pt x="12" y="29"/>
                      <a:pt x="9" y="28"/>
                      <a:pt x="7" y="27"/>
                    </a:cubicBezTo>
                    <a:cubicBezTo>
                      <a:pt x="5" y="26"/>
                      <a:pt x="3" y="25"/>
                      <a:pt x="2" y="22"/>
                    </a:cubicBezTo>
                    <a:cubicBezTo>
                      <a:pt x="1" y="20"/>
                      <a:pt x="0" y="17"/>
                      <a:pt x="0" y="14"/>
                    </a:cubicBezTo>
                    <a:cubicBezTo>
                      <a:pt x="0" y="12"/>
                      <a:pt x="1" y="9"/>
                      <a:pt x="2" y="7"/>
                    </a:cubicBezTo>
                    <a:cubicBezTo>
                      <a:pt x="3" y="5"/>
                      <a:pt x="5" y="4"/>
                      <a:pt x="7" y="2"/>
                    </a:cubicBezTo>
                    <a:cubicBezTo>
                      <a:pt x="9" y="1"/>
                      <a:pt x="12" y="0"/>
                      <a:pt x="15" y="0"/>
                    </a:cubicBezTo>
                    <a:lnTo>
                      <a:pt x="208" y="0"/>
                    </a:lnTo>
                    <a:lnTo>
                      <a:pt x="208" y="0"/>
                    </a:lnTo>
                    <a:cubicBezTo>
                      <a:pt x="210" y="0"/>
                      <a:pt x="213" y="1"/>
                      <a:pt x="215" y="2"/>
                    </a:cubicBezTo>
                    <a:cubicBezTo>
                      <a:pt x="217" y="4"/>
                      <a:pt x="219" y="5"/>
                      <a:pt x="220" y="7"/>
                    </a:cubicBezTo>
                    <a:cubicBezTo>
                      <a:pt x="222" y="9"/>
                      <a:pt x="222" y="12"/>
                      <a:pt x="222" y="14"/>
                    </a:cubicBezTo>
                    <a:cubicBezTo>
                      <a:pt x="222" y="17"/>
                      <a:pt x="222" y="20"/>
                      <a:pt x="220" y="22"/>
                    </a:cubicBezTo>
                    <a:cubicBezTo>
                      <a:pt x="219" y="25"/>
                      <a:pt x="217" y="26"/>
                      <a:pt x="215" y="27"/>
                    </a:cubicBezTo>
                    <a:cubicBezTo>
                      <a:pt x="213" y="28"/>
                      <a:pt x="210" y="29"/>
                      <a:pt x="208" y="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0" name="Google Shape;950;p18"/>
            <p:cNvSpPr/>
            <p:nvPr/>
          </p:nvSpPr>
          <p:spPr>
            <a:xfrm>
              <a:off x="7047025" y="3395000"/>
              <a:ext cx="8525" cy="151975"/>
            </a:xfrm>
            <a:custGeom>
              <a:avLst/>
              <a:gdLst/>
              <a:ahLst/>
              <a:cxnLst/>
              <a:rect l="l" t="t" r="r" b="b"/>
              <a:pathLst>
                <a:path w="16" h="305" extrusionOk="0">
                  <a:moveTo>
                    <a:pt x="7" y="304"/>
                  </a:moveTo>
                  <a:lnTo>
                    <a:pt x="7" y="304"/>
                  </a:lnTo>
                  <a:cubicBezTo>
                    <a:pt x="6" y="304"/>
                    <a:pt x="5" y="304"/>
                    <a:pt x="4" y="303"/>
                  </a:cubicBezTo>
                  <a:cubicBezTo>
                    <a:pt x="3" y="302"/>
                    <a:pt x="2" y="301"/>
                    <a:pt x="1" y="300"/>
                  </a:cubicBezTo>
                  <a:cubicBezTo>
                    <a:pt x="0" y="299"/>
                    <a:pt x="0" y="298"/>
                    <a:pt x="0" y="297"/>
                  </a:cubicBezTo>
                  <a:lnTo>
                    <a:pt x="0" y="29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296"/>
                  </a:lnTo>
                  <a:lnTo>
                    <a:pt x="15" y="296"/>
                  </a:lnTo>
                  <a:lnTo>
                    <a:pt x="15" y="297"/>
                  </a:lnTo>
                  <a:cubicBezTo>
                    <a:pt x="15" y="298"/>
                    <a:pt x="15" y="299"/>
                    <a:pt x="14" y="300"/>
                  </a:cubicBezTo>
                  <a:cubicBezTo>
                    <a:pt x="14" y="301"/>
                    <a:pt x="12" y="302"/>
                    <a:pt x="11" y="303"/>
                  </a:cubicBezTo>
                  <a:cubicBezTo>
                    <a:pt x="10" y="304"/>
                    <a:pt x="9" y="304"/>
                    <a:pt x="7" y="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p21"/>
          <p:cNvSpPr txBox="1">
            <a:spLocks noGrp="1"/>
          </p:cNvSpPr>
          <p:nvPr>
            <p:ph type="subTitle" idx="1"/>
          </p:nvPr>
        </p:nvSpPr>
        <p:spPr>
          <a:xfrm>
            <a:off x="1429925" y="1905175"/>
            <a:ext cx="2696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4" name="Google Shape;1054;p21"/>
          <p:cNvSpPr txBox="1">
            <a:spLocks noGrp="1"/>
          </p:cNvSpPr>
          <p:nvPr>
            <p:ph type="subTitle" idx="2"/>
          </p:nvPr>
        </p:nvSpPr>
        <p:spPr>
          <a:xfrm>
            <a:off x="5236199" y="1905175"/>
            <a:ext cx="2696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5" name="Google Shape;1055;p21"/>
          <p:cNvSpPr txBox="1">
            <a:spLocks noGrp="1"/>
          </p:cNvSpPr>
          <p:nvPr>
            <p:ph type="subTitle" idx="3"/>
          </p:nvPr>
        </p:nvSpPr>
        <p:spPr>
          <a:xfrm>
            <a:off x="1429925" y="3565750"/>
            <a:ext cx="2696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6" name="Google Shape;1056;p21"/>
          <p:cNvSpPr txBox="1">
            <a:spLocks noGrp="1"/>
          </p:cNvSpPr>
          <p:nvPr>
            <p:ph type="subTitle" idx="4"/>
          </p:nvPr>
        </p:nvSpPr>
        <p:spPr>
          <a:xfrm>
            <a:off x="5236199" y="3565750"/>
            <a:ext cx="2696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7" name="Google Shape;1057;p21"/>
          <p:cNvSpPr txBox="1">
            <a:spLocks noGrp="1"/>
          </p:cNvSpPr>
          <p:nvPr>
            <p:ph type="subTitle" idx="5"/>
          </p:nvPr>
        </p:nvSpPr>
        <p:spPr>
          <a:xfrm>
            <a:off x="1429925" y="1611825"/>
            <a:ext cx="269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8" name="Google Shape;1058;p21"/>
          <p:cNvSpPr txBox="1">
            <a:spLocks noGrp="1"/>
          </p:cNvSpPr>
          <p:nvPr>
            <p:ph type="subTitle" idx="6"/>
          </p:nvPr>
        </p:nvSpPr>
        <p:spPr>
          <a:xfrm>
            <a:off x="1429925" y="3272475"/>
            <a:ext cx="269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9" name="Google Shape;1059;p21"/>
          <p:cNvSpPr txBox="1">
            <a:spLocks noGrp="1"/>
          </p:cNvSpPr>
          <p:nvPr>
            <p:ph type="subTitle" idx="7"/>
          </p:nvPr>
        </p:nvSpPr>
        <p:spPr>
          <a:xfrm>
            <a:off x="5236173" y="1611825"/>
            <a:ext cx="269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60" name="Google Shape;1060;p21"/>
          <p:cNvSpPr txBox="1">
            <a:spLocks noGrp="1"/>
          </p:cNvSpPr>
          <p:nvPr>
            <p:ph type="subTitle" idx="8"/>
          </p:nvPr>
        </p:nvSpPr>
        <p:spPr>
          <a:xfrm>
            <a:off x="5236173" y="3272475"/>
            <a:ext cx="269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061" name="Google Shape;1061;p21"/>
          <p:cNvGrpSpPr/>
          <p:nvPr/>
        </p:nvGrpSpPr>
        <p:grpSpPr>
          <a:xfrm>
            <a:off x="8411780" y="272556"/>
            <a:ext cx="453484" cy="3820075"/>
            <a:chOff x="8411780" y="362156"/>
            <a:chExt cx="453484" cy="3820075"/>
          </a:xfrm>
        </p:grpSpPr>
        <p:sp>
          <p:nvSpPr>
            <p:cNvPr id="1062" name="Google Shape;1062;p21"/>
            <p:cNvSpPr/>
            <p:nvPr/>
          </p:nvSpPr>
          <p:spPr>
            <a:xfrm>
              <a:off x="8411793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1"/>
            <p:cNvSpPr/>
            <p:nvPr/>
          </p:nvSpPr>
          <p:spPr>
            <a:xfrm>
              <a:off x="8411793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1"/>
            <p:cNvSpPr/>
            <p:nvPr/>
          </p:nvSpPr>
          <p:spPr>
            <a:xfrm>
              <a:off x="8411793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1"/>
            <p:cNvSpPr/>
            <p:nvPr/>
          </p:nvSpPr>
          <p:spPr>
            <a:xfrm>
              <a:off x="8411793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1"/>
            <p:cNvSpPr/>
            <p:nvPr/>
          </p:nvSpPr>
          <p:spPr>
            <a:xfrm>
              <a:off x="8411793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1"/>
            <p:cNvSpPr/>
            <p:nvPr/>
          </p:nvSpPr>
          <p:spPr>
            <a:xfrm>
              <a:off x="8411793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1"/>
            <p:cNvSpPr/>
            <p:nvPr/>
          </p:nvSpPr>
          <p:spPr>
            <a:xfrm>
              <a:off x="8613251" y="3998389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1"/>
            <p:cNvSpPr/>
            <p:nvPr/>
          </p:nvSpPr>
          <p:spPr>
            <a:xfrm>
              <a:off x="8411793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1"/>
            <p:cNvSpPr/>
            <p:nvPr/>
          </p:nvSpPr>
          <p:spPr>
            <a:xfrm>
              <a:off x="8411793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1"/>
            <p:cNvSpPr/>
            <p:nvPr/>
          </p:nvSpPr>
          <p:spPr>
            <a:xfrm>
              <a:off x="8411793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1"/>
            <p:cNvSpPr/>
            <p:nvPr/>
          </p:nvSpPr>
          <p:spPr>
            <a:xfrm>
              <a:off x="8613251" y="37287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1"/>
            <p:cNvSpPr/>
            <p:nvPr/>
          </p:nvSpPr>
          <p:spPr>
            <a:xfrm>
              <a:off x="8613251" y="21124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1"/>
            <p:cNvSpPr/>
            <p:nvPr/>
          </p:nvSpPr>
          <p:spPr>
            <a:xfrm>
              <a:off x="8613251" y="345912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1"/>
            <p:cNvSpPr/>
            <p:nvPr/>
          </p:nvSpPr>
          <p:spPr>
            <a:xfrm>
              <a:off x="8613251" y="3190251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1"/>
            <p:cNvSpPr/>
            <p:nvPr/>
          </p:nvSpPr>
          <p:spPr>
            <a:xfrm>
              <a:off x="8613251" y="2650982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1"/>
            <p:cNvSpPr/>
            <p:nvPr/>
          </p:nvSpPr>
          <p:spPr>
            <a:xfrm>
              <a:off x="8613251" y="238211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1"/>
            <p:cNvSpPr/>
            <p:nvPr/>
          </p:nvSpPr>
          <p:spPr>
            <a:xfrm>
              <a:off x="8613251" y="2920617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1"/>
            <p:cNvSpPr/>
            <p:nvPr/>
          </p:nvSpPr>
          <p:spPr>
            <a:xfrm>
              <a:off x="8815474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1"/>
            <p:cNvSpPr/>
            <p:nvPr/>
          </p:nvSpPr>
          <p:spPr>
            <a:xfrm>
              <a:off x="8815474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1"/>
            <p:cNvSpPr/>
            <p:nvPr/>
          </p:nvSpPr>
          <p:spPr>
            <a:xfrm>
              <a:off x="8815474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1"/>
            <p:cNvSpPr/>
            <p:nvPr/>
          </p:nvSpPr>
          <p:spPr>
            <a:xfrm>
              <a:off x="8815474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1"/>
            <p:cNvSpPr/>
            <p:nvPr/>
          </p:nvSpPr>
          <p:spPr>
            <a:xfrm>
              <a:off x="8815474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1"/>
            <p:cNvSpPr/>
            <p:nvPr/>
          </p:nvSpPr>
          <p:spPr>
            <a:xfrm>
              <a:off x="8815474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1"/>
            <p:cNvSpPr/>
            <p:nvPr/>
          </p:nvSpPr>
          <p:spPr>
            <a:xfrm>
              <a:off x="8815474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1"/>
            <p:cNvSpPr/>
            <p:nvPr/>
          </p:nvSpPr>
          <p:spPr>
            <a:xfrm>
              <a:off x="8815474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1"/>
            <p:cNvSpPr/>
            <p:nvPr/>
          </p:nvSpPr>
          <p:spPr>
            <a:xfrm>
              <a:off x="8815474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1"/>
            <p:cNvSpPr/>
            <p:nvPr/>
          </p:nvSpPr>
          <p:spPr>
            <a:xfrm>
              <a:off x="8411780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1"/>
            <p:cNvSpPr/>
            <p:nvPr/>
          </p:nvSpPr>
          <p:spPr>
            <a:xfrm>
              <a:off x="8411780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1"/>
            <p:cNvSpPr/>
            <p:nvPr/>
          </p:nvSpPr>
          <p:spPr>
            <a:xfrm>
              <a:off x="8411780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1"/>
            <p:cNvSpPr/>
            <p:nvPr/>
          </p:nvSpPr>
          <p:spPr>
            <a:xfrm>
              <a:off x="8411780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1"/>
            <p:cNvSpPr/>
            <p:nvPr/>
          </p:nvSpPr>
          <p:spPr>
            <a:xfrm>
              <a:off x="8411780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1"/>
            <p:cNvSpPr/>
            <p:nvPr/>
          </p:nvSpPr>
          <p:spPr>
            <a:xfrm>
              <a:off x="8613238" y="1843614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1"/>
            <p:cNvSpPr/>
            <p:nvPr/>
          </p:nvSpPr>
          <p:spPr>
            <a:xfrm>
              <a:off x="8411780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8613238" y="15739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8613238" y="1304345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8613238" y="1035476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8613238" y="49620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8613238" y="76584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8815462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8815462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8815462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8815462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8815462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8815462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6" name="Google Shape;1106;p21"/>
          <p:cNvGrpSpPr/>
          <p:nvPr/>
        </p:nvGrpSpPr>
        <p:grpSpPr>
          <a:xfrm>
            <a:off x="8430775" y="4462309"/>
            <a:ext cx="409866" cy="283379"/>
            <a:chOff x="2208123" y="3069620"/>
            <a:chExt cx="295356" cy="204208"/>
          </a:xfrm>
        </p:grpSpPr>
        <p:sp>
          <p:nvSpPr>
            <p:cNvPr id="1107" name="Google Shape;1107;p21"/>
            <p:cNvSpPr/>
            <p:nvPr/>
          </p:nvSpPr>
          <p:spPr>
            <a:xfrm>
              <a:off x="2453797" y="3069620"/>
              <a:ext cx="11736" cy="87629"/>
            </a:xfrm>
            <a:custGeom>
              <a:avLst/>
              <a:gdLst/>
              <a:ahLst/>
              <a:cxnLst/>
              <a:rect l="l" t="t" r="r" b="b"/>
              <a:pathLst>
                <a:path w="30" h="224" extrusionOk="0">
                  <a:moveTo>
                    <a:pt x="15" y="223"/>
                  </a:moveTo>
                  <a:lnTo>
                    <a:pt x="15" y="223"/>
                  </a:lnTo>
                  <a:lnTo>
                    <a:pt x="15" y="223"/>
                  </a:lnTo>
                  <a:cubicBezTo>
                    <a:pt x="12" y="223"/>
                    <a:pt x="9" y="222"/>
                    <a:pt x="7" y="221"/>
                  </a:cubicBezTo>
                  <a:cubicBezTo>
                    <a:pt x="4" y="219"/>
                    <a:pt x="3" y="217"/>
                    <a:pt x="2" y="215"/>
                  </a:cubicBezTo>
                  <a:cubicBezTo>
                    <a:pt x="1" y="213"/>
                    <a:pt x="0" y="210"/>
                    <a:pt x="0" y="208"/>
                  </a:cubicBezTo>
                  <a:lnTo>
                    <a:pt x="0" y="208"/>
                  </a:lnTo>
                  <a:lnTo>
                    <a:pt x="0" y="15"/>
                  </a:lnTo>
                  <a:lnTo>
                    <a:pt x="0" y="15"/>
                  </a:lnTo>
                  <a:cubicBezTo>
                    <a:pt x="0" y="12"/>
                    <a:pt x="1" y="10"/>
                    <a:pt x="2" y="8"/>
                  </a:cubicBezTo>
                  <a:cubicBezTo>
                    <a:pt x="3" y="5"/>
                    <a:pt x="4" y="3"/>
                    <a:pt x="7" y="2"/>
                  </a:cubicBezTo>
                  <a:cubicBezTo>
                    <a:pt x="9" y="0"/>
                    <a:pt x="12" y="0"/>
                    <a:pt x="15" y="0"/>
                  </a:cubicBezTo>
                  <a:cubicBezTo>
                    <a:pt x="17" y="0"/>
                    <a:pt x="20" y="0"/>
                    <a:pt x="22" y="2"/>
                  </a:cubicBezTo>
                  <a:cubicBezTo>
                    <a:pt x="24" y="3"/>
                    <a:pt x="25" y="5"/>
                    <a:pt x="27" y="8"/>
                  </a:cubicBezTo>
                  <a:cubicBezTo>
                    <a:pt x="28" y="10"/>
                    <a:pt x="29" y="12"/>
                    <a:pt x="29" y="15"/>
                  </a:cubicBezTo>
                  <a:lnTo>
                    <a:pt x="29" y="15"/>
                  </a:lnTo>
                  <a:lnTo>
                    <a:pt x="29" y="208"/>
                  </a:lnTo>
                  <a:lnTo>
                    <a:pt x="29" y="208"/>
                  </a:lnTo>
                  <a:cubicBezTo>
                    <a:pt x="29" y="210"/>
                    <a:pt x="28" y="213"/>
                    <a:pt x="27" y="215"/>
                  </a:cubicBezTo>
                  <a:cubicBezTo>
                    <a:pt x="25" y="217"/>
                    <a:pt x="24" y="219"/>
                    <a:pt x="22" y="221"/>
                  </a:cubicBezTo>
                  <a:cubicBezTo>
                    <a:pt x="20" y="222"/>
                    <a:pt x="17" y="223"/>
                    <a:pt x="15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2415851" y="3107566"/>
              <a:ext cx="87629" cy="11736"/>
            </a:xfrm>
            <a:custGeom>
              <a:avLst/>
              <a:gdLst/>
              <a:ahLst/>
              <a:cxnLst/>
              <a:rect l="l" t="t" r="r" b="b"/>
              <a:pathLst>
                <a:path w="224" h="30" extrusionOk="0">
                  <a:moveTo>
                    <a:pt x="208" y="29"/>
                  </a:moveTo>
                  <a:lnTo>
                    <a:pt x="15" y="29"/>
                  </a:lnTo>
                  <a:lnTo>
                    <a:pt x="15" y="29"/>
                  </a:lnTo>
                  <a:cubicBezTo>
                    <a:pt x="13" y="29"/>
                    <a:pt x="10" y="28"/>
                    <a:pt x="8" y="27"/>
                  </a:cubicBezTo>
                  <a:cubicBezTo>
                    <a:pt x="6" y="26"/>
                    <a:pt x="3" y="24"/>
                    <a:pt x="2" y="22"/>
                  </a:cubicBezTo>
                  <a:cubicBezTo>
                    <a:pt x="0" y="20"/>
                    <a:pt x="0" y="16"/>
                    <a:pt x="0" y="14"/>
                  </a:cubicBezTo>
                  <a:cubicBezTo>
                    <a:pt x="0" y="11"/>
                    <a:pt x="0" y="9"/>
                    <a:pt x="2" y="7"/>
                  </a:cubicBezTo>
                  <a:cubicBezTo>
                    <a:pt x="3" y="5"/>
                    <a:pt x="6" y="3"/>
                    <a:pt x="8" y="2"/>
                  </a:cubicBezTo>
                  <a:cubicBezTo>
                    <a:pt x="10" y="0"/>
                    <a:pt x="13" y="0"/>
                    <a:pt x="15" y="0"/>
                  </a:cubicBezTo>
                  <a:lnTo>
                    <a:pt x="208" y="0"/>
                  </a:lnTo>
                  <a:lnTo>
                    <a:pt x="208" y="0"/>
                  </a:lnTo>
                  <a:cubicBezTo>
                    <a:pt x="211" y="0"/>
                    <a:pt x="212" y="0"/>
                    <a:pt x="215" y="2"/>
                  </a:cubicBezTo>
                  <a:cubicBezTo>
                    <a:pt x="217" y="3"/>
                    <a:pt x="220" y="5"/>
                    <a:pt x="221" y="7"/>
                  </a:cubicBezTo>
                  <a:cubicBezTo>
                    <a:pt x="222" y="9"/>
                    <a:pt x="223" y="11"/>
                    <a:pt x="223" y="14"/>
                  </a:cubicBezTo>
                  <a:cubicBezTo>
                    <a:pt x="223" y="16"/>
                    <a:pt x="222" y="20"/>
                    <a:pt x="221" y="22"/>
                  </a:cubicBezTo>
                  <a:cubicBezTo>
                    <a:pt x="220" y="24"/>
                    <a:pt x="218" y="25"/>
                    <a:pt x="215" y="27"/>
                  </a:cubicBezTo>
                  <a:cubicBezTo>
                    <a:pt x="213" y="27"/>
                    <a:pt x="211" y="29"/>
                    <a:pt x="208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2245679" y="3069620"/>
              <a:ext cx="12127" cy="87629"/>
            </a:xfrm>
            <a:custGeom>
              <a:avLst/>
              <a:gdLst/>
              <a:ahLst/>
              <a:cxnLst/>
              <a:rect l="l" t="t" r="r" b="b"/>
              <a:pathLst>
                <a:path w="31" h="224" extrusionOk="0">
                  <a:moveTo>
                    <a:pt x="15" y="223"/>
                  </a:moveTo>
                  <a:lnTo>
                    <a:pt x="15" y="223"/>
                  </a:lnTo>
                  <a:lnTo>
                    <a:pt x="15" y="223"/>
                  </a:lnTo>
                  <a:cubicBezTo>
                    <a:pt x="12" y="223"/>
                    <a:pt x="10" y="222"/>
                    <a:pt x="8" y="221"/>
                  </a:cubicBezTo>
                  <a:cubicBezTo>
                    <a:pt x="5" y="219"/>
                    <a:pt x="3" y="217"/>
                    <a:pt x="2" y="215"/>
                  </a:cubicBezTo>
                  <a:cubicBezTo>
                    <a:pt x="0" y="213"/>
                    <a:pt x="0" y="210"/>
                    <a:pt x="0" y="208"/>
                  </a:cubicBezTo>
                  <a:lnTo>
                    <a:pt x="0" y="208"/>
                  </a:lnTo>
                  <a:lnTo>
                    <a:pt x="0" y="15"/>
                  </a:lnTo>
                  <a:lnTo>
                    <a:pt x="0" y="15"/>
                  </a:lnTo>
                  <a:cubicBezTo>
                    <a:pt x="0" y="12"/>
                    <a:pt x="0" y="10"/>
                    <a:pt x="2" y="8"/>
                  </a:cubicBezTo>
                  <a:cubicBezTo>
                    <a:pt x="3" y="5"/>
                    <a:pt x="5" y="3"/>
                    <a:pt x="8" y="2"/>
                  </a:cubicBezTo>
                  <a:cubicBezTo>
                    <a:pt x="10" y="0"/>
                    <a:pt x="12" y="0"/>
                    <a:pt x="15" y="0"/>
                  </a:cubicBezTo>
                  <a:cubicBezTo>
                    <a:pt x="17" y="0"/>
                    <a:pt x="20" y="0"/>
                    <a:pt x="22" y="2"/>
                  </a:cubicBezTo>
                  <a:cubicBezTo>
                    <a:pt x="24" y="3"/>
                    <a:pt x="26" y="5"/>
                    <a:pt x="28" y="8"/>
                  </a:cubicBezTo>
                  <a:cubicBezTo>
                    <a:pt x="29" y="10"/>
                    <a:pt x="30" y="12"/>
                    <a:pt x="30" y="15"/>
                  </a:cubicBezTo>
                  <a:lnTo>
                    <a:pt x="30" y="15"/>
                  </a:lnTo>
                  <a:lnTo>
                    <a:pt x="30" y="208"/>
                  </a:lnTo>
                  <a:lnTo>
                    <a:pt x="30" y="208"/>
                  </a:lnTo>
                  <a:cubicBezTo>
                    <a:pt x="30" y="210"/>
                    <a:pt x="29" y="213"/>
                    <a:pt x="28" y="215"/>
                  </a:cubicBezTo>
                  <a:cubicBezTo>
                    <a:pt x="26" y="217"/>
                    <a:pt x="24" y="219"/>
                    <a:pt x="22" y="221"/>
                  </a:cubicBezTo>
                  <a:cubicBezTo>
                    <a:pt x="20" y="222"/>
                    <a:pt x="17" y="223"/>
                    <a:pt x="15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2208123" y="3107566"/>
              <a:ext cx="87238" cy="11736"/>
            </a:xfrm>
            <a:custGeom>
              <a:avLst/>
              <a:gdLst/>
              <a:ahLst/>
              <a:cxnLst/>
              <a:rect l="l" t="t" r="r" b="b"/>
              <a:pathLst>
                <a:path w="223" h="30" extrusionOk="0">
                  <a:moveTo>
                    <a:pt x="207" y="29"/>
                  </a:moveTo>
                  <a:lnTo>
                    <a:pt x="14" y="29"/>
                  </a:lnTo>
                  <a:lnTo>
                    <a:pt x="14" y="29"/>
                  </a:lnTo>
                  <a:cubicBezTo>
                    <a:pt x="12" y="29"/>
                    <a:pt x="9" y="28"/>
                    <a:pt x="7" y="27"/>
                  </a:cubicBezTo>
                  <a:cubicBezTo>
                    <a:pt x="5" y="26"/>
                    <a:pt x="3" y="24"/>
                    <a:pt x="2" y="22"/>
                  </a:cubicBezTo>
                  <a:cubicBezTo>
                    <a:pt x="0" y="20"/>
                    <a:pt x="0" y="16"/>
                    <a:pt x="0" y="14"/>
                  </a:cubicBezTo>
                  <a:cubicBezTo>
                    <a:pt x="0" y="11"/>
                    <a:pt x="0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0"/>
                    <a:pt x="12" y="0"/>
                    <a:pt x="14" y="0"/>
                  </a:cubicBezTo>
                  <a:lnTo>
                    <a:pt x="207" y="0"/>
                  </a:lnTo>
                  <a:lnTo>
                    <a:pt x="207" y="0"/>
                  </a:lnTo>
                  <a:lnTo>
                    <a:pt x="207" y="0"/>
                  </a:lnTo>
                  <a:cubicBezTo>
                    <a:pt x="210" y="0"/>
                    <a:pt x="212" y="0"/>
                    <a:pt x="215" y="2"/>
                  </a:cubicBezTo>
                  <a:cubicBezTo>
                    <a:pt x="217" y="3"/>
                    <a:pt x="219" y="5"/>
                    <a:pt x="220" y="7"/>
                  </a:cubicBezTo>
                  <a:cubicBezTo>
                    <a:pt x="221" y="9"/>
                    <a:pt x="222" y="11"/>
                    <a:pt x="222" y="14"/>
                  </a:cubicBezTo>
                  <a:cubicBezTo>
                    <a:pt x="222" y="16"/>
                    <a:pt x="221" y="20"/>
                    <a:pt x="220" y="22"/>
                  </a:cubicBezTo>
                  <a:cubicBezTo>
                    <a:pt x="219" y="24"/>
                    <a:pt x="217" y="26"/>
                    <a:pt x="215" y="27"/>
                  </a:cubicBezTo>
                  <a:cubicBezTo>
                    <a:pt x="212" y="28"/>
                    <a:pt x="210" y="29"/>
                    <a:pt x="207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2349738" y="3186589"/>
              <a:ext cx="11736" cy="87238"/>
            </a:xfrm>
            <a:custGeom>
              <a:avLst/>
              <a:gdLst/>
              <a:ahLst/>
              <a:cxnLst/>
              <a:rect l="l" t="t" r="r" b="b"/>
              <a:pathLst>
                <a:path w="30" h="223" extrusionOk="0">
                  <a:moveTo>
                    <a:pt x="15" y="222"/>
                  </a:moveTo>
                  <a:lnTo>
                    <a:pt x="15" y="222"/>
                  </a:lnTo>
                  <a:lnTo>
                    <a:pt x="15" y="222"/>
                  </a:lnTo>
                  <a:cubicBezTo>
                    <a:pt x="12" y="222"/>
                    <a:pt x="9" y="221"/>
                    <a:pt x="7" y="220"/>
                  </a:cubicBezTo>
                  <a:cubicBezTo>
                    <a:pt x="4" y="219"/>
                    <a:pt x="3" y="217"/>
                    <a:pt x="2" y="215"/>
                  </a:cubicBezTo>
                  <a:cubicBezTo>
                    <a:pt x="1" y="212"/>
                    <a:pt x="0" y="210"/>
                    <a:pt x="0" y="207"/>
                  </a:cubicBezTo>
                  <a:lnTo>
                    <a:pt x="0" y="207"/>
                  </a:lnTo>
                  <a:lnTo>
                    <a:pt x="0" y="14"/>
                  </a:lnTo>
                  <a:lnTo>
                    <a:pt x="0" y="14"/>
                  </a:lnTo>
                  <a:cubicBezTo>
                    <a:pt x="0" y="12"/>
                    <a:pt x="1" y="9"/>
                    <a:pt x="2" y="7"/>
                  </a:cubicBezTo>
                  <a:cubicBezTo>
                    <a:pt x="3" y="5"/>
                    <a:pt x="4" y="3"/>
                    <a:pt x="7" y="2"/>
                  </a:cubicBezTo>
                  <a:cubicBezTo>
                    <a:pt x="9" y="0"/>
                    <a:pt x="12" y="0"/>
                    <a:pt x="15" y="0"/>
                  </a:cubicBezTo>
                  <a:cubicBezTo>
                    <a:pt x="17" y="0"/>
                    <a:pt x="20" y="0"/>
                    <a:pt x="22" y="2"/>
                  </a:cubicBezTo>
                  <a:cubicBezTo>
                    <a:pt x="24" y="3"/>
                    <a:pt x="25" y="5"/>
                    <a:pt x="27" y="7"/>
                  </a:cubicBezTo>
                  <a:cubicBezTo>
                    <a:pt x="28" y="9"/>
                    <a:pt x="29" y="12"/>
                    <a:pt x="29" y="14"/>
                  </a:cubicBezTo>
                  <a:lnTo>
                    <a:pt x="29" y="14"/>
                  </a:lnTo>
                  <a:lnTo>
                    <a:pt x="29" y="207"/>
                  </a:lnTo>
                  <a:lnTo>
                    <a:pt x="29" y="207"/>
                  </a:lnTo>
                  <a:lnTo>
                    <a:pt x="29" y="207"/>
                  </a:lnTo>
                  <a:cubicBezTo>
                    <a:pt x="29" y="210"/>
                    <a:pt x="28" y="212"/>
                    <a:pt x="27" y="215"/>
                  </a:cubicBezTo>
                  <a:cubicBezTo>
                    <a:pt x="25" y="217"/>
                    <a:pt x="24" y="219"/>
                    <a:pt x="22" y="220"/>
                  </a:cubicBezTo>
                  <a:cubicBezTo>
                    <a:pt x="20" y="221"/>
                    <a:pt x="17" y="222"/>
                    <a:pt x="15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2312183" y="3224144"/>
              <a:ext cx="86846" cy="11736"/>
            </a:xfrm>
            <a:custGeom>
              <a:avLst/>
              <a:gdLst/>
              <a:ahLst/>
              <a:cxnLst/>
              <a:rect l="l" t="t" r="r" b="b"/>
              <a:pathLst>
                <a:path w="222" h="30" extrusionOk="0">
                  <a:moveTo>
                    <a:pt x="207" y="29"/>
                  </a:moveTo>
                  <a:lnTo>
                    <a:pt x="14" y="29"/>
                  </a:lnTo>
                  <a:lnTo>
                    <a:pt x="14" y="29"/>
                  </a:lnTo>
                  <a:cubicBezTo>
                    <a:pt x="12" y="29"/>
                    <a:pt x="10" y="29"/>
                    <a:pt x="8" y="28"/>
                  </a:cubicBezTo>
                  <a:cubicBezTo>
                    <a:pt x="5" y="26"/>
                    <a:pt x="3" y="24"/>
                    <a:pt x="2" y="22"/>
                  </a:cubicBezTo>
                  <a:cubicBezTo>
                    <a:pt x="0" y="20"/>
                    <a:pt x="0" y="17"/>
                    <a:pt x="0" y="15"/>
                  </a:cubicBezTo>
                  <a:cubicBezTo>
                    <a:pt x="0" y="12"/>
                    <a:pt x="0" y="9"/>
                    <a:pt x="2" y="7"/>
                  </a:cubicBezTo>
                  <a:cubicBezTo>
                    <a:pt x="3" y="4"/>
                    <a:pt x="5" y="3"/>
                    <a:pt x="8" y="2"/>
                  </a:cubicBezTo>
                  <a:cubicBezTo>
                    <a:pt x="10" y="1"/>
                    <a:pt x="12" y="0"/>
                    <a:pt x="14" y="0"/>
                  </a:cubicBezTo>
                  <a:lnTo>
                    <a:pt x="207" y="0"/>
                  </a:lnTo>
                  <a:lnTo>
                    <a:pt x="207" y="0"/>
                  </a:lnTo>
                  <a:cubicBezTo>
                    <a:pt x="210" y="0"/>
                    <a:pt x="212" y="1"/>
                    <a:pt x="214" y="2"/>
                  </a:cubicBezTo>
                  <a:cubicBezTo>
                    <a:pt x="216" y="3"/>
                    <a:pt x="217" y="4"/>
                    <a:pt x="219" y="7"/>
                  </a:cubicBezTo>
                  <a:cubicBezTo>
                    <a:pt x="220" y="9"/>
                    <a:pt x="221" y="12"/>
                    <a:pt x="221" y="15"/>
                  </a:cubicBezTo>
                  <a:cubicBezTo>
                    <a:pt x="221" y="17"/>
                    <a:pt x="220" y="20"/>
                    <a:pt x="219" y="22"/>
                  </a:cubicBezTo>
                  <a:cubicBezTo>
                    <a:pt x="217" y="24"/>
                    <a:pt x="216" y="26"/>
                    <a:pt x="214" y="28"/>
                  </a:cubicBezTo>
                  <a:cubicBezTo>
                    <a:pt x="212" y="29"/>
                    <a:pt x="210" y="29"/>
                    <a:pt x="207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24"/>
          <p:cNvSpPr txBox="1">
            <a:spLocks noGrp="1"/>
          </p:cNvSpPr>
          <p:nvPr>
            <p:ph type="title"/>
          </p:nvPr>
        </p:nvSpPr>
        <p:spPr>
          <a:xfrm>
            <a:off x="716300" y="728050"/>
            <a:ext cx="4448100" cy="7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18" name="Google Shape;1318;p24"/>
          <p:cNvSpPr txBox="1">
            <a:spLocks noGrp="1"/>
          </p:cNvSpPr>
          <p:nvPr>
            <p:ph type="subTitle" idx="1"/>
          </p:nvPr>
        </p:nvSpPr>
        <p:spPr>
          <a:xfrm>
            <a:off x="716300" y="1491847"/>
            <a:ext cx="4448100" cy="11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319" name="Google Shape;1319;p24"/>
          <p:cNvGrpSpPr/>
          <p:nvPr/>
        </p:nvGrpSpPr>
        <p:grpSpPr>
          <a:xfrm>
            <a:off x="8411780" y="272556"/>
            <a:ext cx="453484" cy="3820075"/>
            <a:chOff x="8411780" y="362156"/>
            <a:chExt cx="453484" cy="3820075"/>
          </a:xfrm>
        </p:grpSpPr>
        <p:sp>
          <p:nvSpPr>
            <p:cNvPr id="1320" name="Google Shape;1320;p24"/>
            <p:cNvSpPr/>
            <p:nvPr/>
          </p:nvSpPr>
          <p:spPr>
            <a:xfrm>
              <a:off x="8411793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4"/>
            <p:cNvSpPr/>
            <p:nvPr/>
          </p:nvSpPr>
          <p:spPr>
            <a:xfrm>
              <a:off x="8411793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4"/>
            <p:cNvSpPr/>
            <p:nvPr/>
          </p:nvSpPr>
          <p:spPr>
            <a:xfrm>
              <a:off x="8411793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4"/>
            <p:cNvSpPr/>
            <p:nvPr/>
          </p:nvSpPr>
          <p:spPr>
            <a:xfrm>
              <a:off x="8411793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4"/>
            <p:cNvSpPr/>
            <p:nvPr/>
          </p:nvSpPr>
          <p:spPr>
            <a:xfrm>
              <a:off x="8411793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4"/>
            <p:cNvSpPr/>
            <p:nvPr/>
          </p:nvSpPr>
          <p:spPr>
            <a:xfrm>
              <a:off x="8411793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4"/>
            <p:cNvSpPr/>
            <p:nvPr/>
          </p:nvSpPr>
          <p:spPr>
            <a:xfrm>
              <a:off x="8613251" y="3998389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4"/>
            <p:cNvSpPr/>
            <p:nvPr/>
          </p:nvSpPr>
          <p:spPr>
            <a:xfrm>
              <a:off x="8411793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4"/>
            <p:cNvSpPr/>
            <p:nvPr/>
          </p:nvSpPr>
          <p:spPr>
            <a:xfrm>
              <a:off x="8411793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4"/>
            <p:cNvSpPr/>
            <p:nvPr/>
          </p:nvSpPr>
          <p:spPr>
            <a:xfrm>
              <a:off x="8411793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4"/>
            <p:cNvSpPr/>
            <p:nvPr/>
          </p:nvSpPr>
          <p:spPr>
            <a:xfrm>
              <a:off x="8613251" y="37287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4"/>
            <p:cNvSpPr/>
            <p:nvPr/>
          </p:nvSpPr>
          <p:spPr>
            <a:xfrm>
              <a:off x="8613251" y="21124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4"/>
            <p:cNvSpPr/>
            <p:nvPr/>
          </p:nvSpPr>
          <p:spPr>
            <a:xfrm>
              <a:off x="8613251" y="345912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4"/>
            <p:cNvSpPr/>
            <p:nvPr/>
          </p:nvSpPr>
          <p:spPr>
            <a:xfrm>
              <a:off x="8613251" y="3190251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4"/>
            <p:cNvSpPr/>
            <p:nvPr/>
          </p:nvSpPr>
          <p:spPr>
            <a:xfrm>
              <a:off x="8613251" y="2650982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4"/>
            <p:cNvSpPr/>
            <p:nvPr/>
          </p:nvSpPr>
          <p:spPr>
            <a:xfrm>
              <a:off x="8613251" y="238211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4"/>
            <p:cNvSpPr/>
            <p:nvPr/>
          </p:nvSpPr>
          <p:spPr>
            <a:xfrm>
              <a:off x="8613251" y="2920617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4"/>
            <p:cNvSpPr/>
            <p:nvPr/>
          </p:nvSpPr>
          <p:spPr>
            <a:xfrm>
              <a:off x="8815474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4"/>
            <p:cNvSpPr/>
            <p:nvPr/>
          </p:nvSpPr>
          <p:spPr>
            <a:xfrm>
              <a:off x="8815474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4"/>
            <p:cNvSpPr/>
            <p:nvPr/>
          </p:nvSpPr>
          <p:spPr>
            <a:xfrm>
              <a:off x="8815474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4"/>
            <p:cNvSpPr/>
            <p:nvPr/>
          </p:nvSpPr>
          <p:spPr>
            <a:xfrm>
              <a:off x="8815474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4"/>
            <p:cNvSpPr/>
            <p:nvPr/>
          </p:nvSpPr>
          <p:spPr>
            <a:xfrm>
              <a:off x="8815474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4"/>
            <p:cNvSpPr/>
            <p:nvPr/>
          </p:nvSpPr>
          <p:spPr>
            <a:xfrm>
              <a:off x="8815474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4"/>
            <p:cNvSpPr/>
            <p:nvPr/>
          </p:nvSpPr>
          <p:spPr>
            <a:xfrm>
              <a:off x="8815474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4"/>
            <p:cNvSpPr/>
            <p:nvPr/>
          </p:nvSpPr>
          <p:spPr>
            <a:xfrm>
              <a:off x="8815474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4"/>
            <p:cNvSpPr/>
            <p:nvPr/>
          </p:nvSpPr>
          <p:spPr>
            <a:xfrm>
              <a:off x="8815474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4"/>
            <p:cNvSpPr/>
            <p:nvPr/>
          </p:nvSpPr>
          <p:spPr>
            <a:xfrm>
              <a:off x="8411780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4"/>
            <p:cNvSpPr/>
            <p:nvPr/>
          </p:nvSpPr>
          <p:spPr>
            <a:xfrm>
              <a:off x="8411780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4"/>
            <p:cNvSpPr/>
            <p:nvPr/>
          </p:nvSpPr>
          <p:spPr>
            <a:xfrm>
              <a:off x="8411780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4"/>
            <p:cNvSpPr/>
            <p:nvPr/>
          </p:nvSpPr>
          <p:spPr>
            <a:xfrm>
              <a:off x="8411780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4"/>
            <p:cNvSpPr/>
            <p:nvPr/>
          </p:nvSpPr>
          <p:spPr>
            <a:xfrm>
              <a:off x="8411780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4"/>
            <p:cNvSpPr/>
            <p:nvPr/>
          </p:nvSpPr>
          <p:spPr>
            <a:xfrm>
              <a:off x="8613238" y="1843614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4"/>
            <p:cNvSpPr/>
            <p:nvPr/>
          </p:nvSpPr>
          <p:spPr>
            <a:xfrm>
              <a:off x="8411780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4"/>
            <p:cNvSpPr/>
            <p:nvPr/>
          </p:nvSpPr>
          <p:spPr>
            <a:xfrm>
              <a:off x="8613238" y="15739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4"/>
            <p:cNvSpPr/>
            <p:nvPr/>
          </p:nvSpPr>
          <p:spPr>
            <a:xfrm>
              <a:off x="8613238" y="1304345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4"/>
            <p:cNvSpPr/>
            <p:nvPr/>
          </p:nvSpPr>
          <p:spPr>
            <a:xfrm>
              <a:off x="8613238" y="1035476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4"/>
            <p:cNvSpPr/>
            <p:nvPr/>
          </p:nvSpPr>
          <p:spPr>
            <a:xfrm>
              <a:off x="8613238" y="49620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4"/>
            <p:cNvSpPr/>
            <p:nvPr/>
          </p:nvSpPr>
          <p:spPr>
            <a:xfrm>
              <a:off x="8613238" y="76584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4"/>
            <p:cNvSpPr/>
            <p:nvPr/>
          </p:nvSpPr>
          <p:spPr>
            <a:xfrm>
              <a:off x="8815462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4"/>
            <p:cNvSpPr/>
            <p:nvPr/>
          </p:nvSpPr>
          <p:spPr>
            <a:xfrm>
              <a:off x="8815462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4"/>
            <p:cNvSpPr/>
            <p:nvPr/>
          </p:nvSpPr>
          <p:spPr>
            <a:xfrm>
              <a:off x="8815462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4"/>
            <p:cNvSpPr/>
            <p:nvPr/>
          </p:nvSpPr>
          <p:spPr>
            <a:xfrm>
              <a:off x="8815462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4"/>
            <p:cNvSpPr/>
            <p:nvPr/>
          </p:nvSpPr>
          <p:spPr>
            <a:xfrm>
              <a:off x="8815462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4"/>
            <p:cNvSpPr/>
            <p:nvPr/>
          </p:nvSpPr>
          <p:spPr>
            <a:xfrm>
              <a:off x="8815462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6" name="Google Shape;1366;p25"/>
          <p:cNvGrpSpPr/>
          <p:nvPr/>
        </p:nvGrpSpPr>
        <p:grpSpPr>
          <a:xfrm flipH="1">
            <a:off x="277589" y="272556"/>
            <a:ext cx="453484" cy="3820075"/>
            <a:chOff x="8411780" y="362156"/>
            <a:chExt cx="453484" cy="3820075"/>
          </a:xfrm>
        </p:grpSpPr>
        <p:sp>
          <p:nvSpPr>
            <p:cNvPr id="1367" name="Google Shape;1367;p25"/>
            <p:cNvSpPr/>
            <p:nvPr/>
          </p:nvSpPr>
          <p:spPr>
            <a:xfrm>
              <a:off x="8411793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5"/>
            <p:cNvSpPr/>
            <p:nvPr/>
          </p:nvSpPr>
          <p:spPr>
            <a:xfrm>
              <a:off x="8411793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5"/>
            <p:cNvSpPr/>
            <p:nvPr/>
          </p:nvSpPr>
          <p:spPr>
            <a:xfrm>
              <a:off x="8411793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5"/>
            <p:cNvSpPr/>
            <p:nvPr/>
          </p:nvSpPr>
          <p:spPr>
            <a:xfrm>
              <a:off x="8411793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5"/>
            <p:cNvSpPr/>
            <p:nvPr/>
          </p:nvSpPr>
          <p:spPr>
            <a:xfrm>
              <a:off x="8411793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5"/>
            <p:cNvSpPr/>
            <p:nvPr/>
          </p:nvSpPr>
          <p:spPr>
            <a:xfrm>
              <a:off x="8411793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5"/>
            <p:cNvSpPr/>
            <p:nvPr/>
          </p:nvSpPr>
          <p:spPr>
            <a:xfrm>
              <a:off x="8613251" y="3998389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5"/>
            <p:cNvSpPr/>
            <p:nvPr/>
          </p:nvSpPr>
          <p:spPr>
            <a:xfrm>
              <a:off x="8411793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5"/>
            <p:cNvSpPr/>
            <p:nvPr/>
          </p:nvSpPr>
          <p:spPr>
            <a:xfrm>
              <a:off x="8411793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5"/>
            <p:cNvSpPr/>
            <p:nvPr/>
          </p:nvSpPr>
          <p:spPr>
            <a:xfrm>
              <a:off x="8411793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5"/>
            <p:cNvSpPr/>
            <p:nvPr/>
          </p:nvSpPr>
          <p:spPr>
            <a:xfrm>
              <a:off x="8613251" y="37287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5"/>
            <p:cNvSpPr/>
            <p:nvPr/>
          </p:nvSpPr>
          <p:spPr>
            <a:xfrm>
              <a:off x="8613251" y="21124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5"/>
            <p:cNvSpPr/>
            <p:nvPr/>
          </p:nvSpPr>
          <p:spPr>
            <a:xfrm>
              <a:off x="8613251" y="345912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5"/>
            <p:cNvSpPr/>
            <p:nvPr/>
          </p:nvSpPr>
          <p:spPr>
            <a:xfrm>
              <a:off x="8613251" y="3190251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5"/>
            <p:cNvSpPr/>
            <p:nvPr/>
          </p:nvSpPr>
          <p:spPr>
            <a:xfrm>
              <a:off x="8613251" y="2650982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5"/>
            <p:cNvSpPr/>
            <p:nvPr/>
          </p:nvSpPr>
          <p:spPr>
            <a:xfrm>
              <a:off x="8613251" y="238211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5"/>
            <p:cNvSpPr/>
            <p:nvPr/>
          </p:nvSpPr>
          <p:spPr>
            <a:xfrm>
              <a:off x="8613251" y="2920617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5"/>
            <p:cNvSpPr/>
            <p:nvPr/>
          </p:nvSpPr>
          <p:spPr>
            <a:xfrm>
              <a:off x="8815474" y="332506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5"/>
            <p:cNvSpPr/>
            <p:nvPr/>
          </p:nvSpPr>
          <p:spPr>
            <a:xfrm>
              <a:off x="8815474" y="38635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5"/>
            <p:cNvSpPr/>
            <p:nvPr/>
          </p:nvSpPr>
          <p:spPr>
            <a:xfrm>
              <a:off x="8815474" y="305543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5"/>
            <p:cNvSpPr/>
            <p:nvPr/>
          </p:nvSpPr>
          <p:spPr>
            <a:xfrm>
              <a:off x="8815474" y="197766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5"/>
            <p:cNvSpPr/>
            <p:nvPr/>
          </p:nvSpPr>
          <p:spPr>
            <a:xfrm>
              <a:off x="8815474" y="278579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5"/>
            <p:cNvSpPr/>
            <p:nvPr/>
          </p:nvSpPr>
          <p:spPr>
            <a:xfrm>
              <a:off x="8815474" y="4131674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5"/>
            <p:cNvSpPr/>
            <p:nvPr/>
          </p:nvSpPr>
          <p:spPr>
            <a:xfrm>
              <a:off x="8815474" y="35939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5"/>
            <p:cNvSpPr/>
            <p:nvPr/>
          </p:nvSpPr>
          <p:spPr>
            <a:xfrm>
              <a:off x="8815474" y="2516931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5"/>
            <p:cNvSpPr/>
            <p:nvPr/>
          </p:nvSpPr>
          <p:spPr>
            <a:xfrm>
              <a:off x="8815474" y="224729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5"/>
            <p:cNvSpPr/>
            <p:nvPr/>
          </p:nvSpPr>
          <p:spPr>
            <a:xfrm>
              <a:off x="8411780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5"/>
            <p:cNvSpPr/>
            <p:nvPr/>
          </p:nvSpPr>
          <p:spPr>
            <a:xfrm>
              <a:off x="8411780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5"/>
            <p:cNvSpPr/>
            <p:nvPr/>
          </p:nvSpPr>
          <p:spPr>
            <a:xfrm>
              <a:off x="8411780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5"/>
            <p:cNvSpPr/>
            <p:nvPr/>
          </p:nvSpPr>
          <p:spPr>
            <a:xfrm>
              <a:off x="8411780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5"/>
            <p:cNvSpPr/>
            <p:nvPr/>
          </p:nvSpPr>
          <p:spPr>
            <a:xfrm>
              <a:off x="8411780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5"/>
            <p:cNvSpPr/>
            <p:nvPr/>
          </p:nvSpPr>
          <p:spPr>
            <a:xfrm>
              <a:off x="8613238" y="1843614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5"/>
            <p:cNvSpPr/>
            <p:nvPr/>
          </p:nvSpPr>
          <p:spPr>
            <a:xfrm>
              <a:off x="8411780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5"/>
            <p:cNvSpPr/>
            <p:nvPr/>
          </p:nvSpPr>
          <p:spPr>
            <a:xfrm>
              <a:off x="8613238" y="157397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5"/>
            <p:cNvSpPr/>
            <p:nvPr/>
          </p:nvSpPr>
          <p:spPr>
            <a:xfrm>
              <a:off x="8613238" y="1304345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5"/>
            <p:cNvSpPr/>
            <p:nvPr/>
          </p:nvSpPr>
          <p:spPr>
            <a:xfrm>
              <a:off x="8613238" y="1035476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5"/>
            <p:cNvSpPr/>
            <p:nvPr/>
          </p:nvSpPr>
          <p:spPr>
            <a:xfrm>
              <a:off x="8613238" y="49620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5"/>
            <p:cNvSpPr/>
            <p:nvPr/>
          </p:nvSpPr>
          <p:spPr>
            <a:xfrm>
              <a:off x="8613238" y="76584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5"/>
            <p:cNvSpPr/>
            <p:nvPr/>
          </p:nvSpPr>
          <p:spPr>
            <a:xfrm>
              <a:off x="8815462" y="117029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5"/>
            <p:cNvSpPr/>
            <p:nvPr/>
          </p:nvSpPr>
          <p:spPr>
            <a:xfrm>
              <a:off x="8815462" y="170879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5"/>
            <p:cNvSpPr/>
            <p:nvPr/>
          </p:nvSpPr>
          <p:spPr>
            <a:xfrm>
              <a:off x="8815462" y="90065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5"/>
            <p:cNvSpPr/>
            <p:nvPr/>
          </p:nvSpPr>
          <p:spPr>
            <a:xfrm>
              <a:off x="8815462" y="63102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5"/>
            <p:cNvSpPr/>
            <p:nvPr/>
          </p:nvSpPr>
          <p:spPr>
            <a:xfrm>
              <a:off x="8815462" y="143916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5"/>
            <p:cNvSpPr/>
            <p:nvPr/>
          </p:nvSpPr>
          <p:spPr>
            <a:xfrm>
              <a:off x="8815462" y="36215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1" name="Google Shape;1411;p25"/>
          <p:cNvGrpSpPr/>
          <p:nvPr/>
        </p:nvGrpSpPr>
        <p:grpSpPr>
          <a:xfrm flipH="1">
            <a:off x="249527" y="3588523"/>
            <a:ext cx="2623700" cy="1432076"/>
            <a:chOff x="6269627" y="3588523"/>
            <a:chExt cx="2623700" cy="1432076"/>
          </a:xfrm>
        </p:grpSpPr>
        <p:sp>
          <p:nvSpPr>
            <p:cNvPr id="1412" name="Google Shape;1412;p25"/>
            <p:cNvSpPr/>
            <p:nvPr/>
          </p:nvSpPr>
          <p:spPr>
            <a:xfrm>
              <a:off x="6272539" y="4766803"/>
              <a:ext cx="2613720" cy="253797"/>
            </a:xfrm>
            <a:custGeom>
              <a:avLst/>
              <a:gdLst/>
              <a:ahLst/>
              <a:cxnLst/>
              <a:rect l="l" t="t" r="r" b="b"/>
              <a:pathLst>
                <a:path w="6282" h="610" extrusionOk="0">
                  <a:moveTo>
                    <a:pt x="6281" y="304"/>
                  </a:moveTo>
                  <a:cubicBezTo>
                    <a:pt x="6281" y="358"/>
                    <a:pt x="6136" y="411"/>
                    <a:pt x="5860" y="457"/>
                  </a:cubicBezTo>
                  <a:cubicBezTo>
                    <a:pt x="5585" y="503"/>
                    <a:pt x="5188" y="543"/>
                    <a:pt x="4710" y="569"/>
                  </a:cubicBezTo>
                  <a:cubicBezTo>
                    <a:pt x="4233" y="596"/>
                    <a:pt x="3692" y="609"/>
                    <a:pt x="3140" y="609"/>
                  </a:cubicBezTo>
                  <a:cubicBezTo>
                    <a:pt x="2589" y="609"/>
                    <a:pt x="2048" y="596"/>
                    <a:pt x="1570" y="569"/>
                  </a:cubicBezTo>
                  <a:cubicBezTo>
                    <a:pt x="1093" y="543"/>
                    <a:pt x="697" y="503"/>
                    <a:pt x="421" y="457"/>
                  </a:cubicBezTo>
                  <a:cubicBezTo>
                    <a:pt x="146" y="411"/>
                    <a:pt x="0" y="358"/>
                    <a:pt x="0" y="304"/>
                  </a:cubicBezTo>
                  <a:cubicBezTo>
                    <a:pt x="0" y="251"/>
                    <a:pt x="145" y="198"/>
                    <a:pt x="421" y="152"/>
                  </a:cubicBezTo>
                  <a:cubicBezTo>
                    <a:pt x="696" y="106"/>
                    <a:pt x="1093" y="67"/>
                    <a:pt x="1570" y="40"/>
                  </a:cubicBezTo>
                  <a:cubicBezTo>
                    <a:pt x="2048" y="14"/>
                    <a:pt x="2589" y="0"/>
                    <a:pt x="3140" y="0"/>
                  </a:cubicBezTo>
                  <a:cubicBezTo>
                    <a:pt x="3692" y="0"/>
                    <a:pt x="4233" y="14"/>
                    <a:pt x="4710" y="40"/>
                  </a:cubicBezTo>
                  <a:cubicBezTo>
                    <a:pt x="5188" y="67"/>
                    <a:pt x="5584" y="106"/>
                    <a:pt x="5860" y="152"/>
                  </a:cubicBezTo>
                  <a:cubicBezTo>
                    <a:pt x="6135" y="198"/>
                    <a:pt x="6281" y="251"/>
                    <a:pt x="6281" y="3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5"/>
            <p:cNvSpPr/>
            <p:nvPr/>
          </p:nvSpPr>
          <p:spPr>
            <a:xfrm>
              <a:off x="6269627" y="4771379"/>
              <a:ext cx="2547566" cy="6657"/>
            </a:xfrm>
            <a:custGeom>
              <a:avLst/>
              <a:gdLst/>
              <a:ahLst/>
              <a:cxnLst/>
              <a:rect l="l" t="t" r="r" b="b"/>
              <a:pathLst>
                <a:path w="6123" h="16" extrusionOk="0">
                  <a:moveTo>
                    <a:pt x="6115" y="15"/>
                  </a:moveTo>
                  <a:lnTo>
                    <a:pt x="7" y="15"/>
                  </a:lnTo>
                  <a:lnTo>
                    <a:pt x="7" y="15"/>
                  </a:lnTo>
                  <a:cubicBezTo>
                    <a:pt x="6" y="15"/>
                    <a:pt x="5" y="15"/>
                    <a:pt x="4" y="14"/>
                  </a:cubicBezTo>
                  <a:cubicBezTo>
                    <a:pt x="3" y="14"/>
                    <a:pt x="2" y="12"/>
                    <a:pt x="1" y="11"/>
                  </a:cubicBezTo>
                  <a:cubicBezTo>
                    <a:pt x="0" y="10"/>
                    <a:pt x="0" y="10"/>
                    <a:pt x="0" y="8"/>
                  </a:cubicBezTo>
                  <a:cubicBezTo>
                    <a:pt x="0" y="7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lnTo>
                    <a:pt x="6115" y="0"/>
                  </a:lnTo>
                  <a:lnTo>
                    <a:pt x="6115" y="0"/>
                  </a:lnTo>
                  <a:cubicBezTo>
                    <a:pt x="6116" y="0"/>
                    <a:pt x="6117" y="1"/>
                    <a:pt x="6118" y="1"/>
                  </a:cubicBezTo>
                  <a:cubicBezTo>
                    <a:pt x="6119" y="2"/>
                    <a:pt x="6121" y="3"/>
                    <a:pt x="6121" y="4"/>
                  </a:cubicBezTo>
                  <a:cubicBezTo>
                    <a:pt x="6122" y="5"/>
                    <a:pt x="6122" y="7"/>
                    <a:pt x="6122" y="8"/>
                  </a:cubicBezTo>
                  <a:cubicBezTo>
                    <a:pt x="6122" y="10"/>
                    <a:pt x="6122" y="10"/>
                    <a:pt x="6121" y="11"/>
                  </a:cubicBezTo>
                  <a:cubicBezTo>
                    <a:pt x="6121" y="12"/>
                    <a:pt x="6119" y="14"/>
                    <a:pt x="6118" y="14"/>
                  </a:cubicBezTo>
                  <a:cubicBezTo>
                    <a:pt x="6117" y="15"/>
                    <a:pt x="6116" y="15"/>
                    <a:pt x="6115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5"/>
            <p:cNvSpPr/>
            <p:nvPr/>
          </p:nvSpPr>
          <p:spPr>
            <a:xfrm>
              <a:off x="7170821" y="4307057"/>
              <a:ext cx="462248" cy="637820"/>
            </a:xfrm>
            <a:custGeom>
              <a:avLst/>
              <a:gdLst/>
              <a:ahLst/>
              <a:cxnLst/>
              <a:rect l="l" t="t" r="r" b="b"/>
              <a:pathLst>
                <a:path w="1111" h="1533" extrusionOk="0">
                  <a:moveTo>
                    <a:pt x="555" y="1532"/>
                  </a:moveTo>
                  <a:lnTo>
                    <a:pt x="0" y="1532"/>
                  </a:lnTo>
                  <a:lnTo>
                    <a:pt x="0" y="0"/>
                  </a:lnTo>
                  <a:lnTo>
                    <a:pt x="1110" y="0"/>
                  </a:lnTo>
                  <a:lnTo>
                    <a:pt x="1110" y="1532"/>
                  </a:lnTo>
                  <a:lnTo>
                    <a:pt x="555" y="15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415" name="Google Shape;1415;p25"/>
            <p:cNvSpPr/>
            <p:nvPr/>
          </p:nvSpPr>
          <p:spPr>
            <a:xfrm>
              <a:off x="7167909" y="4304145"/>
              <a:ext cx="468073" cy="643645"/>
            </a:xfrm>
            <a:custGeom>
              <a:avLst/>
              <a:gdLst/>
              <a:ahLst/>
              <a:cxnLst/>
              <a:rect l="l" t="t" r="r" b="b"/>
              <a:pathLst>
                <a:path w="1125" h="1547" extrusionOk="0">
                  <a:moveTo>
                    <a:pt x="1117" y="1546"/>
                  </a:moveTo>
                  <a:lnTo>
                    <a:pt x="7" y="1546"/>
                  </a:lnTo>
                  <a:lnTo>
                    <a:pt x="7" y="1546"/>
                  </a:lnTo>
                  <a:lnTo>
                    <a:pt x="7" y="1546"/>
                  </a:lnTo>
                  <a:cubicBezTo>
                    <a:pt x="6" y="1546"/>
                    <a:pt x="5" y="1546"/>
                    <a:pt x="4" y="1545"/>
                  </a:cubicBezTo>
                  <a:cubicBezTo>
                    <a:pt x="3" y="1545"/>
                    <a:pt x="2" y="1545"/>
                    <a:pt x="1" y="1543"/>
                  </a:cubicBezTo>
                  <a:cubicBezTo>
                    <a:pt x="1" y="1542"/>
                    <a:pt x="0" y="1540"/>
                    <a:pt x="0" y="1539"/>
                  </a:cubicBezTo>
                  <a:lnTo>
                    <a:pt x="0" y="1539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4"/>
                    <a:pt x="1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lnTo>
                    <a:pt x="7" y="0"/>
                  </a:lnTo>
                  <a:lnTo>
                    <a:pt x="1117" y="0"/>
                  </a:lnTo>
                  <a:lnTo>
                    <a:pt x="1117" y="0"/>
                  </a:lnTo>
                  <a:cubicBezTo>
                    <a:pt x="1118" y="0"/>
                    <a:pt x="1119" y="1"/>
                    <a:pt x="1120" y="1"/>
                  </a:cubicBezTo>
                  <a:cubicBezTo>
                    <a:pt x="1121" y="2"/>
                    <a:pt x="1122" y="2"/>
                    <a:pt x="1123" y="3"/>
                  </a:cubicBezTo>
                  <a:cubicBezTo>
                    <a:pt x="1124" y="4"/>
                    <a:pt x="1124" y="6"/>
                    <a:pt x="1124" y="7"/>
                  </a:cubicBezTo>
                  <a:lnTo>
                    <a:pt x="1124" y="7"/>
                  </a:lnTo>
                  <a:lnTo>
                    <a:pt x="1124" y="1539"/>
                  </a:lnTo>
                  <a:lnTo>
                    <a:pt x="1124" y="1539"/>
                  </a:lnTo>
                  <a:lnTo>
                    <a:pt x="1124" y="1539"/>
                  </a:lnTo>
                  <a:cubicBezTo>
                    <a:pt x="1124" y="1540"/>
                    <a:pt x="1124" y="1542"/>
                    <a:pt x="1123" y="1543"/>
                  </a:cubicBezTo>
                  <a:cubicBezTo>
                    <a:pt x="1122" y="1545"/>
                    <a:pt x="1122" y="1544"/>
                    <a:pt x="1120" y="1545"/>
                  </a:cubicBezTo>
                  <a:cubicBezTo>
                    <a:pt x="1119" y="1546"/>
                    <a:pt x="1118" y="1546"/>
                    <a:pt x="1117" y="1546"/>
                  </a:cubicBezTo>
                  <a:moveTo>
                    <a:pt x="14" y="1532"/>
                  </a:moveTo>
                  <a:lnTo>
                    <a:pt x="1110" y="1532"/>
                  </a:lnTo>
                  <a:lnTo>
                    <a:pt x="1110" y="14"/>
                  </a:lnTo>
                  <a:lnTo>
                    <a:pt x="14" y="14"/>
                  </a:lnTo>
                  <a:lnTo>
                    <a:pt x="14" y="15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5"/>
            <p:cNvSpPr/>
            <p:nvPr/>
          </p:nvSpPr>
          <p:spPr>
            <a:xfrm>
              <a:off x="7665105" y="3793224"/>
              <a:ext cx="462248" cy="1151654"/>
            </a:xfrm>
            <a:custGeom>
              <a:avLst/>
              <a:gdLst/>
              <a:ahLst/>
              <a:cxnLst/>
              <a:rect l="l" t="t" r="r" b="b"/>
              <a:pathLst>
                <a:path w="1111" h="2768" extrusionOk="0">
                  <a:moveTo>
                    <a:pt x="555" y="2767"/>
                  </a:moveTo>
                  <a:lnTo>
                    <a:pt x="0" y="2767"/>
                  </a:lnTo>
                  <a:lnTo>
                    <a:pt x="0" y="0"/>
                  </a:lnTo>
                  <a:lnTo>
                    <a:pt x="1110" y="0"/>
                  </a:lnTo>
                  <a:lnTo>
                    <a:pt x="1110" y="2767"/>
                  </a:lnTo>
                  <a:lnTo>
                    <a:pt x="555" y="276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417" name="Google Shape;1417;p25"/>
            <p:cNvSpPr/>
            <p:nvPr/>
          </p:nvSpPr>
          <p:spPr>
            <a:xfrm>
              <a:off x="8047468" y="3793224"/>
              <a:ext cx="79884" cy="1151654"/>
            </a:xfrm>
            <a:custGeom>
              <a:avLst/>
              <a:gdLst/>
              <a:ahLst/>
              <a:cxnLst/>
              <a:rect l="l" t="t" r="r" b="b"/>
              <a:pathLst>
                <a:path w="192" h="2768" extrusionOk="0">
                  <a:moveTo>
                    <a:pt x="95" y="2767"/>
                  </a:moveTo>
                  <a:lnTo>
                    <a:pt x="0" y="2767"/>
                  </a:lnTo>
                  <a:lnTo>
                    <a:pt x="0" y="0"/>
                  </a:lnTo>
                  <a:lnTo>
                    <a:pt x="191" y="0"/>
                  </a:lnTo>
                  <a:lnTo>
                    <a:pt x="191" y="2767"/>
                  </a:lnTo>
                  <a:lnTo>
                    <a:pt x="95" y="27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418" name="Google Shape;1418;p25"/>
            <p:cNvSpPr/>
            <p:nvPr/>
          </p:nvSpPr>
          <p:spPr>
            <a:xfrm>
              <a:off x="7662192" y="3790312"/>
              <a:ext cx="468073" cy="1157479"/>
            </a:xfrm>
            <a:custGeom>
              <a:avLst/>
              <a:gdLst/>
              <a:ahLst/>
              <a:cxnLst/>
              <a:rect l="l" t="t" r="r" b="b"/>
              <a:pathLst>
                <a:path w="1125" h="2782" extrusionOk="0">
                  <a:moveTo>
                    <a:pt x="1117" y="2781"/>
                  </a:moveTo>
                  <a:lnTo>
                    <a:pt x="7" y="2781"/>
                  </a:lnTo>
                  <a:lnTo>
                    <a:pt x="7" y="2781"/>
                  </a:lnTo>
                  <a:lnTo>
                    <a:pt x="7" y="2781"/>
                  </a:lnTo>
                  <a:cubicBezTo>
                    <a:pt x="6" y="2781"/>
                    <a:pt x="5" y="2781"/>
                    <a:pt x="3" y="2780"/>
                  </a:cubicBezTo>
                  <a:cubicBezTo>
                    <a:pt x="2" y="2780"/>
                    <a:pt x="2" y="2780"/>
                    <a:pt x="1" y="2778"/>
                  </a:cubicBezTo>
                  <a:cubicBezTo>
                    <a:pt x="1" y="2777"/>
                    <a:pt x="0" y="2775"/>
                    <a:pt x="0" y="2774"/>
                  </a:cubicBezTo>
                  <a:lnTo>
                    <a:pt x="0" y="277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6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5" y="1"/>
                    <a:pt x="6" y="0"/>
                    <a:pt x="7" y="0"/>
                  </a:cubicBezTo>
                  <a:lnTo>
                    <a:pt x="7" y="0"/>
                  </a:lnTo>
                  <a:lnTo>
                    <a:pt x="1117" y="0"/>
                  </a:lnTo>
                  <a:lnTo>
                    <a:pt x="1117" y="0"/>
                  </a:lnTo>
                  <a:lnTo>
                    <a:pt x="1117" y="0"/>
                  </a:lnTo>
                  <a:cubicBezTo>
                    <a:pt x="1118" y="0"/>
                    <a:pt x="1119" y="1"/>
                    <a:pt x="1120" y="1"/>
                  </a:cubicBezTo>
                  <a:cubicBezTo>
                    <a:pt x="1121" y="2"/>
                    <a:pt x="1123" y="3"/>
                    <a:pt x="1123" y="4"/>
                  </a:cubicBezTo>
                  <a:cubicBezTo>
                    <a:pt x="1124" y="6"/>
                    <a:pt x="1124" y="6"/>
                    <a:pt x="1124" y="7"/>
                  </a:cubicBezTo>
                  <a:lnTo>
                    <a:pt x="1124" y="7"/>
                  </a:lnTo>
                  <a:lnTo>
                    <a:pt x="1124" y="2774"/>
                  </a:lnTo>
                  <a:lnTo>
                    <a:pt x="1124" y="2774"/>
                  </a:lnTo>
                  <a:lnTo>
                    <a:pt x="1124" y="2774"/>
                  </a:lnTo>
                  <a:cubicBezTo>
                    <a:pt x="1124" y="2775"/>
                    <a:pt x="1124" y="2777"/>
                    <a:pt x="1123" y="2778"/>
                  </a:cubicBezTo>
                  <a:cubicBezTo>
                    <a:pt x="1123" y="2780"/>
                    <a:pt x="1121" y="2780"/>
                    <a:pt x="1120" y="2780"/>
                  </a:cubicBezTo>
                  <a:cubicBezTo>
                    <a:pt x="1119" y="2781"/>
                    <a:pt x="1118" y="2781"/>
                    <a:pt x="1117" y="2781"/>
                  </a:cubicBezTo>
                  <a:moveTo>
                    <a:pt x="14" y="2767"/>
                  </a:moveTo>
                  <a:lnTo>
                    <a:pt x="1109" y="2767"/>
                  </a:lnTo>
                  <a:lnTo>
                    <a:pt x="1109" y="14"/>
                  </a:lnTo>
                  <a:lnTo>
                    <a:pt x="14" y="14"/>
                  </a:lnTo>
                  <a:lnTo>
                    <a:pt x="14" y="27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5"/>
            <p:cNvSpPr/>
            <p:nvPr/>
          </p:nvSpPr>
          <p:spPr>
            <a:xfrm>
              <a:off x="8044555" y="3790312"/>
              <a:ext cx="85709" cy="1157479"/>
            </a:xfrm>
            <a:custGeom>
              <a:avLst/>
              <a:gdLst/>
              <a:ahLst/>
              <a:cxnLst/>
              <a:rect l="l" t="t" r="r" b="b"/>
              <a:pathLst>
                <a:path w="206" h="2782" extrusionOk="0">
                  <a:moveTo>
                    <a:pt x="198" y="2781"/>
                  </a:moveTo>
                  <a:lnTo>
                    <a:pt x="7" y="2781"/>
                  </a:lnTo>
                  <a:lnTo>
                    <a:pt x="7" y="2781"/>
                  </a:lnTo>
                  <a:cubicBezTo>
                    <a:pt x="6" y="2781"/>
                    <a:pt x="4" y="2781"/>
                    <a:pt x="3" y="2780"/>
                  </a:cubicBezTo>
                  <a:cubicBezTo>
                    <a:pt x="2" y="2779"/>
                    <a:pt x="2" y="2780"/>
                    <a:pt x="1" y="2778"/>
                  </a:cubicBezTo>
                  <a:cubicBezTo>
                    <a:pt x="1" y="2777"/>
                    <a:pt x="0" y="2775"/>
                    <a:pt x="0" y="2774"/>
                  </a:cubicBezTo>
                  <a:lnTo>
                    <a:pt x="0" y="277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6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4" y="1"/>
                    <a:pt x="6" y="0"/>
                    <a:pt x="7" y="0"/>
                  </a:cubicBez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cubicBezTo>
                    <a:pt x="199" y="0"/>
                    <a:pt x="200" y="1"/>
                    <a:pt x="201" y="1"/>
                  </a:cubicBezTo>
                  <a:cubicBezTo>
                    <a:pt x="202" y="2"/>
                    <a:pt x="204" y="3"/>
                    <a:pt x="204" y="4"/>
                  </a:cubicBezTo>
                  <a:cubicBezTo>
                    <a:pt x="205" y="6"/>
                    <a:pt x="205" y="6"/>
                    <a:pt x="205" y="7"/>
                  </a:cubicBezTo>
                  <a:lnTo>
                    <a:pt x="205" y="7"/>
                  </a:lnTo>
                  <a:lnTo>
                    <a:pt x="205" y="2774"/>
                  </a:lnTo>
                  <a:lnTo>
                    <a:pt x="205" y="2774"/>
                  </a:lnTo>
                  <a:lnTo>
                    <a:pt x="205" y="2774"/>
                  </a:lnTo>
                  <a:cubicBezTo>
                    <a:pt x="205" y="2775"/>
                    <a:pt x="205" y="2777"/>
                    <a:pt x="204" y="2778"/>
                  </a:cubicBezTo>
                  <a:cubicBezTo>
                    <a:pt x="204" y="2780"/>
                    <a:pt x="202" y="2780"/>
                    <a:pt x="201" y="2780"/>
                  </a:cubicBezTo>
                  <a:cubicBezTo>
                    <a:pt x="200" y="2781"/>
                    <a:pt x="199" y="2781"/>
                    <a:pt x="198" y="2781"/>
                  </a:cubicBezTo>
                  <a:moveTo>
                    <a:pt x="14" y="2767"/>
                  </a:moveTo>
                  <a:lnTo>
                    <a:pt x="191" y="2767"/>
                  </a:lnTo>
                  <a:lnTo>
                    <a:pt x="191" y="14"/>
                  </a:lnTo>
                  <a:lnTo>
                    <a:pt x="14" y="14"/>
                  </a:lnTo>
                  <a:lnTo>
                    <a:pt x="14" y="27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5"/>
            <p:cNvSpPr/>
            <p:nvPr/>
          </p:nvSpPr>
          <p:spPr>
            <a:xfrm>
              <a:off x="8173951" y="3591436"/>
              <a:ext cx="461832" cy="1353443"/>
            </a:xfrm>
            <a:custGeom>
              <a:avLst/>
              <a:gdLst/>
              <a:ahLst/>
              <a:cxnLst/>
              <a:rect l="l" t="t" r="r" b="b"/>
              <a:pathLst>
                <a:path w="1110" h="3253" extrusionOk="0">
                  <a:moveTo>
                    <a:pt x="555" y="3252"/>
                  </a:moveTo>
                  <a:lnTo>
                    <a:pt x="0" y="3252"/>
                  </a:lnTo>
                  <a:lnTo>
                    <a:pt x="0" y="0"/>
                  </a:lnTo>
                  <a:lnTo>
                    <a:pt x="1109" y="0"/>
                  </a:lnTo>
                  <a:lnTo>
                    <a:pt x="1109" y="3252"/>
                  </a:lnTo>
                  <a:lnTo>
                    <a:pt x="555" y="325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421" name="Google Shape;1421;p25"/>
            <p:cNvSpPr/>
            <p:nvPr/>
          </p:nvSpPr>
          <p:spPr>
            <a:xfrm>
              <a:off x="8556314" y="3591436"/>
              <a:ext cx="79468" cy="1353443"/>
            </a:xfrm>
            <a:custGeom>
              <a:avLst/>
              <a:gdLst/>
              <a:ahLst/>
              <a:cxnLst/>
              <a:rect l="l" t="t" r="r" b="b"/>
              <a:pathLst>
                <a:path w="191" h="3253" extrusionOk="0">
                  <a:moveTo>
                    <a:pt x="95" y="3252"/>
                  </a:moveTo>
                  <a:lnTo>
                    <a:pt x="0" y="3252"/>
                  </a:lnTo>
                  <a:lnTo>
                    <a:pt x="0" y="0"/>
                  </a:lnTo>
                  <a:lnTo>
                    <a:pt x="190" y="0"/>
                  </a:lnTo>
                  <a:lnTo>
                    <a:pt x="190" y="3252"/>
                  </a:lnTo>
                  <a:lnTo>
                    <a:pt x="95" y="32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422" name="Google Shape;1422;p25"/>
            <p:cNvSpPr/>
            <p:nvPr/>
          </p:nvSpPr>
          <p:spPr>
            <a:xfrm>
              <a:off x="8171039" y="3588523"/>
              <a:ext cx="467657" cy="1359268"/>
            </a:xfrm>
            <a:custGeom>
              <a:avLst/>
              <a:gdLst/>
              <a:ahLst/>
              <a:cxnLst/>
              <a:rect l="l" t="t" r="r" b="b"/>
              <a:pathLst>
                <a:path w="1124" h="3267" extrusionOk="0">
                  <a:moveTo>
                    <a:pt x="1116" y="3266"/>
                  </a:moveTo>
                  <a:lnTo>
                    <a:pt x="7" y="3266"/>
                  </a:lnTo>
                  <a:lnTo>
                    <a:pt x="7" y="3266"/>
                  </a:lnTo>
                  <a:lnTo>
                    <a:pt x="7" y="3266"/>
                  </a:lnTo>
                  <a:cubicBezTo>
                    <a:pt x="6" y="3266"/>
                    <a:pt x="4" y="3266"/>
                    <a:pt x="3" y="3265"/>
                  </a:cubicBezTo>
                  <a:cubicBezTo>
                    <a:pt x="2" y="3265"/>
                    <a:pt x="2" y="3265"/>
                    <a:pt x="1" y="3263"/>
                  </a:cubicBezTo>
                  <a:cubicBezTo>
                    <a:pt x="1" y="3262"/>
                    <a:pt x="0" y="3260"/>
                    <a:pt x="0" y="3259"/>
                  </a:cubicBezTo>
                  <a:lnTo>
                    <a:pt x="0" y="3259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4" y="0"/>
                    <a:pt x="6" y="0"/>
                    <a:pt x="7" y="0"/>
                  </a:cubicBezTo>
                  <a:lnTo>
                    <a:pt x="7" y="0"/>
                  </a:lnTo>
                  <a:lnTo>
                    <a:pt x="1116" y="0"/>
                  </a:lnTo>
                  <a:lnTo>
                    <a:pt x="1116" y="0"/>
                  </a:lnTo>
                  <a:lnTo>
                    <a:pt x="1116" y="0"/>
                  </a:lnTo>
                  <a:cubicBezTo>
                    <a:pt x="1118" y="0"/>
                    <a:pt x="1119" y="0"/>
                    <a:pt x="1120" y="1"/>
                  </a:cubicBezTo>
                  <a:cubicBezTo>
                    <a:pt x="1121" y="2"/>
                    <a:pt x="1122" y="2"/>
                    <a:pt x="1122" y="4"/>
                  </a:cubicBezTo>
                  <a:cubicBezTo>
                    <a:pt x="1123" y="5"/>
                    <a:pt x="1123" y="6"/>
                    <a:pt x="1123" y="7"/>
                  </a:cubicBezTo>
                  <a:lnTo>
                    <a:pt x="1123" y="7"/>
                  </a:lnTo>
                  <a:lnTo>
                    <a:pt x="1123" y="3259"/>
                  </a:lnTo>
                  <a:lnTo>
                    <a:pt x="1123" y="3259"/>
                  </a:lnTo>
                  <a:lnTo>
                    <a:pt x="1123" y="3259"/>
                  </a:lnTo>
                  <a:cubicBezTo>
                    <a:pt x="1123" y="3260"/>
                    <a:pt x="1123" y="3262"/>
                    <a:pt x="1122" y="3263"/>
                  </a:cubicBezTo>
                  <a:cubicBezTo>
                    <a:pt x="1122" y="3265"/>
                    <a:pt x="1121" y="3265"/>
                    <a:pt x="1120" y="3265"/>
                  </a:cubicBezTo>
                  <a:cubicBezTo>
                    <a:pt x="1119" y="3266"/>
                    <a:pt x="1118" y="3266"/>
                    <a:pt x="1116" y="3266"/>
                  </a:cubicBezTo>
                  <a:moveTo>
                    <a:pt x="14" y="3252"/>
                  </a:moveTo>
                  <a:lnTo>
                    <a:pt x="1109" y="3252"/>
                  </a:lnTo>
                  <a:lnTo>
                    <a:pt x="1109" y="14"/>
                  </a:lnTo>
                  <a:lnTo>
                    <a:pt x="14" y="14"/>
                  </a:lnTo>
                  <a:lnTo>
                    <a:pt x="14" y="32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5"/>
            <p:cNvSpPr/>
            <p:nvPr/>
          </p:nvSpPr>
          <p:spPr>
            <a:xfrm>
              <a:off x="8553401" y="3588523"/>
              <a:ext cx="85709" cy="1359268"/>
            </a:xfrm>
            <a:custGeom>
              <a:avLst/>
              <a:gdLst/>
              <a:ahLst/>
              <a:cxnLst/>
              <a:rect l="l" t="t" r="r" b="b"/>
              <a:pathLst>
                <a:path w="206" h="3267" extrusionOk="0">
                  <a:moveTo>
                    <a:pt x="197" y="3266"/>
                  </a:moveTo>
                  <a:lnTo>
                    <a:pt x="7" y="3266"/>
                  </a:lnTo>
                  <a:lnTo>
                    <a:pt x="7" y="3266"/>
                  </a:lnTo>
                  <a:cubicBezTo>
                    <a:pt x="6" y="3266"/>
                    <a:pt x="4" y="3266"/>
                    <a:pt x="3" y="3265"/>
                  </a:cubicBezTo>
                  <a:cubicBezTo>
                    <a:pt x="2" y="3264"/>
                    <a:pt x="2" y="3265"/>
                    <a:pt x="1" y="3263"/>
                  </a:cubicBezTo>
                  <a:cubicBezTo>
                    <a:pt x="1" y="3262"/>
                    <a:pt x="0" y="3260"/>
                    <a:pt x="0" y="3259"/>
                  </a:cubicBezTo>
                  <a:lnTo>
                    <a:pt x="0" y="3259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4" y="0"/>
                    <a:pt x="6" y="0"/>
                    <a:pt x="7" y="0"/>
                  </a:cubicBez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  <a:cubicBezTo>
                    <a:pt x="199" y="0"/>
                    <a:pt x="200" y="0"/>
                    <a:pt x="201" y="1"/>
                  </a:cubicBezTo>
                  <a:cubicBezTo>
                    <a:pt x="202" y="2"/>
                    <a:pt x="204" y="2"/>
                    <a:pt x="204" y="4"/>
                  </a:cubicBezTo>
                  <a:cubicBezTo>
                    <a:pt x="205" y="5"/>
                    <a:pt x="204" y="6"/>
                    <a:pt x="204" y="7"/>
                  </a:cubicBezTo>
                  <a:lnTo>
                    <a:pt x="204" y="7"/>
                  </a:lnTo>
                  <a:lnTo>
                    <a:pt x="204" y="3259"/>
                  </a:lnTo>
                  <a:lnTo>
                    <a:pt x="204" y="3259"/>
                  </a:lnTo>
                  <a:lnTo>
                    <a:pt x="204" y="3259"/>
                  </a:lnTo>
                  <a:cubicBezTo>
                    <a:pt x="204" y="3260"/>
                    <a:pt x="205" y="3262"/>
                    <a:pt x="204" y="3263"/>
                  </a:cubicBezTo>
                  <a:cubicBezTo>
                    <a:pt x="204" y="3265"/>
                    <a:pt x="202" y="3265"/>
                    <a:pt x="201" y="3265"/>
                  </a:cubicBezTo>
                  <a:cubicBezTo>
                    <a:pt x="200" y="3266"/>
                    <a:pt x="199" y="3266"/>
                    <a:pt x="197" y="3266"/>
                  </a:cubicBezTo>
                  <a:moveTo>
                    <a:pt x="14" y="3252"/>
                  </a:moveTo>
                  <a:lnTo>
                    <a:pt x="190" y="3252"/>
                  </a:lnTo>
                  <a:lnTo>
                    <a:pt x="190" y="14"/>
                  </a:lnTo>
                  <a:lnTo>
                    <a:pt x="14" y="14"/>
                  </a:lnTo>
                  <a:lnTo>
                    <a:pt x="14" y="32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5"/>
            <p:cNvSpPr/>
            <p:nvPr/>
          </p:nvSpPr>
          <p:spPr>
            <a:xfrm>
              <a:off x="8398209" y="4479722"/>
              <a:ext cx="492205" cy="492199"/>
            </a:xfrm>
            <a:custGeom>
              <a:avLst/>
              <a:gdLst/>
              <a:ahLst/>
              <a:cxnLst/>
              <a:rect l="l" t="t" r="r" b="b"/>
              <a:pathLst>
                <a:path w="1183" h="1183" extrusionOk="0">
                  <a:moveTo>
                    <a:pt x="591" y="0"/>
                  </a:moveTo>
                  <a:cubicBezTo>
                    <a:pt x="265" y="0"/>
                    <a:pt x="0" y="265"/>
                    <a:pt x="0" y="591"/>
                  </a:cubicBezTo>
                  <a:cubicBezTo>
                    <a:pt x="0" y="917"/>
                    <a:pt x="265" y="1182"/>
                    <a:pt x="591" y="1182"/>
                  </a:cubicBezTo>
                  <a:cubicBezTo>
                    <a:pt x="917" y="1182"/>
                    <a:pt x="1182" y="917"/>
                    <a:pt x="1182" y="591"/>
                  </a:cubicBezTo>
                  <a:cubicBezTo>
                    <a:pt x="1182" y="265"/>
                    <a:pt x="917" y="0"/>
                    <a:pt x="591" y="0"/>
                  </a:cubicBezTo>
                  <a:moveTo>
                    <a:pt x="591" y="1070"/>
                  </a:moveTo>
                  <a:lnTo>
                    <a:pt x="591" y="1070"/>
                  </a:lnTo>
                  <a:cubicBezTo>
                    <a:pt x="507" y="1070"/>
                    <a:pt x="424" y="1048"/>
                    <a:pt x="351" y="1006"/>
                  </a:cubicBezTo>
                  <a:cubicBezTo>
                    <a:pt x="278" y="964"/>
                    <a:pt x="218" y="903"/>
                    <a:pt x="176" y="830"/>
                  </a:cubicBezTo>
                  <a:cubicBezTo>
                    <a:pt x="134" y="758"/>
                    <a:pt x="112" y="675"/>
                    <a:pt x="112" y="591"/>
                  </a:cubicBezTo>
                  <a:cubicBezTo>
                    <a:pt x="112" y="507"/>
                    <a:pt x="134" y="424"/>
                    <a:pt x="176" y="351"/>
                  </a:cubicBezTo>
                  <a:cubicBezTo>
                    <a:pt x="218" y="278"/>
                    <a:pt x="278" y="218"/>
                    <a:pt x="351" y="176"/>
                  </a:cubicBezTo>
                  <a:cubicBezTo>
                    <a:pt x="424" y="134"/>
                    <a:pt x="507" y="112"/>
                    <a:pt x="591" y="112"/>
                  </a:cubicBezTo>
                  <a:cubicBezTo>
                    <a:pt x="675" y="112"/>
                    <a:pt x="758" y="134"/>
                    <a:pt x="830" y="176"/>
                  </a:cubicBezTo>
                  <a:cubicBezTo>
                    <a:pt x="903" y="218"/>
                    <a:pt x="964" y="278"/>
                    <a:pt x="1006" y="351"/>
                  </a:cubicBezTo>
                  <a:cubicBezTo>
                    <a:pt x="1048" y="424"/>
                    <a:pt x="1070" y="507"/>
                    <a:pt x="1070" y="591"/>
                  </a:cubicBezTo>
                  <a:lnTo>
                    <a:pt x="1070" y="591"/>
                  </a:lnTo>
                  <a:lnTo>
                    <a:pt x="1070" y="591"/>
                  </a:lnTo>
                  <a:cubicBezTo>
                    <a:pt x="1070" y="675"/>
                    <a:pt x="1048" y="757"/>
                    <a:pt x="1006" y="830"/>
                  </a:cubicBezTo>
                  <a:cubicBezTo>
                    <a:pt x="964" y="903"/>
                    <a:pt x="903" y="964"/>
                    <a:pt x="830" y="1006"/>
                  </a:cubicBezTo>
                  <a:cubicBezTo>
                    <a:pt x="757" y="1048"/>
                    <a:pt x="675" y="1070"/>
                    <a:pt x="591" y="10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5"/>
            <p:cNvSpPr/>
            <p:nvPr/>
          </p:nvSpPr>
          <p:spPr>
            <a:xfrm>
              <a:off x="8442312" y="4523824"/>
              <a:ext cx="403999" cy="403994"/>
            </a:xfrm>
            <a:custGeom>
              <a:avLst/>
              <a:gdLst/>
              <a:ahLst/>
              <a:cxnLst/>
              <a:rect l="l" t="t" r="r" b="b"/>
              <a:pathLst>
                <a:path w="971" h="971" extrusionOk="0">
                  <a:moveTo>
                    <a:pt x="824" y="146"/>
                  </a:moveTo>
                  <a:cubicBezTo>
                    <a:pt x="883" y="205"/>
                    <a:pt x="926" y="280"/>
                    <a:pt x="948" y="361"/>
                  </a:cubicBezTo>
                  <a:cubicBezTo>
                    <a:pt x="970" y="442"/>
                    <a:pt x="970" y="528"/>
                    <a:pt x="948" y="609"/>
                  </a:cubicBezTo>
                  <a:cubicBezTo>
                    <a:pt x="926" y="690"/>
                    <a:pt x="884" y="765"/>
                    <a:pt x="824" y="824"/>
                  </a:cubicBezTo>
                  <a:cubicBezTo>
                    <a:pt x="765" y="884"/>
                    <a:pt x="690" y="926"/>
                    <a:pt x="609" y="948"/>
                  </a:cubicBezTo>
                  <a:cubicBezTo>
                    <a:pt x="528" y="970"/>
                    <a:pt x="442" y="970"/>
                    <a:pt x="361" y="948"/>
                  </a:cubicBezTo>
                  <a:cubicBezTo>
                    <a:pt x="280" y="926"/>
                    <a:pt x="206" y="884"/>
                    <a:pt x="146" y="824"/>
                  </a:cubicBezTo>
                  <a:cubicBezTo>
                    <a:pt x="87" y="765"/>
                    <a:pt x="44" y="690"/>
                    <a:pt x="22" y="609"/>
                  </a:cubicBezTo>
                  <a:cubicBezTo>
                    <a:pt x="0" y="528"/>
                    <a:pt x="0" y="442"/>
                    <a:pt x="22" y="361"/>
                  </a:cubicBezTo>
                  <a:cubicBezTo>
                    <a:pt x="44" y="280"/>
                    <a:pt x="87" y="205"/>
                    <a:pt x="146" y="146"/>
                  </a:cubicBezTo>
                  <a:cubicBezTo>
                    <a:pt x="206" y="87"/>
                    <a:pt x="280" y="44"/>
                    <a:pt x="361" y="22"/>
                  </a:cubicBezTo>
                  <a:cubicBezTo>
                    <a:pt x="442" y="0"/>
                    <a:pt x="528" y="0"/>
                    <a:pt x="609" y="22"/>
                  </a:cubicBezTo>
                  <a:cubicBezTo>
                    <a:pt x="690" y="44"/>
                    <a:pt x="764" y="87"/>
                    <a:pt x="824" y="1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5"/>
            <p:cNvSpPr/>
            <p:nvPr/>
          </p:nvSpPr>
          <p:spPr>
            <a:xfrm>
              <a:off x="8395297" y="4476809"/>
              <a:ext cx="498030" cy="498024"/>
            </a:xfrm>
            <a:custGeom>
              <a:avLst/>
              <a:gdLst/>
              <a:ahLst/>
              <a:cxnLst/>
              <a:rect l="l" t="t" r="r" b="b"/>
              <a:pathLst>
                <a:path w="1197" h="1197" extrusionOk="0">
                  <a:moveTo>
                    <a:pt x="598" y="1196"/>
                  </a:moveTo>
                  <a:cubicBezTo>
                    <a:pt x="268" y="1196"/>
                    <a:pt x="0" y="928"/>
                    <a:pt x="0" y="598"/>
                  </a:cubicBezTo>
                  <a:cubicBezTo>
                    <a:pt x="0" y="268"/>
                    <a:pt x="268" y="0"/>
                    <a:pt x="598" y="0"/>
                  </a:cubicBezTo>
                  <a:cubicBezTo>
                    <a:pt x="928" y="0"/>
                    <a:pt x="1196" y="268"/>
                    <a:pt x="1196" y="598"/>
                  </a:cubicBezTo>
                  <a:cubicBezTo>
                    <a:pt x="1196" y="928"/>
                    <a:pt x="928" y="1196"/>
                    <a:pt x="598" y="1196"/>
                  </a:cubicBezTo>
                  <a:moveTo>
                    <a:pt x="598" y="14"/>
                  </a:moveTo>
                  <a:cubicBezTo>
                    <a:pt x="276" y="14"/>
                    <a:pt x="14" y="276"/>
                    <a:pt x="14" y="598"/>
                  </a:cubicBezTo>
                  <a:cubicBezTo>
                    <a:pt x="14" y="920"/>
                    <a:pt x="276" y="1182"/>
                    <a:pt x="598" y="1182"/>
                  </a:cubicBezTo>
                  <a:cubicBezTo>
                    <a:pt x="920" y="1182"/>
                    <a:pt x="1182" y="920"/>
                    <a:pt x="1182" y="598"/>
                  </a:cubicBezTo>
                  <a:cubicBezTo>
                    <a:pt x="1182" y="276"/>
                    <a:pt x="920" y="14"/>
                    <a:pt x="598" y="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5"/>
            <p:cNvSpPr/>
            <p:nvPr/>
          </p:nvSpPr>
          <p:spPr>
            <a:xfrm>
              <a:off x="8441480" y="4523408"/>
              <a:ext cx="405247" cy="404826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972"/>
                  </a:moveTo>
                  <a:lnTo>
                    <a:pt x="487" y="972"/>
                  </a:lnTo>
                  <a:lnTo>
                    <a:pt x="487" y="972"/>
                  </a:lnTo>
                  <a:cubicBezTo>
                    <a:pt x="401" y="972"/>
                    <a:pt x="318" y="950"/>
                    <a:pt x="244" y="907"/>
                  </a:cubicBezTo>
                  <a:cubicBezTo>
                    <a:pt x="170" y="864"/>
                    <a:pt x="109" y="803"/>
                    <a:pt x="66" y="729"/>
                  </a:cubicBezTo>
                  <a:cubicBezTo>
                    <a:pt x="24" y="655"/>
                    <a:pt x="0" y="572"/>
                    <a:pt x="0" y="486"/>
                  </a:cubicBezTo>
                  <a:cubicBezTo>
                    <a:pt x="0" y="401"/>
                    <a:pt x="24" y="317"/>
                    <a:pt x="66" y="243"/>
                  </a:cubicBezTo>
                  <a:cubicBezTo>
                    <a:pt x="109" y="169"/>
                    <a:pt x="170" y="108"/>
                    <a:pt x="244" y="65"/>
                  </a:cubicBezTo>
                  <a:cubicBezTo>
                    <a:pt x="318" y="23"/>
                    <a:pt x="402" y="0"/>
                    <a:pt x="487" y="0"/>
                  </a:cubicBezTo>
                  <a:cubicBezTo>
                    <a:pt x="573" y="0"/>
                    <a:pt x="656" y="23"/>
                    <a:pt x="730" y="65"/>
                  </a:cubicBezTo>
                  <a:cubicBezTo>
                    <a:pt x="804" y="108"/>
                    <a:pt x="865" y="169"/>
                    <a:pt x="908" y="243"/>
                  </a:cubicBezTo>
                  <a:cubicBezTo>
                    <a:pt x="951" y="317"/>
                    <a:pt x="973" y="400"/>
                    <a:pt x="973" y="486"/>
                  </a:cubicBezTo>
                  <a:lnTo>
                    <a:pt x="973" y="486"/>
                  </a:lnTo>
                  <a:lnTo>
                    <a:pt x="973" y="486"/>
                  </a:lnTo>
                  <a:cubicBezTo>
                    <a:pt x="973" y="571"/>
                    <a:pt x="951" y="655"/>
                    <a:pt x="908" y="729"/>
                  </a:cubicBezTo>
                  <a:cubicBezTo>
                    <a:pt x="865" y="803"/>
                    <a:pt x="804" y="864"/>
                    <a:pt x="730" y="907"/>
                  </a:cubicBezTo>
                  <a:cubicBezTo>
                    <a:pt x="656" y="950"/>
                    <a:pt x="572" y="972"/>
                    <a:pt x="487" y="972"/>
                  </a:cubicBezTo>
                  <a:moveTo>
                    <a:pt x="487" y="14"/>
                  </a:moveTo>
                  <a:lnTo>
                    <a:pt x="487" y="14"/>
                  </a:lnTo>
                  <a:cubicBezTo>
                    <a:pt x="404" y="14"/>
                    <a:pt x="323" y="36"/>
                    <a:pt x="251" y="77"/>
                  </a:cubicBezTo>
                  <a:cubicBezTo>
                    <a:pt x="179" y="118"/>
                    <a:pt x="119" y="179"/>
                    <a:pt x="78" y="250"/>
                  </a:cubicBezTo>
                  <a:cubicBezTo>
                    <a:pt x="37" y="322"/>
                    <a:pt x="15" y="403"/>
                    <a:pt x="15" y="486"/>
                  </a:cubicBezTo>
                  <a:cubicBezTo>
                    <a:pt x="15" y="569"/>
                    <a:pt x="37" y="651"/>
                    <a:pt x="78" y="722"/>
                  </a:cubicBezTo>
                  <a:cubicBezTo>
                    <a:pt x="119" y="794"/>
                    <a:pt x="179" y="853"/>
                    <a:pt x="251" y="894"/>
                  </a:cubicBezTo>
                  <a:cubicBezTo>
                    <a:pt x="323" y="936"/>
                    <a:pt x="404" y="958"/>
                    <a:pt x="487" y="958"/>
                  </a:cubicBezTo>
                  <a:cubicBezTo>
                    <a:pt x="570" y="958"/>
                    <a:pt x="651" y="936"/>
                    <a:pt x="723" y="894"/>
                  </a:cubicBezTo>
                  <a:cubicBezTo>
                    <a:pt x="795" y="853"/>
                    <a:pt x="855" y="794"/>
                    <a:pt x="896" y="722"/>
                  </a:cubicBezTo>
                  <a:cubicBezTo>
                    <a:pt x="938" y="651"/>
                    <a:pt x="959" y="569"/>
                    <a:pt x="959" y="486"/>
                  </a:cubicBezTo>
                  <a:lnTo>
                    <a:pt x="959" y="486"/>
                  </a:lnTo>
                  <a:cubicBezTo>
                    <a:pt x="959" y="403"/>
                    <a:pt x="937" y="322"/>
                    <a:pt x="896" y="250"/>
                  </a:cubicBezTo>
                  <a:cubicBezTo>
                    <a:pt x="854" y="178"/>
                    <a:pt x="794" y="119"/>
                    <a:pt x="723" y="77"/>
                  </a:cubicBezTo>
                  <a:cubicBezTo>
                    <a:pt x="651" y="36"/>
                    <a:pt x="570" y="14"/>
                    <a:pt x="487" y="14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5"/>
            <p:cNvSpPr/>
            <p:nvPr/>
          </p:nvSpPr>
          <p:spPr>
            <a:xfrm>
              <a:off x="8441480" y="4523408"/>
              <a:ext cx="405247" cy="404826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972"/>
                  </a:moveTo>
                  <a:lnTo>
                    <a:pt x="487" y="972"/>
                  </a:lnTo>
                  <a:lnTo>
                    <a:pt x="487" y="972"/>
                  </a:lnTo>
                  <a:cubicBezTo>
                    <a:pt x="401" y="972"/>
                    <a:pt x="318" y="950"/>
                    <a:pt x="244" y="907"/>
                  </a:cubicBezTo>
                  <a:cubicBezTo>
                    <a:pt x="170" y="864"/>
                    <a:pt x="109" y="803"/>
                    <a:pt x="66" y="729"/>
                  </a:cubicBezTo>
                  <a:cubicBezTo>
                    <a:pt x="24" y="655"/>
                    <a:pt x="0" y="572"/>
                    <a:pt x="0" y="486"/>
                  </a:cubicBezTo>
                  <a:cubicBezTo>
                    <a:pt x="0" y="401"/>
                    <a:pt x="24" y="317"/>
                    <a:pt x="66" y="243"/>
                  </a:cubicBezTo>
                  <a:cubicBezTo>
                    <a:pt x="109" y="169"/>
                    <a:pt x="170" y="108"/>
                    <a:pt x="244" y="65"/>
                  </a:cubicBezTo>
                  <a:cubicBezTo>
                    <a:pt x="318" y="23"/>
                    <a:pt x="402" y="0"/>
                    <a:pt x="487" y="0"/>
                  </a:cubicBezTo>
                  <a:cubicBezTo>
                    <a:pt x="573" y="0"/>
                    <a:pt x="656" y="23"/>
                    <a:pt x="730" y="65"/>
                  </a:cubicBezTo>
                  <a:cubicBezTo>
                    <a:pt x="804" y="108"/>
                    <a:pt x="865" y="169"/>
                    <a:pt x="908" y="243"/>
                  </a:cubicBezTo>
                  <a:cubicBezTo>
                    <a:pt x="951" y="317"/>
                    <a:pt x="973" y="400"/>
                    <a:pt x="973" y="486"/>
                  </a:cubicBezTo>
                  <a:lnTo>
                    <a:pt x="973" y="486"/>
                  </a:lnTo>
                  <a:lnTo>
                    <a:pt x="973" y="486"/>
                  </a:lnTo>
                  <a:cubicBezTo>
                    <a:pt x="973" y="571"/>
                    <a:pt x="951" y="655"/>
                    <a:pt x="908" y="729"/>
                  </a:cubicBezTo>
                  <a:cubicBezTo>
                    <a:pt x="865" y="803"/>
                    <a:pt x="804" y="864"/>
                    <a:pt x="730" y="907"/>
                  </a:cubicBezTo>
                  <a:cubicBezTo>
                    <a:pt x="656" y="950"/>
                    <a:pt x="572" y="972"/>
                    <a:pt x="487" y="972"/>
                  </a:cubicBezTo>
                  <a:moveTo>
                    <a:pt x="487" y="14"/>
                  </a:moveTo>
                  <a:lnTo>
                    <a:pt x="487" y="14"/>
                  </a:lnTo>
                  <a:cubicBezTo>
                    <a:pt x="404" y="14"/>
                    <a:pt x="323" y="36"/>
                    <a:pt x="251" y="77"/>
                  </a:cubicBezTo>
                  <a:cubicBezTo>
                    <a:pt x="179" y="118"/>
                    <a:pt x="119" y="179"/>
                    <a:pt x="78" y="250"/>
                  </a:cubicBezTo>
                  <a:cubicBezTo>
                    <a:pt x="37" y="322"/>
                    <a:pt x="15" y="403"/>
                    <a:pt x="15" y="486"/>
                  </a:cubicBezTo>
                  <a:cubicBezTo>
                    <a:pt x="15" y="569"/>
                    <a:pt x="37" y="651"/>
                    <a:pt x="78" y="722"/>
                  </a:cubicBezTo>
                  <a:cubicBezTo>
                    <a:pt x="119" y="794"/>
                    <a:pt x="179" y="853"/>
                    <a:pt x="251" y="894"/>
                  </a:cubicBezTo>
                  <a:cubicBezTo>
                    <a:pt x="323" y="936"/>
                    <a:pt x="404" y="958"/>
                    <a:pt x="487" y="958"/>
                  </a:cubicBezTo>
                  <a:cubicBezTo>
                    <a:pt x="570" y="958"/>
                    <a:pt x="651" y="936"/>
                    <a:pt x="723" y="894"/>
                  </a:cubicBezTo>
                  <a:cubicBezTo>
                    <a:pt x="795" y="853"/>
                    <a:pt x="855" y="794"/>
                    <a:pt x="896" y="722"/>
                  </a:cubicBezTo>
                  <a:cubicBezTo>
                    <a:pt x="938" y="651"/>
                    <a:pt x="959" y="569"/>
                    <a:pt x="959" y="486"/>
                  </a:cubicBezTo>
                  <a:lnTo>
                    <a:pt x="959" y="486"/>
                  </a:lnTo>
                  <a:cubicBezTo>
                    <a:pt x="959" y="403"/>
                    <a:pt x="937" y="322"/>
                    <a:pt x="896" y="250"/>
                  </a:cubicBezTo>
                  <a:cubicBezTo>
                    <a:pt x="854" y="178"/>
                    <a:pt x="794" y="119"/>
                    <a:pt x="723" y="77"/>
                  </a:cubicBezTo>
                  <a:cubicBezTo>
                    <a:pt x="651" y="36"/>
                    <a:pt x="570" y="14"/>
                    <a:pt x="487" y="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5"/>
            <p:cNvSpPr/>
            <p:nvPr/>
          </p:nvSpPr>
          <p:spPr>
            <a:xfrm flipH="1">
              <a:off x="8547992" y="4562518"/>
              <a:ext cx="193054" cy="317454"/>
            </a:xfrm>
            <a:custGeom>
              <a:avLst/>
              <a:gdLst/>
              <a:ahLst/>
              <a:cxnLst/>
              <a:rect l="l" t="t" r="r" b="b"/>
              <a:pathLst>
                <a:path w="464" h="763" extrusionOk="0">
                  <a:moveTo>
                    <a:pt x="415" y="391"/>
                  </a:moveTo>
                  <a:cubicBezTo>
                    <a:pt x="384" y="359"/>
                    <a:pt x="340" y="335"/>
                    <a:pt x="284" y="321"/>
                  </a:cubicBezTo>
                  <a:lnTo>
                    <a:pt x="283" y="229"/>
                  </a:lnTo>
                  <a:cubicBezTo>
                    <a:pt x="322" y="234"/>
                    <a:pt x="354" y="245"/>
                    <a:pt x="378" y="262"/>
                  </a:cubicBezTo>
                  <a:lnTo>
                    <a:pt x="378" y="262"/>
                  </a:lnTo>
                  <a:lnTo>
                    <a:pt x="379" y="262"/>
                  </a:lnTo>
                  <a:cubicBezTo>
                    <a:pt x="380" y="263"/>
                    <a:pt x="383" y="263"/>
                    <a:pt x="385" y="263"/>
                  </a:cubicBezTo>
                  <a:cubicBezTo>
                    <a:pt x="386" y="263"/>
                    <a:pt x="387" y="263"/>
                    <a:pt x="389" y="263"/>
                  </a:cubicBezTo>
                  <a:lnTo>
                    <a:pt x="389" y="263"/>
                  </a:lnTo>
                  <a:cubicBezTo>
                    <a:pt x="389" y="262"/>
                    <a:pt x="390" y="263"/>
                    <a:pt x="391" y="262"/>
                  </a:cubicBezTo>
                  <a:cubicBezTo>
                    <a:pt x="393" y="262"/>
                    <a:pt x="395" y="259"/>
                    <a:pt x="396" y="257"/>
                  </a:cubicBezTo>
                  <a:lnTo>
                    <a:pt x="396" y="256"/>
                  </a:lnTo>
                  <a:lnTo>
                    <a:pt x="441" y="140"/>
                  </a:lnTo>
                  <a:lnTo>
                    <a:pt x="441" y="140"/>
                  </a:lnTo>
                  <a:cubicBezTo>
                    <a:pt x="442" y="139"/>
                    <a:pt x="442" y="138"/>
                    <a:pt x="442" y="136"/>
                  </a:cubicBezTo>
                  <a:cubicBezTo>
                    <a:pt x="442" y="134"/>
                    <a:pt x="441" y="132"/>
                    <a:pt x="440" y="130"/>
                  </a:cubicBezTo>
                  <a:cubicBezTo>
                    <a:pt x="439" y="128"/>
                    <a:pt x="438" y="127"/>
                    <a:pt x="436" y="125"/>
                  </a:cubicBezTo>
                  <a:cubicBezTo>
                    <a:pt x="435" y="125"/>
                    <a:pt x="435" y="125"/>
                    <a:pt x="435" y="125"/>
                  </a:cubicBezTo>
                  <a:lnTo>
                    <a:pt x="435" y="125"/>
                  </a:lnTo>
                  <a:cubicBezTo>
                    <a:pt x="387" y="103"/>
                    <a:pt x="335" y="89"/>
                    <a:pt x="283" y="83"/>
                  </a:cubicBezTo>
                  <a:lnTo>
                    <a:pt x="283" y="12"/>
                  </a:lnTo>
                  <a:lnTo>
                    <a:pt x="283" y="12"/>
                  </a:lnTo>
                  <a:cubicBezTo>
                    <a:pt x="283" y="10"/>
                    <a:pt x="282" y="8"/>
                    <a:pt x="281" y="6"/>
                  </a:cubicBezTo>
                  <a:cubicBezTo>
                    <a:pt x="280" y="4"/>
                    <a:pt x="279" y="3"/>
                    <a:pt x="277" y="2"/>
                  </a:cubicBezTo>
                  <a:cubicBezTo>
                    <a:pt x="275" y="1"/>
                    <a:pt x="273" y="0"/>
                    <a:pt x="271" y="0"/>
                  </a:cubicBezTo>
                  <a:lnTo>
                    <a:pt x="198" y="0"/>
                  </a:lnTo>
                  <a:lnTo>
                    <a:pt x="198" y="0"/>
                  </a:lnTo>
                  <a:cubicBezTo>
                    <a:pt x="195" y="0"/>
                    <a:pt x="193" y="1"/>
                    <a:pt x="192" y="2"/>
                  </a:cubicBezTo>
                  <a:cubicBezTo>
                    <a:pt x="190" y="4"/>
                    <a:pt x="188" y="4"/>
                    <a:pt x="187" y="6"/>
                  </a:cubicBezTo>
                  <a:cubicBezTo>
                    <a:pt x="186" y="8"/>
                    <a:pt x="185" y="10"/>
                    <a:pt x="185" y="12"/>
                  </a:cubicBezTo>
                  <a:lnTo>
                    <a:pt x="185" y="83"/>
                  </a:lnTo>
                  <a:cubicBezTo>
                    <a:pt x="130" y="90"/>
                    <a:pt x="86" y="108"/>
                    <a:pt x="53" y="137"/>
                  </a:cubicBezTo>
                  <a:cubicBezTo>
                    <a:pt x="18" y="169"/>
                    <a:pt x="0" y="211"/>
                    <a:pt x="0" y="262"/>
                  </a:cubicBezTo>
                  <a:lnTo>
                    <a:pt x="0" y="262"/>
                  </a:lnTo>
                  <a:lnTo>
                    <a:pt x="0" y="263"/>
                  </a:lnTo>
                  <a:cubicBezTo>
                    <a:pt x="0" y="293"/>
                    <a:pt x="7" y="321"/>
                    <a:pt x="22" y="347"/>
                  </a:cubicBezTo>
                  <a:cubicBezTo>
                    <a:pt x="29" y="359"/>
                    <a:pt x="38" y="370"/>
                    <a:pt x="48" y="380"/>
                  </a:cubicBezTo>
                  <a:cubicBezTo>
                    <a:pt x="79" y="413"/>
                    <a:pt x="124" y="438"/>
                    <a:pt x="182" y="454"/>
                  </a:cubicBezTo>
                  <a:lnTo>
                    <a:pt x="185" y="455"/>
                  </a:lnTo>
                  <a:lnTo>
                    <a:pt x="185" y="553"/>
                  </a:lnTo>
                  <a:lnTo>
                    <a:pt x="185" y="553"/>
                  </a:lnTo>
                  <a:cubicBezTo>
                    <a:pt x="166" y="551"/>
                    <a:pt x="146" y="547"/>
                    <a:pt x="127" y="542"/>
                  </a:cubicBezTo>
                  <a:lnTo>
                    <a:pt x="127" y="542"/>
                  </a:lnTo>
                  <a:cubicBezTo>
                    <a:pt x="102" y="537"/>
                    <a:pt x="78" y="528"/>
                    <a:pt x="55" y="516"/>
                  </a:cubicBezTo>
                  <a:lnTo>
                    <a:pt x="55" y="516"/>
                  </a:lnTo>
                  <a:cubicBezTo>
                    <a:pt x="53" y="515"/>
                    <a:pt x="51" y="515"/>
                    <a:pt x="50" y="515"/>
                  </a:cubicBezTo>
                  <a:cubicBezTo>
                    <a:pt x="47" y="515"/>
                    <a:pt x="46" y="515"/>
                    <a:pt x="44" y="516"/>
                  </a:cubicBezTo>
                  <a:cubicBezTo>
                    <a:pt x="43" y="517"/>
                    <a:pt x="40" y="519"/>
                    <a:pt x="39" y="521"/>
                  </a:cubicBezTo>
                  <a:cubicBezTo>
                    <a:pt x="39" y="521"/>
                    <a:pt x="38" y="522"/>
                    <a:pt x="38" y="523"/>
                  </a:cubicBezTo>
                  <a:lnTo>
                    <a:pt x="3" y="642"/>
                  </a:lnTo>
                  <a:lnTo>
                    <a:pt x="3" y="642"/>
                  </a:lnTo>
                  <a:cubicBezTo>
                    <a:pt x="2" y="643"/>
                    <a:pt x="2" y="644"/>
                    <a:pt x="2" y="645"/>
                  </a:cubicBezTo>
                  <a:cubicBezTo>
                    <a:pt x="2" y="647"/>
                    <a:pt x="3" y="649"/>
                    <a:pt x="4" y="651"/>
                  </a:cubicBezTo>
                  <a:cubicBezTo>
                    <a:pt x="5" y="653"/>
                    <a:pt x="6" y="655"/>
                    <a:pt x="8" y="656"/>
                  </a:cubicBezTo>
                  <a:cubicBezTo>
                    <a:pt x="9" y="657"/>
                    <a:pt x="9" y="656"/>
                    <a:pt x="9" y="656"/>
                  </a:cubicBezTo>
                  <a:cubicBezTo>
                    <a:pt x="61" y="681"/>
                    <a:pt x="120" y="695"/>
                    <a:pt x="185" y="699"/>
                  </a:cubicBezTo>
                  <a:lnTo>
                    <a:pt x="185" y="750"/>
                  </a:lnTo>
                  <a:lnTo>
                    <a:pt x="185" y="750"/>
                  </a:lnTo>
                  <a:lnTo>
                    <a:pt x="185" y="750"/>
                  </a:lnTo>
                  <a:cubicBezTo>
                    <a:pt x="185" y="752"/>
                    <a:pt x="186" y="755"/>
                    <a:pt x="187" y="756"/>
                  </a:cubicBezTo>
                  <a:cubicBezTo>
                    <a:pt x="188" y="758"/>
                    <a:pt x="190" y="760"/>
                    <a:pt x="191" y="761"/>
                  </a:cubicBezTo>
                  <a:cubicBezTo>
                    <a:pt x="193" y="762"/>
                    <a:pt x="195" y="762"/>
                    <a:pt x="197" y="762"/>
                  </a:cubicBezTo>
                  <a:lnTo>
                    <a:pt x="198" y="762"/>
                  </a:lnTo>
                  <a:lnTo>
                    <a:pt x="271" y="762"/>
                  </a:lnTo>
                  <a:lnTo>
                    <a:pt x="271" y="762"/>
                  </a:lnTo>
                  <a:cubicBezTo>
                    <a:pt x="273" y="762"/>
                    <a:pt x="275" y="762"/>
                    <a:pt x="277" y="761"/>
                  </a:cubicBezTo>
                  <a:cubicBezTo>
                    <a:pt x="279" y="760"/>
                    <a:pt x="280" y="758"/>
                    <a:pt x="281" y="756"/>
                  </a:cubicBezTo>
                  <a:cubicBezTo>
                    <a:pt x="282" y="754"/>
                    <a:pt x="283" y="752"/>
                    <a:pt x="283" y="750"/>
                  </a:cubicBezTo>
                  <a:lnTo>
                    <a:pt x="283" y="696"/>
                  </a:lnTo>
                  <a:cubicBezTo>
                    <a:pt x="338" y="688"/>
                    <a:pt x="381" y="669"/>
                    <a:pt x="412" y="638"/>
                  </a:cubicBezTo>
                  <a:cubicBezTo>
                    <a:pt x="446" y="606"/>
                    <a:pt x="462" y="562"/>
                    <a:pt x="462" y="509"/>
                  </a:cubicBezTo>
                  <a:lnTo>
                    <a:pt x="462" y="509"/>
                  </a:lnTo>
                  <a:cubicBezTo>
                    <a:pt x="462" y="509"/>
                    <a:pt x="463" y="508"/>
                    <a:pt x="463" y="507"/>
                  </a:cubicBezTo>
                  <a:cubicBezTo>
                    <a:pt x="463" y="479"/>
                    <a:pt x="455" y="450"/>
                    <a:pt x="440" y="425"/>
                  </a:cubicBezTo>
                  <a:cubicBezTo>
                    <a:pt x="433" y="413"/>
                    <a:pt x="425" y="401"/>
                    <a:pt x="415" y="391"/>
                  </a:cubicBezTo>
                  <a:moveTo>
                    <a:pt x="395" y="621"/>
                  </a:moveTo>
                  <a:cubicBezTo>
                    <a:pt x="366" y="649"/>
                    <a:pt x="324" y="667"/>
                    <a:pt x="269" y="674"/>
                  </a:cubicBezTo>
                  <a:lnTo>
                    <a:pt x="269" y="674"/>
                  </a:lnTo>
                  <a:cubicBezTo>
                    <a:pt x="267" y="674"/>
                    <a:pt x="266" y="675"/>
                    <a:pt x="264" y="675"/>
                  </a:cubicBezTo>
                  <a:cubicBezTo>
                    <a:pt x="263" y="676"/>
                    <a:pt x="261" y="679"/>
                    <a:pt x="260" y="680"/>
                  </a:cubicBezTo>
                  <a:cubicBezTo>
                    <a:pt x="259" y="682"/>
                    <a:pt x="259" y="684"/>
                    <a:pt x="259" y="686"/>
                  </a:cubicBezTo>
                  <a:lnTo>
                    <a:pt x="259" y="686"/>
                  </a:lnTo>
                  <a:lnTo>
                    <a:pt x="259" y="738"/>
                  </a:lnTo>
                  <a:lnTo>
                    <a:pt x="209" y="738"/>
                  </a:lnTo>
                  <a:lnTo>
                    <a:pt x="209" y="687"/>
                  </a:lnTo>
                  <a:lnTo>
                    <a:pt x="209" y="687"/>
                  </a:lnTo>
                  <a:cubicBezTo>
                    <a:pt x="209" y="685"/>
                    <a:pt x="209" y="683"/>
                    <a:pt x="208" y="681"/>
                  </a:cubicBezTo>
                  <a:cubicBezTo>
                    <a:pt x="207" y="680"/>
                    <a:pt x="205" y="678"/>
                    <a:pt x="203" y="677"/>
                  </a:cubicBezTo>
                  <a:cubicBezTo>
                    <a:pt x="202" y="676"/>
                    <a:pt x="200" y="675"/>
                    <a:pt x="198" y="675"/>
                  </a:cubicBezTo>
                  <a:lnTo>
                    <a:pt x="198" y="675"/>
                  </a:lnTo>
                  <a:cubicBezTo>
                    <a:pt x="140" y="674"/>
                    <a:pt x="82" y="661"/>
                    <a:pt x="29" y="638"/>
                  </a:cubicBezTo>
                  <a:lnTo>
                    <a:pt x="57" y="544"/>
                  </a:lnTo>
                  <a:lnTo>
                    <a:pt x="57" y="544"/>
                  </a:lnTo>
                  <a:cubicBezTo>
                    <a:pt x="77" y="553"/>
                    <a:pt x="99" y="561"/>
                    <a:pt x="121" y="566"/>
                  </a:cubicBezTo>
                  <a:lnTo>
                    <a:pt x="121" y="566"/>
                  </a:lnTo>
                  <a:cubicBezTo>
                    <a:pt x="146" y="572"/>
                    <a:pt x="171" y="576"/>
                    <a:pt x="196" y="578"/>
                  </a:cubicBezTo>
                  <a:lnTo>
                    <a:pt x="196" y="578"/>
                  </a:lnTo>
                  <a:cubicBezTo>
                    <a:pt x="197" y="578"/>
                    <a:pt x="197" y="578"/>
                    <a:pt x="198" y="578"/>
                  </a:cubicBezTo>
                  <a:cubicBezTo>
                    <a:pt x="200" y="578"/>
                    <a:pt x="202" y="577"/>
                    <a:pt x="203" y="576"/>
                  </a:cubicBezTo>
                  <a:cubicBezTo>
                    <a:pt x="204" y="576"/>
                    <a:pt x="205" y="575"/>
                    <a:pt x="206" y="575"/>
                  </a:cubicBezTo>
                  <a:lnTo>
                    <a:pt x="206" y="575"/>
                  </a:lnTo>
                  <a:cubicBezTo>
                    <a:pt x="206" y="574"/>
                    <a:pt x="207" y="573"/>
                    <a:pt x="208" y="572"/>
                  </a:cubicBezTo>
                  <a:cubicBezTo>
                    <a:pt x="209" y="570"/>
                    <a:pt x="209" y="568"/>
                    <a:pt x="209" y="566"/>
                  </a:cubicBezTo>
                  <a:lnTo>
                    <a:pt x="209" y="446"/>
                  </a:lnTo>
                  <a:lnTo>
                    <a:pt x="209" y="446"/>
                  </a:lnTo>
                  <a:cubicBezTo>
                    <a:pt x="209" y="444"/>
                    <a:pt x="209" y="442"/>
                    <a:pt x="208" y="440"/>
                  </a:cubicBezTo>
                  <a:cubicBezTo>
                    <a:pt x="207" y="438"/>
                    <a:pt x="205" y="437"/>
                    <a:pt x="203" y="435"/>
                  </a:cubicBezTo>
                  <a:cubicBezTo>
                    <a:pt x="203" y="435"/>
                    <a:pt x="202" y="435"/>
                    <a:pt x="201" y="434"/>
                  </a:cubicBezTo>
                  <a:lnTo>
                    <a:pt x="188" y="431"/>
                  </a:lnTo>
                  <a:cubicBezTo>
                    <a:pt x="134" y="416"/>
                    <a:pt x="93" y="393"/>
                    <a:pt x="65" y="364"/>
                  </a:cubicBezTo>
                  <a:lnTo>
                    <a:pt x="65" y="364"/>
                  </a:lnTo>
                  <a:cubicBezTo>
                    <a:pt x="56" y="355"/>
                    <a:pt x="49" y="345"/>
                    <a:pt x="43" y="335"/>
                  </a:cubicBezTo>
                  <a:cubicBezTo>
                    <a:pt x="30" y="313"/>
                    <a:pt x="24" y="289"/>
                    <a:pt x="24" y="264"/>
                  </a:cubicBezTo>
                  <a:cubicBezTo>
                    <a:pt x="24" y="263"/>
                    <a:pt x="24" y="263"/>
                    <a:pt x="24" y="262"/>
                  </a:cubicBezTo>
                  <a:cubicBezTo>
                    <a:pt x="24" y="218"/>
                    <a:pt x="39" y="184"/>
                    <a:pt x="69" y="156"/>
                  </a:cubicBezTo>
                  <a:cubicBezTo>
                    <a:pt x="99" y="129"/>
                    <a:pt x="143" y="111"/>
                    <a:pt x="198" y="106"/>
                  </a:cubicBezTo>
                  <a:lnTo>
                    <a:pt x="198" y="106"/>
                  </a:lnTo>
                  <a:cubicBezTo>
                    <a:pt x="200" y="106"/>
                    <a:pt x="202" y="105"/>
                    <a:pt x="203" y="104"/>
                  </a:cubicBezTo>
                  <a:cubicBezTo>
                    <a:pt x="205" y="103"/>
                    <a:pt x="207" y="102"/>
                    <a:pt x="208" y="100"/>
                  </a:cubicBezTo>
                  <a:cubicBezTo>
                    <a:pt x="209" y="98"/>
                    <a:pt x="209" y="96"/>
                    <a:pt x="209" y="94"/>
                  </a:cubicBezTo>
                  <a:lnTo>
                    <a:pt x="209" y="94"/>
                  </a:lnTo>
                  <a:lnTo>
                    <a:pt x="209" y="24"/>
                  </a:lnTo>
                  <a:lnTo>
                    <a:pt x="259" y="24"/>
                  </a:lnTo>
                  <a:lnTo>
                    <a:pt x="259" y="94"/>
                  </a:lnTo>
                  <a:lnTo>
                    <a:pt x="259" y="94"/>
                  </a:lnTo>
                  <a:lnTo>
                    <a:pt x="259" y="94"/>
                  </a:lnTo>
                  <a:cubicBezTo>
                    <a:pt x="259" y="96"/>
                    <a:pt x="259" y="98"/>
                    <a:pt x="260" y="100"/>
                  </a:cubicBezTo>
                  <a:cubicBezTo>
                    <a:pt x="261" y="102"/>
                    <a:pt x="262" y="104"/>
                    <a:pt x="264" y="105"/>
                  </a:cubicBezTo>
                  <a:cubicBezTo>
                    <a:pt x="266" y="106"/>
                    <a:pt x="268" y="106"/>
                    <a:pt x="269" y="106"/>
                  </a:cubicBezTo>
                  <a:lnTo>
                    <a:pt x="269" y="106"/>
                  </a:lnTo>
                  <a:cubicBezTo>
                    <a:pt x="319" y="110"/>
                    <a:pt x="368" y="123"/>
                    <a:pt x="414" y="143"/>
                  </a:cubicBezTo>
                  <a:lnTo>
                    <a:pt x="379" y="234"/>
                  </a:lnTo>
                  <a:cubicBezTo>
                    <a:pt x="350" y="218"/>
                    <a:pt x="314" y="208"/>
                    <a:pt x="272" y="203"/>
                  </a:cubicBezTo>
                  <a:lnTo>
                    <a:pt x="272" y="203"/>
                  </a:lnTo>
                  <a:cubicBezTo>
                    <a:pt x="271" y="203"/>
                    <a:pt x="271" y="203"/>
                    <a:pt x="270" y="203"/>
                  </a:cubicBezTo>
                  <a:cubicBezTo>
                    <a:pt x="268" y="203"/>
                    <a:pt x="266" y="204"/>
                    <a:pt x="264" y="205"/>
                  </a:cubicBezTo>
                  <a:cubicBezTo>
                    <a:pt x="264" y="205"/>
                    <a:pt x="263" y="206"/>
                    <a:pt x="262" y="206"/>
                  </a:cubicBezTo>
                  <a:lnTo>
                    <a:pt x="262" y="206"/>
                  </a:lnTo>
                  <a:cubicBezTo>
                    <a:pt x="262" y="207"/>
                    <a:pt x="261" y="208"/>
                    <a:pt x="260" y="209"/>
                  </a:cubicBezTo>
                  <a:cubicBezTo>
                    <a:pt x="259" y="211"/>
                    <a:pt x="259" y="213"/>
                    <a:pt x="259" y="215"/>
                  </a:cubicBezTo>
                  <a:lnTo>
                    <a:pt x="259" y="331"/>
                  </a:lnTo>
                  <a:lnTo>
                    <a:pt x="259" y="331"/>
                  </a:lnTo>
                  <a:cubicBezTo>
                    <a:pt x="259" y="333"/>
                    <a:pt x="259" y="335"/>
                    <a:pt x="260" y="337"/>
                  </a:cubicBezTo>
                  <a:cubicBezTo>
                    <a:pt x="261" y="339"/>
                    <a:pt x="263" y="340"/>
                    <a:pt x="265" y="341"/>
                  </a:cubicBezTo>
                  <a:cubicBezTo>
                    <a:pt x="266" y="342"/>
                    <a:pt x="266" y="342"/>
                    <a:pt x="267" y="342"/>
                  </a:cubicBezTo>
                  <a:lnTo>
                    <a:pt x="278" y="345"/>
                  </a:lnTo>
                  <a:cubicBezTo>
                    <a:pt x="329" y="358"/>
                    <a:pt x="369" y="379"/>
                    <a:pt x="397" y="408"/>
                  </a:cubicBezTo>
                  <a:lnTo>
                    <a:pt x="397" y="408"/>
                  </a:lnTo>
                  <a:cubicBezTo>
                    <a:pt x="406" y="417"/>
                    <a:pt x="413" y="426"/>
                    <a:pt x="419" y="437"/>
                  </a:cubicBezTo>
                  <a:cubicBezTo>
                    <a:pt x="432" y="458"/>
                    <a:pt x="438" y="483"/>
                    <a:pt x="438" y="507"/>
                  </a:cubicBezTo>
                  <a:cubicBezTo>
                    <a:pt x="438" y="508"/>
                    <a:pt x="438" y="509"/>
                    <a:pt x="438" y="510"/>
                  </a:cubicBezTo>
                  <a:cubicBezTo>
                    <a:pt x="438" y="556"/>
                    <a:pt x="424" y="593"/>
                    <a:pt x="395" y="621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5"/>
            <p:cNvSpPr/>
            <p:nvPr/>
          </p:nvSpPr>
          <p:spPr>
            <a:xfrm flipH="1">
              <a:off x="8654089" y="4646978"/>
              <a:ext cx="28708" cy="49511"/>
            </a:xfrm>
            <a:custGeom>
              <a:avLst/>
              <a:gdLst/>
              <a:ahLst/>
              <a:cxnLst/>
              <a:rect l="l" t="t" r="r" b="b"/>
              <a:pathLst>
                <a:path w="69" h="119" extrusionOk="0">
                  <a:moveTo>
                    <a:pt x="64" y="3"/>
                  </a:moveTo>
                  <a:lnTo>
                    <a:pt x="64" y="3"/>
                  </a:lnTo>
                  <a:cubicBezTo>
                    <a:pt x="64" y="2"/>
                    <a:pt x="63" y="2"/>
                    <a:pt x="63" y="2"/>
                  </a:cubicBezTo>
                  <a:cubicBezTo>
                    <a:pt x="61" y="1"/>
                    <a:pt x="59" y="0"/>
                    <a:pt x="56" y="0"/>
                  </a:cubicBezTo>
                  <a:cubicBezTo>
                    <a:pt x="56" y="0"/>
                    <a:pt x="55" y="0"/>
                    <a:pt x="54" y="0"/>
                  </a:cubicBezTo>
                  <a:cubicBezTo>
                    <a:pt x="9" y="10"/>
                    <a:pt x="0" y="37"/>
                    <a:pt x="0" y="58"/>
                  </a:cubicBezTo>
                  <a:lnTo>
                    <a:pt x="0" y="58"/>
                  </a:lnTo>
                  <a:lnTo>
                    <a:pt x="0" y="59"/>
                  </a:lnTo>
                  <a:cubicBezTo>
                    <a:pt x="0" y="68"/>
                    <a:pt x="2" y="77"/>
                    <a:pt x="6" y="85"/>
                  </a:cubicBezTo>
                  <a:cubicBezTo>
                    <a:pt x="8" y="88"/>
                    <a:pt x="10" y="90"/>
                    <a:pt x="12" y="93"/>
                  </a:cubicBezTo>
                  <a:cubicBezTo>
                    <a:pt x="20" y="102"/>
                    <a:pt x="33" y="109"/>
                    <a:pt x="52" y="117"/>
                  </a:cubicBezTo>
                  <a:lnTo>
                    <a:pt x="52" y="117"/>
                  </a:lnTo>
                  <a:cubicBezTo>
                    <a:pt x="53" y="118"/>
                    <a:pt x="55" y="118"/>
                    <a:pt x="56" y="118"/>
                  </a:cubicBezTo>
                  <a:lnTo>
                    <a:pt x="56" y="118"/>
                  </a:lnTo>
                  <a:cubicBezTo>
                    <a:pt x="59" y="118"/>
                    <a:pt x="61" y="117"/>
                    <a:pt x="63" y="116"/>
                  </a:cubicBezTo>
                  <a:lnTo>
                    <a:pt x="63" y="116"/>
                  </a:lnTo>
                  <a:lnTo>
                    <a:pt x="63" y="116"/>
                  </a:lnTo>
                  <a:cubicBezTo>
                    <a:pt x="65" y="115"/>
                    <a:pt x="66" y="114"/>
                    <a:pt x="67" y="112"/>
                  </a:cubicBezTo>
                  <a:cubicBezTo>
                    <a:pt x="68" y="110"/>
                    <a:pt x="68" y="108"/>
                    <a:pt x="68" y="106"/>
                  </a:cubicBezTo>
                  <a:lnTo>
                    <a:pt x="68" y="12"/>
                  </a:lnTo>
                  <a:lnTo>
                    <a:pt x="68" y="12"/>
                  </a:lnTo>
                  <a:cubicBezTo>
                    <a:pt x="68" y="10"/>
                    <a:pt x="68" y="8"/>
                    <a:pt x="67" y="6"/>
                  </a:cubicBezTo>
                  <a:cubicBezTo>
                    <a:pt x="66" y="5"/>
                    <a:pt x="65" y="4"/>
                    <a:pt x="64" y="3"/>
                  </a:cubicBezTo>
                  <a:moveTo>
                    <a:pt x="44" y="87"/>
                  </a:moveTo>
                  <a:lnTo>
                    <a:pt x="44" y="87"/>
                  </a:lnTo>
                  <a:cubicBezTo>
                    <a:pt x="43" y="87"/>
                    <a:pt x="42" y="86"/>
                    <a:pt x="41" y="85"/>
                  </a:cubicBezTo>
                  <a:cubicBezTo>
                    <a:pt x="37" y="83"/>
                    <a:pt x="33" y="80"/>
                    <a:pt x="30" y="77"/>
                  </a:cubicBezTo>
                  <a:lnTo>
                    <a:pt x="30" y="77"/>
                  </a:lnTo>
                  <a:cubicBezTo>
                    <a:pt x="29" y="76"/>
                    <a:pt x="28" y="74"/>
                    <a:pt x="27" y="73"/>
                  </a:cubicBezTo>
                  <a:cubicBezTo>
                    <a:pt x="25" y="69"/>
                    <a:pt x="24" y="64"/>
                    <a:pt x="24" y="59"/>
                  </a:cubicBezTo>
                  <a:lnTo>
                    <a:pt x="24" y="58"/>
                  </a:lnTo>
                  <a:cubicBezTo>
                    <a:pt x="24" y="48"/>
                    <a:pt x="26" y="36"/>
                    <a:pt x="44" y="29"/>
                  </a:cubicBezTo>
                  <a:lnTo>
                    <a:pt x="44" y="87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5"/>
            <p:cNvSpPr/>
            <p:nvPr/>
          </p:nvSpPr>
          <p:spPr>
            <a:xfrm flipH="1">
              <a:off x="8606657" y="4753073"/>
              <a:ext cx="27044" cy="48263"/>
            </a:xfrm>
            <a:custGeom>
              <a:avLst/>
              <a:gdLst/>
              <a:ahLst/>
              <a:cxnLst/>
              <a:rect l="l" t="t" r="r" b="b"/>
              <a:pathLst>
                <a:path w="65" h="116" extrusionOk="0">
                  <a:moveTo>
                    <a:pt x="53" y="25"/>
                  </a:moveTo>
                  <a:cubicBezTo>
                    <a:pt x="47" y="16"/>
                    <a:pt x="34" y="8"/>
                    <a:pt x="16" y="0"/>
                  </a:cubicBezTo>
                  <a:lnTo>
                    <a:pt x="16" y="0"/>
                  </a:lnTo>
                  <a:cubicBezTo>
                    <a:pt x="15" y="0"/>
                    <a:pt x="13" y="0"/>
                    <a:pt x="12" y="0"/>
                  </a:cubicBezTo>
                  <a:cubicBezTo>
                    <a:pt x="10" y="0"/>
                    <a:pt x="7" y="0"/>
                    <a:pt x="6" y="1"/>
                  </a:cubicBezTo>
                  <a:cubicBezTo>
                    <a:pt x="5" y="2"/>
                    <a:pt x="5" y="2"/>
                    <a:pt x="5" y="2"/>
                  </a:cubicBezTo>
                  <a:lnTo>
                    <a:pt x="5" y="2"/>
                  </a:lnTo>
                  <a:cubicBezTo>
                    <a:pt x="3" y="3"/>
                    <a:pt x="2" y="4"/>
                    <a:pt x="1" y="6"/>
                  </a:cubicBezTo>
                  <a:cubicBezTo>
                    <a:pt x="0" y="8"/>
                    <a:pt x="0" y="10"/>
                    <a:pt x="0" y="12"/>
                  </a:cubicBezTo>
                  <a:lnTo>
                    <a:pt x="0" y="12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3"/>
                  </a:lnTo>
                  <a:cubicBezTo>
                    <a:pt x="0" y="105"/>
                    <a:pt x="0" y="107"/>
                    <a:pt x="1" y="109"/>
                  </a:cubicBezTo>
                  <a:cubicBezTo>
                    <a:pt x="2" y="111"/>
                    <a:pt x="3" y="112"/>
                    <a:pt x="4" y="113"/>
                  </a:cubicBezTo>
                  <a:lnTo>
                    <a:pt x="4" y="113"/>
                  </a:lnTo>
                  <a:lnTo>
                    <a:pt x="5" y="113"/>
                  </a:lnTo>
                  <a:cubicBezTo>
                    <a:pt x="7" y="115"/>
                    <a:pt x="9" y="115"/>
                    <a:pt x="11" y="115"/>
                  </a:cubicBezTo>
                  <a:cubicBezTo>
                    <a:pt x="12" y="115"/>
                    <a:pt x="12" y="115"/>
                    <a:pt x="12" y="115"/>
                  </a:cubicBezTo>
                  <a:lnTo>
                    <a:pt x="12" y="115"/>
                  </a:lnTo>
                  <a:lnTo>
                    <a:pt x="12" y="115"/>
                  </a:lnTo>
                  <a:cubicBezTo>
                    <a:pt x="13" y="115"/>
                    <a:pt x="14" y="115"/>
                    <a:pt x="14" y="115"/>
                  </a:cubicBezTo>
                  <a:cubicBezTo>
                    <a:pt x="55" y="104"/>
                    <a:pt x="64" y="80"/>
                    <a:pt x="64" y="61"/>
                  </a:cubicBezTo>
                  <a:lnTo>
                    <a:pt x="64" y="61"/>
                  </a:lnTo>
                  <a:cubicBezTo>
                    <a:pt x="64" y="61"/>
                    <a:pt x="64" y="60"/>
                    <a:pt x="64" y="59"/>
                  </a:cubicBezTo>
                  <a:cubicBezTo>
                    <a:pt x="64" y="49"/>
                    <a:pt x="61" y="39"/>
                    <a:pt x="56" y="30"/>
                  </a:cubicBezTo>
                  <a:cubicBezTo>
                    <a:pt x="55" y="28"/>
                    <a:pt x="54" y="27"/>
                    <a:pt x="53" y="25"/>
                  </a:cubicBezTo>
                  <a:moveTo>
                    <a:pt x="24" y="86"/>
                  </a:moveTo>
                  <a:lnTo>
                    <a:pt x="24" y="31"/>
                  </a:lnTo>
                  <a:lnTo>
                    <a:pt x="24" y="31"/>
                  </a:lnTo>
                  <a:lnTo>
                    <a:pt x="24" y="31"/>
                  </a:lnTo>
                  <a:cubicBezTo>
                    <a:pt x="28" y="33"/>
                    <a:pt x="31" y="36"/>
                    <a:pt x="34" y="40"/>
                  </a:cubicBezTo>
                  <a:lnTo>
                    <a:pt x="34" y="40"/>
                  </a:lnTo>
                  <a:lnTo>
                    <a:pt x="35" y="41"/>
                  </a:lnTo>
                  <a:cubicBezTo>
                    <a:pt x="38" y="47"/>
                    <a:pt x="40" y="53"/>
                    <a:pt x="40" y="60"/>
                  </a:cubicBezTo>
                  <a:cubicBezTo>
                    <a:pt x="40" y="60"/>
                    <a:pt x="40" y="61"/>
                    <a:pt x="40" y="62"/>
                  </a:cubicBezTo>
                  <a:cubicBezTo>
                    <a:pt x="40" y="69"/>
                    <a:pt x="38" y="79"/>
                    <a:pt x="24" y="86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5"/>
            <p:cNvSpPr/>
            <p:nvPr/>
          </p:nvSpPr>
          <p:spPr>
            <a:xfrm flipH="1">
              <a:off x="8554649" y="4569591"/>
              <a:ext cx="178908" cy="303308"/>
            </a:xfrm>
            <a:custGeom>
              <a:avLst/>
              <a:gdLst/>
              <a:ahLst/>
              <a:cxnLst/>
              <a:rect l="l" t="t" r="r" b="b"/>
              <a:pathLst>
                <a:path w="430" h="729" extrusionOk="0">
                  <a:moveTo>
                    <a:pt x="419" y="435"/>
                  </a:moveTo>
                  <a:lnTo>
                    <a:pt x="419" y="435"/>
                  </a:lnTo>
                  <a:cubicBezTo>
                    <a:pt x="416" y="429"/>
                    <a:pt x="413" y="423"/>
                    <a:pt x="410" y="417"/>
                  </a:cubicBezTo>
                  <a:cubicBezTo>
                    <a:pt x="403" y="406"/>
                    <a:pt x="395" y="395"/>
                    <a:pt x="386" y="386"/>
                  </a:cubicBezTo>
                  <a:cubicBezTo>
                    <a:pt x="358" y="356"/>
                    <a:pt x="316" y="334"/>
                    <a:pt x="263" y="321"/>
                  </a:cubicBezTo>
                  <a:lnTo>
                    <a:pt x="253" y="318"/>
                  </a:lnTo>
                  <a:lnTo>
                    <a:pt x="253" y="318"/>
                  </a:lnTo>
                  <a:cubicBezTo>
                    <a:pt x="253" y="318"/>
                    <a:pt x="253" y="319"/>
                    <a:pt x="252" y="318"/>
                  </a:cubicBezTo>
                  <a:cubicBezTo>
                    <a:pt x="251" y="318"/>
                    <a:pt x="251" y="317"/>
                    <a:pt x="250" y="316"/>
                  </a:cubicBezTo>
                  <a:cubicBezTo>
                    <a:pt x="250" y="315"/>
                    <a:pt x="250" y="314"/>
                    <a:pt x="250" y="313"/>
                  </a:cubicBezTo>
                  <a:lnTo>
                    <a:pt x="250" y="198"/>
                  </a:lnTo>
                  <a:lnTo>
                    <a:pt x="250" y="198"/>
                  </a:lnTo>
                  <a:cubicBezTo>
                    <a:pt x="250" y="197"/>
                    <a:pt x="250" y="196"/>
                    <a:pt x="250" y="195"/>
                  </a:cubicBezTo>
                  <a:lnTo>
                    <a:pt x="251" y="195"/>
                  </a:lnTo>
                  <a:lnTo>
                    <a:pt x="251" y="195"/>
                  </a:lnTo>
                  <a:cubicBezTo>
                    <a:pt x="251" y="194"/>
                    <a:pt x="251" y="194"/>
                    <a:pt x="252" y="194"/>
                  </a:cubicBezTo>
                  <a:cubicBezTo>
                    <a:pt x="253" y="194"/>
                    <a:pt x="254" y="193"/>
                    <a:pt x="255" y="193"/>
                  </a:cubicBezTo>
                  <a:lnTo>
                    <a:pt x="255" y="193"/>
                  </a:lnTo>
                  <a:cubicBezTo>
                    <a:pt x="297" y="198"/>
                    <a:pt x="332" y="208"/>
                    <a:pt x="359" y="223"/>
                  </a:cubicBezTo>
                  <a:lnTo>
                    <a:pt x="366" y="227"/>
                  </a:lnTo>
                  <a:lnTo>
                    <a:pt x="407" y="122"/>
                  </a:lnTo>
                  <a:lnTo>
                    <a:pt x="401" y="119"/>
                  </a:lnTo>
                  <a:lnTo>
                    <a:pt x="401" y="119"/>
                  </a:lnTo>
                  <a:cubicBezTo>
                    <a:pt x="354" y="99"/>
                    <a:pt x="305" y="86"/>
                    <a:pt x="254" y="82"/>
                  </a:cubicBezTo>
                  <a:lnTo>
                    <a:pt x="254" y="82"/>
                  </a:lnTo>
                  <a:cubicBezTo>
                    <a:pt x="253" y="82"/>
                    <a:pt x="253" y="82"/>
                    <a:pt x="252" y="81"/>
                  </a:cubicBezTo>
                  <a:cubicBezTo>
                    <a:pt x="251" y="81"/>
                    <a:pt x="250" y="80"/>
                    <a:pt x="250" y="80"/>
                  </a:cubicBezTo>
                  <a:cubicBezTo>
                    <a:pt x="250" y="79"/>
                    <a:pt x="249" y="78"/>
                    <a:pt x="249" y="77"/>
                  </a:cubicBezTo>
                  <a:lnTo>
                    <a:pt x="249" y="77"/>
                  </a:lnTo>
                  <a:lnTo>
                    <a:pt x="249" y="0"/>
                  </a:lnTo>
                  <a:lnTo>
                    <a:pt x="186" y="0"/>
                  </a:lnTo>
                  <a:lnTo>
                    <a:pt x="186" y="77"/>
                  </a:lnTo>
                  <a:lnTo>
                    <a:pt x="186" y="77"/>
                  </a:lnTo>
                  <a:lnTo>
                    <a:pt x="186" y="77"/>
                  </a:lnTo>
                  <a:cubicBezTo>
                    <a:pt x="186" y="78"/>
                    <a:pt x="187" y="80"/>
                    <a:pt x="186" y="80"/>
                  </a:cubicBezTo>
                  <a:cubicBezTo>
                    <a:pt x="185" y="81"/>
                    <a:pt x="184" y="81"/>
                    <a:pt x="184" y="81"/>
                  </a:cubicBezTo>
                  <a:cubicBezTo>
                    <a:pt x="183" y="82"/>
                    <a:pt x="182" y="82"/>
                    <a:pt x="181" y="82"/>
                  </a:cubicBezTo>
                  <a:cubicBezTo>
                    <a:pt x="125" y="87"/>
                    <a:pt x="80" y="105"/>
                    <a:pt x="48" y="133"/>
                  </a:cubicBezTo>
                  <a:cubicBezTo>
                    <a:pt x="16" y="162"/>
                    <a:pt x="0" y="199"/>
                    <a:pt x="0" y="245"/>
                  </a:cubicBezTo>
                  <a:lnTo>
                    <a:pt x="0" y="245"/>
                  </a:lnTo>
                  <a:cubicBezTo>
                    <a:pt x="0" y="246"/>
                    <a:pt x="0" y="246"/>
                    <a:pt x="0" y="247"/>
                  </a:cubicBezTo>
                  <a:cubicBezTo>
                    <a:pt x="0" y="273"/>
                    <a:pt x="7" y="299"/>
                    <a:pt x="20" y="321"/>
                  </a:cubicBezTo>
                  <a:cubicBezTo>
                    <a:pt x="27" y="332"/>
                    <a:pt x="35" y="343"/>
                    <a:pt x="44" y="352"/>
                  </a:cubicBezTo>
                  <a:cubicBezTo>
                    <a:pt x="73" y="382"/>
                    <a:pt x="115" y="405"/>
                    <a:pt x="170" y="421"/>
                  </a:cubicBezTo>
                  <a:lnTo>
                    <a:pt x="182" y="424"/>
                  </a:lnTo>
                  <a:lnTo>
                    <a:pt x="182" y="424"/>
                  </a:lnTo>
                  <a:cubicBezTo>
                    <a:pt x="183" y="424"/>
                    <a:pt x="183" y="424"/>
                    <a:pt x="184" y="425"/>
                  </a:cubicBezTo>
                  <a:lnTo>
                    <a:pt x="185" y="426"/>
                  </a:lnTo>
                  <a:cubicBezTo>
                    <a:pt x="186" y="427"/>
                    <a:pt x="186" y="428"/>
                    <a:pt x="186" y="429"/>
                  </a:cubicBezTo>
                  <a:lnTo>
                    <a:pt x="186" y="549"/>
                  </a:lnTo>
                  <a:lnTo>
                    <a:pt x="186" y="549"/>
                  </a:lnTo>
                  <a:cubicBezTo>
                    <a:pt x="186" y="550"/>
                    <a:pt x="186" y="551"/>
                    <a:pt x="185" y="552"/>
                  </a:cubicBezTo>
                  <a:cubicBezTo>
                    <a:pt x="185" y="552"/>
                    <a:pt x="185" y="553"/>
                    <a:pt x="184" y="553"/>
                  </a:cubicBezTo>
                  <a:lnTo>
                    <a:pt x="184" y="553"/>
                  </a:lnTo>
                  <a:lnTo>
                    <a:pt x="184" y="554"/>
                  </a:lnTo>
                  <a:cubicBezTo>
                    <a:pt x="183" y="554"/>
                    <a:pt x="182" y="554"/>
                    <a:pt x="182" y="554"/>
                  </a:cubicBezTo>
                  <a:cubicBezTo>
                    <a:pt x="181" y="554"/>
                    <a:pt x="181" y="554"/>
                    <a:pt x="181" y="554"/>
                  </a:cubicBezTo>
                  <a:lnTo>
                    <a:pt x="181" y="554"/>
                  </a:lnTo>
                  <a:cubicBezTo>
                    <a:pt x="156" y="552"/>
                    <a:pt x="131" y="548"/>
                    <a:pt x="106" y="542"/>
                  </a:cubicBezTo>
                  <a:lnTo>
                    <a:pt x="106" y="542"/>
                  </a:lnTo>
                  <a:cubicBezTo>
                    <a:pt x="85" y="537"/>
                    <a:pt x="64" y="530"/>
                    <a:pt x="44" y="521"/>
                  </a:cubicBezTo>
                  <a:lnTo>
                    <a:pt x="36" y="517"/>
                  </a:lnTo>
                  <a:lnTo>
                    <a:pt x="4" y="626"/>
                  </a:lnTo>
                  <a:lnTo>
                    <a:pt x="10" y="628"/>
                  </a:lnTo>
                  <a:lnTo>
                    <a:pt x="10" y="628"/>
                  </a:lnTo>
                  <a:cubicBezTo>
                    <a:pt x="64" y="651"/>
                    <a:pt x="122" y="664"/>
                    <a:pt x="181" y="666"/>
                  </a:cubicBezTo>
                  <a:lnTo>
                    <a:pt x="181" y="666"/>
                  </a:lnTo>
                  <a:cubicBezTo>
                    <a:pt x="182" y="666"/>
                    <a:pt x="183" y="665"/>
                    <a:pt x="184" y="666"/>
                  </a:cubicBezTo>
                  <a:cubicBezTo>
                    <a:pt x="185" y="667"/>
                    <a:pt x="185" y="667"/>
                    <a:pt x="185" y="668"/>
                  </a:cubicBezTo>
                  <a:cubicBezTo>
                    <a:pt x="186" y="669"/>
                    <a:pt x="186" y="670"/>
                    <a:pt x="186" y="671"/>
                  </a:cubicBezTo>
                  <a:lnTo>
                    <a:pt x="186" y="728"/>
                  </a:lnTo>
                  <a:lnTo>
                    <a:pt x="249" y="728"/>
                  </a:lnTo>
                  <a:lnTo>
                    <a:pt x="249" y="669"/>
                  </a:lnTo>
                  <a:lnTo>
                    <a:pt x="249" y="669"/>
                  </a:lnTo>
                  <a:cubicBezTo>
                    <a:pt x="249" y="668"/>
                    <a:pt x="249" y="667"/>
                    <a:pt x="250" y="666"/>
                  </a:cubicBezTo>
                  <a:cubicBezTo>
                    <a:pt x="251" y="665"/>
                    <a:pt x="251" y="666"/>
                    <a:pt x="252" y="665"/>
                  </a:cubicBezTo>
                  <a:cubicBezTo>
                    <a:pt x="253" y="664"/>
                    <a:pt x="253" y="664"/>
                    <a:pt x="254" y="664"/>
                  </a:cubicBezTo>
                  <a:cubicBezTo>
                    <a:pt x="310" y="657"/>
                    <a:pt x="354" y="639"/>
                    <a:pt x="384" y="609"/>
                  </a:cubicBezTo>
                  <a:cubicBezTo>
                    <a:pt x="415" y="580"/>
                    <a:pt x="429" y="542"/>
                    <a:pt x="429" y="493"/>
                  </a:cubicBezTo>
                  <a:lnTo>
                    <a:pt x="429" y="493"/>
                  </a:lnTo>
                  <a:cubicBezTo>
                    <a:pt x="429" y="492"/>
                    <a:pt x="429" y="491"/>
                    <a:pt x="429" y="490"/>
                  </a:cubicBezTo>
                  <a:cubicBezTo>
                    <a:pt x="429" y="471"/>
                    <a:pt x="425" y="453"/>
                    <a:pt x="419" y="435"/>
                  </a:cubicBezTo>
                  <a:moveTo>
                    <a:pt x="186" y="292"/>
                  </a:moveTo>
                  <a:lnTo>
                    <a:pt x="186" y="292"/>
                  </a:lnTo>
                  <a:lnTo>
                    <a:pt x="186" y="292"/>
                  </a:lnTo>
                  <a:cubicBezTo>
                    <a:pt x="186" y="293"/>
                    <a:pt x="187" y="295"/>
                    <a:pt x="186" y="295"/>
                  </a:cubicBezTo>
                  <a:cubicBezTo>
                    <a:pt x="185" y="296"/>
                    <a:pt x="185" y="296"/>
                    <a:pt x="184" y="296"/>
                  </a:cubicBezTo>
                  <a:lnTo>
                    <a:pt x="184" y="296"/>
                  </a:lnTo>
                  <a:cubicBezTo>
                    <a:pt x="183" y="297"/>
                    <a:pt x="182" y="297"/>
                    <a:pt x="181" y="297"/>
                  </a:cubicBezTo>
                  <a:cubicBezTo>
                    <a:pt x="180" y="297"/>
                    <a:pt x="180" y="297"/>
                    <a:pt x="180" y="297"/>
                  </a:cubicBezTo>
                  <a:cubicBezTo>
                    <a:pt x="161" y="289"/>
                    <a:pt x="149" y="282"/>
                    <a:pt x="143" y="274"/>
                  </a:cubicBezTo>
                  <a:lnTo>
                    <a:pt x="143" y="274"/>
                  </a:lnTo>
                  <a:cubicBezTo>
                    <a:pt x="141" y="272"/>
                    <a:pt x="140" y="270"/>
                    <a:pt x="138" y="267"/>
                  </a:cubicBezTo>
                  <a:cubicBezTo>
                    <a:pt x="135" y="261"/>
                    <a:pt x="132" y="253"/>
                    <a:pt x="132" y="245"/>
                  </a:cubicBezTo>
                  <a:lnTo>
                    <a:pt x="132" y="244"/>
                  </a:lnTo>
                  <a:cubicBezTo>
                    <a:pt x="132" y="217"/>
                    <a:pt x="148" y="200"/>
                    <a:pt x="181" y="193"/>
                  </a:cubicBezTo>
                  <a:lnTo>
                    <a:pt x="181" y="193"/>
                  </a:lnTo>
                  <a:lnTo>
                    <a:pt x="181" y="193"/>
                  </a:lnTo>
                  <a:lnTo>
                    <a:pt x="181" y="193"/>
                  </a:lnTo>
                  <a:lnTo>
                    <a:pt x="181" y="193"/>
                  </a:lnTo>
                  <a:cubicBezTo>
                    <a:pt x="182" y="193"/>
                    <a:pt x="183" y="194"/>
                    <a:pt x="184" y="194"/>
                  </a:cubicBezTo>
                  <a:lnTo>
                    <a:pt x="184" y="194"/>
                  </a:lnTo>
                  <a:lnTo>
                    <a:pt x="184" y="194"/>
                  </a:lnTo>
                  <a:cubicBezTo>
                    <a:pt x="185" y="195"/>
                    <a:pt x="185" y="195"/>
                    <a:pt x="186" y="196"/>
                  </a:cubicBezTo>
                  <a:cubicBezTo>
                    <a:pt x="186" y="196"/>
                    <a:pt x="186" y="197"/>
                    <a:pt x="186" y="198"/>
                  </a:cubicBezTo>
                  <a:lnTo>
                    <a:pt x="186" y="292"/>
                  </a:lnTo>
                  <a:moveTo>
                    <a:pt x="257" y="556"/>
                  </a:moveTo>
                  <a:lnTo>
                    <a:pt x="255" y="549"/>
                  </a:lnTo>
                  <a:lnTo>
                    <a:pt x="255" y="549"/>
                  </a:lnTo>
                  <a:lnTo>
                    <a:pt x="254" y="549"/>
                  </a:lnTo>
                  <a:cubicBezTo>
                    <a:pt x="253" y="549"/>
                    <a:pt x="253" y="549"/>
                    <a:pt x="252" y="548"/>
                  </a:cubicBezTo>
                  <a:lnTo>
                    <a:pt x="252" y="548"/>
                  </a:lnTo>
                  <a:cubicBezTo>
                    <a:pt x="251" y="548"/>
                    <a:pt x="251" y="548"/>
                    <a:pt x="250" y="547"/>
                  </a:cubicBezTo>
                  <a:cubicBezTo>
                    <a:pt x="249" y="546"/>
                    <a:pt x="250" y="545"/>
                    <a:pt x="250" y="544"/>
                  </a:cubicBezTo>
                  <a:lnTo>
                    <a:pt x="250" y="453"/>
                  </a:lnTo>
                  <a:lnTo>
                    <a:pt x="250" y="453"/>
                  </a:lnTo>
                  <a:cubicBezTo>
                    <a:pt x="250" y="452"/>
                    <a:pt x="250" y="451"/>
                    <a:pt x="250" y="451"/>
                  </a:cubicBezTo>
                  <a:cubicBezTo>
                    <a:pt x="251" y="450"/>
                    <a:pt x="251" y="449"/>
                    <a:pt x="252" y="449"/>
                  </a:cubicBezTo>
                  <a:lnTo>
                    <a:pt x="252" y="449"/>
                  </a:lnTo>
                  <a:lnTo>
                    <a:pt x="252" y="449"/>
                  </a:lnTo>
                  <a:cubicBezTo>
                    <a:pt x="253" y="448"/>
                    <a:pt x="254" y="448"/>
                    <a:pt x="255" y="448"/>
                  </a:cubicBezTo>
                  <a:lnTo>
                    <a:pt x="255" y="448"/>
                  </a:lnTo>
                  <a:lnTo>
                    <a:pt x="256" y="448"/>
                  </a:lnTo>
                  <a:cubicBezTo>
                    <a:pt x="273" y="455"/>
                    <a:pt x="285" y="463"/>
                    <a:pt x="291" y="471"/>
                  </a:cubicBezTo>
                  <a:lnTo>
                    <a:pt x="291" y="471"/>
                  </a:lnTo>
                  <a:cubicBezTo>
                    <a:pt x="292" y="472"/>
                    <a:pt x="292" y="473"/>
                    <a:pt x="293" y="474"/>
                  </a:cubicBezTo>
                  <a:cubicBezTo>
                    <a:pt x="298" y="482"/>
                    <a:pt x="300" y="491"/>
                    <a:pt x="300" y="501"/>
                  </a:cubicBezTo>
                  <a:cubicBezTo>
                    <a:pt x="300" y="501"/>
                    <a:pt x="300" y="502"/>
                    <a:pt x="300" y="503"/>
                  </a:cubicBezTo>
                  <a:cubicBezTo>
                    <a:pt x="300" y="526"/>
                    <a:pt x="285" y="542"/>
                    <a:pt x="256" y="549"/>
                  </a:cubicBezTo>
                  <a:lnTo>
                    <a:pt x="257" y="55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5"/>
            <p:cNvSpPr/>
            <p:nvPr/>
          </p:nvSpPr>
          <p:spPr>
            <a:xfrm>
              <a:off x="7553184" y="4307057"/>
              <a:ext cx="79884" cy="637820"/>
            </a:xfrm>
            <a:custGeom>
              <a:avLst/>
              <a:gdLst/>
              <a:ahLst/>
              <a:cxnLst/>
              <a:rect l="l" t="t" r="r" b="b"/>
              <a:pathLst>
                <a:path w="192" h="1533" extrusionOk="0">
                  <a:moveTo>
                    <a:pt x="96" y="1532"/>
                  </a:moveTo>
                  <a:lnTo>
                    <a:pt x="0" y="1532"/>
                  </a:lnTo>
                  <a:lnTo>
                    <a:pt x="0" y="0"/>
                  </a:lnTo>
                  <a:lnTo>
                    <a:pt x="191" y="0"/>
                  </a:lnTo>
                  <a:lnTo>
                    <a:pt x="191" y="1532"/>
                  </a:lnTo>
                  <a:lnTo>
                    <a:pt x="96" y="15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434" name="Google Shape;1434;p25"/>
            <p:cNvSpPr/>
            <p:nvPr/>
          </p:nvSpPr>
          <p:spPr>
            <a:xfrm>
              <a:off x="7550271" y="4304145"/>
              <a:ext cx="85709" cy="643645"/>
            </a:xfrm>
            <a:custGeom>
              <a:avLst/>
              <a:gdLst/>
              <a:ahLst/>
              <a:cxnLst/>
              <a:rect l="l" t="t" r="r" b="b"/>
              <a:pathLst>
                <a:path w="206" h="1547" extrusionOk="0">
                  <a:moveTo>
                    <a:pt x="198" y="1546"/>
                  </a:moveTo>
                  <a:lnTo>
                    <a:pt x="7" y="1546"/>
                  </a:lnTo>
                  <a:lnTo>
                    <a:pt x="7" y="1546"/>
                  </a:lnTo>
                  <a:lnTo>
                    <a:pt x="7" y="1546"/>
                  </a:lnTo>
                  <a:cubicBezTo>
                    <a:pt x="6" y="1546"/>
                    <a:pt x="5" y="1546"/>
                    <a:pt x="4" y="1545"/>
                  </a:cubicBezTo>
                  <a:cubicBezTo>
                    <a:pt x="3" y="1545"/>
                    <a:pt x="2" y="1545"/>
                    <a:pt x="1" y="1543"/>
                  </a:cubicBezTo>
                  <a:cubicBezTo>
                    <a:pt x="1" y="1542"/>
                    <a:pt x="0" y="1540"/>
                    <a:pt x="0" y="1539"/>
                  </a:cubicBezTo>
                  <a:lnTo>
                    <a:pt x="0" y="1539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4"/>
                    <a:pt x="1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lnTo>
                    <a:pt x="7" y="0"/>
                  </a:lnTo>
                  <a:lnTo>
                    <a:pt x="198" y="0"/>
                  </a:lnTo>
                  <a:lnTo>
                    <a:pt x="198" y="0"/>
                  </a:lnTo>
                  <a:cubicBezTo>
                    <a:pt x="199" y="0"/>
                    <a:pt x="200" y="1"/>
                    <a:pt x="201" y="1"/>
                  </a:cubicBezTo>
                  <a:cubicBezTo>
                    <a:pt x="202" y="2"/>
                    <a:pt x="203" y="2"/>
                    <a:pt x="204" y="3"/>
                  </a:cubicBezTo>
                  <a:cubicBezTo>
                    <a:pt x="205" y="4"/>
                    <a:pt x="205" y="6"/>
                    <a:pt x="205" y="7"/>
                  </a:cubicBezTo>
                  <a:lnTo>
                    <a:pt x="205" y="7"/>
                  </a:lnTo>
                  <a:lnTo>
                    <a:pt x="205" y="1539"/>
                  </a:lnTo>
                  <a:lnTo>
                    <a:pt x="205" y="1539"/>
                  </a:lnTo>
                  <a:lnTo>
                    <a:pt x="205" y="1539"/>
                  </a:lnTo>
                  <a:cubicBezTo>
                    <a:pt x="205" y="1540"/>
                    <a:pt x="205" y="1542"/>
                    <a:pt x="204" y="1543"/>
                  </a:cubicBezTo>
                  <a:cubicBezTo>
                    <a:pt x="203" y="1545"/>
                    <a:pt x="203" y="1544"/>
                    <a:pt x="201" y="1545"/>
                  </a:cubicBezTo>
                  <a:cubicBezTo>
                    <a:pt x="200" y="1546"/>
                    <a:pt x="199" y="1546"/>
                    <a:pt x="198" y="1546"/>
                  </a:cubicBezTo>
                  <a:moveTo>
                    <a:pt x="14" y="1532"/>
                  </a:moveTo>
                  <a:lnTo>
                    <a:pt x="191" y="1532"/>
                  </a:lnTo>
                  <a:lnTo>
                    <a:pt x="191" y="14"/>
                  </a:lnTo>
                  <a:lnTo>
                    <a:pt x="14" y="14"/>
                  </a:lnTo>
                  <a:lnTo>
                    <a:pt x="14" y="15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6" name="Google Shape;1436;p26"/>
          <p:cNvGrpSpPr/>
          <p:nvPr/>
        </p:nvGrpSpPr>
        <p:grpSpPr>
          <a:xfrm>
            <a:off x="278697" y="272562"/>
            <a:ext cx="1060142" cy="2204569"/>
            <a:chOff x="7884647" y="-694601"/>
            <a:chExt cx="1060142" cy="2204569"/>
          </a:xfrm>
        </p:grpSpPr>
        <p:sp>
          <p:nvSpPr>
            <p:cNvPr id="1437" name="Google Shape;1437;p26"/>
            <p:cNvSpPr/>
            <p:nvPr/>
          </p:nvSpPr>
          <p:spPr>
            <a:xfrm>
              <a:off x="8086870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2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6"/>
            <p:cNvSpPr/>
            <p:nvPr/>
          </p:nvSpPr>
          <p:spPr>
            <a:xfrm>
              <a:off x="8491318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6"/>
            <p:cNvSpPr/>
            <p:nvPr/>
          </p:nvSpPr>
          <p:spPr>
            <a:xfrm>
              <a:off x="8894999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6"/>
            <p:cNvSpPr/>
            <p:nvPr/>
          </p:nvSpPr>
          <p:spPr>
            <a:xfrm>
              <a:off x="7884647" y="-55978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6"/>
            <p:cNvSpPr/>
            <p:nvPr/>
          </p:nvSpPr>
          <p:spPr>
            <a:xfrm>
              <a:off x="8289094" y="-55978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6"/>
            <p:cNvSpPr/>
            <p:nvPr/>
          </p:nvSpPr>
          <p:spPr>
            <a:xfrm>
              <a:off x="8692776" y="-55978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6"/>
            <p:cNvSpPr/>
            <p:nvPr/>
          </p:nvSpPr>
          <p:spPr>
            <a:xfrm>
              <a:off x="8086870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6"/>
            <p:cNvSpPr/>
            <p:nvPr/>
          </p:nvSpPr>
          <p:spPr>
            <a:xfrm>
              <a:off x="8491318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6"/>
            <p:cNvSpPr/>
            <p:nvPr/>
          </p:nvSpPr>
          <p:spPr>
            <a:xfrm>
              <a:off x="8894999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6"/>
            <p:cNvSpPr/>
            <p:nvPr/>
          </p:nvSpPr>
          <p:spPr>
            <a:xfrm>
              <a:off x="7884647" y="-29014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6"/>
            <p:cNvSpPr/>
            <p:nvPr/>
          </p:nvSpPr>
          <p:spPr>
            <a:xfrm>
              <a:off x="8289094" y="-29014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6"/>
            <p:cNvSpPr/>
            <p:nvPr/>
          </p:nvSpPr>
          <p:spPr>
            <a:xfrm>
              <a:off x="8692776" y="-29014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6"/>
            <p:cNvSpPr/>
            <p:nvPr/>
          </p:nvSpPr>
          <p:spPr>
            <a:xfrm>
              <a:off x="8086870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6"/>
            <p:cNvSpPr/>
            <p:nvPr/>
          </p:nvSpPr>
          <p:spPr>
            <a:xfrm>
              <a:off x="8491318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6"/>
            <p:cNvSpPr/>
            <p:nvPr/>
          </p:nvSpPr>
          <p:spPr>
            <a:xfrm>
              <a:off x="8894999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6"/>
            <p:cNvSpPr/>
            <p:nvPr/>
          </p:nvSpPr>
          <p:spPr>
            <a:xfrm>
              <a:off x="7884647" y="-2128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6"/>
            <p:cNvSpPr/>
            <p:nvPr/>
          </p:nvSpPr>
          <p:spPr>
            <a:xfrm>
              <a:off x="8289094" y="-21280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3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3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6"/>
            <p:cNvSpPr/>
            <p:nvPr/>
          </p:nvSpPr>
          <p:spPr>
            <a:xfrm>
              <a:off x="8692776" y="-2128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6"/>
            <p:cNvSpPr/>
            <p:nvPr/>
          </p:nvSpPr>
          <p:spPr>
            <a:xfrm>
              <a:off x="8086870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2" y="44"/>
                    <a:pt x="60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2" y="2"/>
                    <a:pt x="48" y="5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6"/>
            <p:cNvSpPr/>
            <p:nvPr/>
          </p:nvSpPr>
          <p:spPr>
            <a:xfrm>
              <a:off x="8491318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6"/>
            <p:cNvSpPr/>
            <p:nvPr/>
          </p:nvSpPr>
          <p:spPr>
            <a:xfrm>
              <a:off x="8894999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6"/>
            <p:cNvSpPr/>
            <p:nvPr/>
          </p:nvSpPr>
          <p:spPr>
            <a:xfrm>
              <a:off x="7884647" y="2483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6"/>
            <p:cNvSpPr/>
            <p:nvPr/>
          </p:nvSpPr>
          <p:spPr>
            <a:xfrm>
              <a:off x="8289094" y="24835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6"/>
            <p:cNvSpPr/>
            <p:nvPr/>
          </p:nvSpPr>
          <p:spPr>
            <a:xfrm>
              <a:off x="8692776" y="2483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6"/>
            <p:cNvSpPr/>
            <p:nvPr/>
          </p:nvSpPr>
          <p:spPr>
            <a:xfrm>
              <a:off x="8086870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6"/>
            <p:cNvSpPr/>
            <p:nvPr/>
          </p:nvSpPr>
          <p:spPr>
            <a:xfrm>
              <a:off x="8491318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6"/>
            <p:cNvSpPr/>
            <p:nvPr/>
          </p:nvSpPr>
          <p:spPr>
            <a:xfrm>
              <a:off x="8894999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6"/>
            <p:cNvSpPr/>
            <p:nvPr/>
          </p:nvSpPr>
          <p:spPr>
            <a:xfrm>
              <a:off x="7884647" y="51798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6"/>
            <p:cNvSpPr/>
            <p:nvPr/>
          </p:nvSpPr>
          <p:spPr>
            <a:xfrm>
              <a:off x="8289094" y="51798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6"/>
            <p:cNvSpPr/>
            <p:nvPr/>
          </p:nvSpPr>
          <p:spPr>
            <a:xfrm>
              <a:off x="8692776" y="51798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6"/>
            <p:cNvSpPr/>
            <p:nvPr/>
          </p:nvSpPr>
          <p:spPr>
            <a:xfrm>
              <a:off x="8086870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8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6"/>
            <p:cNvSpPr/>
            <p:nvPr/>
          </p:nvSpPr>
          <p:spPr>
            <a:xfrm>
              <a:off x="8491318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6"/>
            <p:cNvSpPr/>
            <p:nvPr/>
          </p:nvSpPr>
          <p:spPr>
            <a:xfrm>
              <a:off x="8894999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6"/>
            <p:cNvSpPr/>
            <p:nvPr/>
          </p:nvSpPr>
          <p:spPr>
            <a:xfrm>
              <a:off x="7884647" y="78685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6"/>
            <p:cNvSpPr/>
            <p:nvPr/>
          </p:nvSpPr>
          <p:spPr>
            <a:xfrm>
              <a:off x="8289094" y="786857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3"/>
                  </a:moveTo>
                  <a:lnTo>
                    <a:pt x="64" y="33"/>
                  </a:lnTo>
                  <a:cubicBezTo>
                    <a:pt x="64" y="38"/>
                    <a:pt x="63" y="44"/>
                    <a:pt x="60" y="49"/>
                  </a:cubicBezTo>
                  <a:cubicBezTo>
                    <a:pt x="57" y="54"/>
                    <a:pt x="53" y="57"/>
                    <a:pt x="48" y="60"/>
                  </a:cubicBezTo>
                  <a:cubicBezTo>
                    <a:pt x="43" y="62"/>
                    <a:pt x="38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4" y="49"/>
                  </a:cubicBezTo>
                  <a:cubicBezTo>
                    <a:pt x="1" y="44"/>
                    <a:pt x="0" y="38"/>
                    <a:pt x="0" y="33"/>
                  </a:cubicBezTo>
                  <a:cubicBezTo>
                    <a:pt x="0" y="27"/>
                    <a:pt x="1" y="21"/>
                    <a:pt x="4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6" y="12"/>
                    <a:pt x="60" y="17"/>
                  </a:cubicBezTo>
                  <a:cubicBezTo>
                    <a:pt x="62" y="21"/>
                    <a:pt x="64" y="27"/>
                    <a:pt x="64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6"/>
            <p:cNvSpPr/>
            <p:nvPr/>
          </p:nvSpPr>
          <p:spPr>
            <a:xfrm>
              <a:off x="8692776" y="78685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6"/>
            <p:cNvSpPr/>
            <p:nvPr/>
          </p:nvSpPr>
          <p:spPr>
            <a:xfrm>
              <a:off x="8086870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6"/>
            <p:cNvSpPr/>
            <p:nvPr/>
          </p:nvSpPr>
          <p:spPr>
            <a:xfrm>
              <a:off x="8491318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6"/>
            <p:cNvSpPr/>
            <p:nvPr/>
          </p:nvSpPr>
          <p:spPr>
            <a:xfrm>
              <a:off x="8894999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6"/>
            <p:cNvSpPr/>
            <p:nvPr/>
          </p:nvSpPr>
          <p:spPr>
            <a:xfrm>
              <a:off x="7884647" y="105649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6"/>
            <p:cNvSpPr/>
            <p:nvPr/>
          </p:nvSpPr>
          <p:spPr>
            <a:xfrm>
              <a:off x="8289094" y="105649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6"/>
            <p:cNvSpPr/>
            <p:nvPr/>
          </p:nvSpPr>
          <p:spPr>
            <a:xfrm>
              <a:off x="8692776" y="105649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6"/>
            <p:cNvSpPr/>
            <p:nvPr/>
          </p:nvSpPr>
          <p:spPr>
            <a:xfrm>
              <a:off x="8086870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6"/>
            <p:cNvSpPr/>
            <p:nvPr/>
          </p:nvSpPr>
          <p:spPr>
            <a:xfrm>
              <a:off x="8491318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6"/>
            <p:cNvSpPr/>
            <p:nvPr/>
          </p:nvSpPr>
          <p:spPr>
            <a:xfrm>
              <a:off x="8894999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6"/>
            <p:cNvSpPr/>
            <p:nvPr/>
          </p:nvSpPr>
          <p:spPr>
            <a:xfrm>
              <a:off x="7884647" y="1326127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6"/>
            <p:cNvSpPr/>
            <p:nvPr/>
          </p:nvSpPr>
          <p:spPr>
            <a:xfrm>
              <a:off x="8289094" y="1326127"/>
              <a:ext cx="49790" cy="49024"/>
            </a:xfrm>
            <a:custGeom>
              <a:avLst/>
              <a:gdLst/>
              <a:ahLst/>
              <a:cxnLst/>
              <a:rect l="l" t="t" r="r" b="b"/>
              <a:pathLst>
                <a:path w="65" h="64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2"/>
                    <a:pt x="53" y="56"/>
                    <a:pt x="48" y="58"/>
                  </a:cubicBezTo>
                  <a:cubicBezTo>
                    <a:pt x="43" y="61"/>
                    <a:pt x="38" y="63"/>
                    <a:pt x="32" y="63"/>
                  </a:cubicBezTo>
                  <a:cubicBezTo>
                    <a:pt x="26" y="63"/>
                    <a:pt x="21" y="61"/>
                    <a:pt x="16" y="58"/>
                  </a:cubicBezTo>
                  <a:cubicBezTo>
                    <a:pt x="11" y="56"/>
                    <a:pt x="7" y="52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6"/>
            <p:cNvSpPr/>
            <p:nvPr/>
          </p:nvSpPr>
          <p:spPr>
            <a:xfrm>
              <a:off x="8692776" y="1326127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6"/>
            <p:cNvSpPr/>
            <p:nvPr/>
          </p:nvSpPr>
          <p:spPr>
            <a:xfrm>
              <a:off x="8086870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8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6"/>
            <p:cNvSpPr/>
            <p:nvPr/>
          </p:nvSpPr>
          <p:spPr>
            <a:xfrm>
              <a:off x="8491318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6"/>
            <p:cNvSpPr/>
            <p:nvPr/>
          </p:nvSpPr>
          <p:spPr>
            <a:xfrm>
              <a:off x="8894999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8" name="Google Shape;1488;p26"/>
          <p:cNvGrpSpPr/>
          <p:nvPr/>
        </p:nvGrpSpPr>
        <p:grpSpPr>
          <a:xfrm>
            <a:off x="114975" y="3195800"/>
            <a:ext cx="3467225" cy="1824800"/>
            <a:chOff x="5499200" y="3164875"/>
            <a:chExt cx="3467225" cy="1824800"/>
          </a:xfrm>
        </p:grpSpPr>
        <p:sp>
          <p:nvSpPr>
            <p:cNvPr id="1489" name="Google Shape;1489;p26"/>
            <p:cNvSpPr/>
            <p:nvPr/>
          </p:nvSpPr>
          <p:spPr>
            <a:xfrm>
              <a:off x="8175074" y="3906635"/>
              <a:ext cx="347682" cy="433001"/>
            </a:xfrm>
            <a:custGeom>
              <a:avLst/>
              <a:gdLst/>
              <a:ahLst/>
              <a:cxnLst/>
              <a:rect l="l" t="t" r="r" b="b"/>
              <a:pathLst>
                <a:path w="652" h="812" extrusionOk="0">
                  <a:moveTo>
                    <a:pt x="611" y="811"/>
                  </a:moveTo>
                  <a:cubicBezTo>
                    <a:pt x="651" y="695"/>
                    <a:pt x="646" y="562"/>
                    <a:pt x="611" y="446"/>
                  </a:cubicBezTo>
                  <a:cubicBezTo>
                    <a:pt x="529" y="176"/>
                    <a:pt x="282" y="0"/>
                    <a:pt x="0" y="15"/>
                  </a:cubicBezTo>
                  <a:cubicBezTo>
                    <a:pt x="87" y="232"/>
                    <a:pt x="191" y="425"/>
                    <a:pt x="358" y="590"/>
                  </a:cubicBezTo>
                  <a:cubicBezTo>
                    <a:pt x="437" y="668"/>
                    <a:pt x="522" y="744"/>
                    <a:pt x="611" y="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6"/>
            <p:cNvSpPr/>
            <p:nvPr/>
          </p:nvSpPr>
          <p:spPr>
            <a:xfrm>
              <a:off x="8171342" y="3902902"/>
              <a:ext cx="354081" cy="441000"/>
            </a:xfrm>
            <a:custGeom>
              <a:avLst/>
              <a:gdLst/>
              <a:ahLst/>
              <a:cxnLst/>
              <a:rect l="l" t="t" r="r" b="b"/>
              <a:pathLst>
                <a:path w="664" h="827" extrusionOk="0">
                  <a:moveTo>
                    <a:pt x="618" y="825"/>
                  </a:moveTo>
                  <a:lnTo>
                    <a:pt x="618" y="825"/>
                  </a:lnTo>
                  <a:cubicBezTo>
                    <a:pt x="616" y="825"/>
                    <a:pt x="615" y="826"/>
                    <a:pt x="614" y="825"/>
                  </a:cubicBezTo>
                  <a:cubicBezTo>
                    <a:pt x="614" y="825"/>
                    <a:pt x="614" y="824"/>
                    <a:pt x="613" y="824"/>
                  </a:cubicBezTo>
                  <a:cubicBezTo>
                    <a:pt x="533" y="763"/>
                    <a:pt x="450" y="691"/>
                    <a:pt x="360" y="603"/>
                  </a:cubicBezTo>
                  <a:cubicBezTo>
                    <a:pt x="213" y="457"/>
                    <a:pt x="102" y="279"/>
                    <a:pt x="0" y="25"/>
                  </a:cubicBezTo>
                  <a:lnTo>
                    <a:pt x="0" y="25"/>
                  </a:lnTo>
                  <a:cubicBezTo>
                    <a:pt x="0" y="24"/>
                    <a:pt x="0" y="23"/>
                    <a:pt x="0" y="22"/>
                  </a:cubicBezTo>
                  <a:cubicBezTo>
                    <a:pt x="0" y="21"/>
                    <a:pt x="0" y="20"/>
                    <a:pt x="1" y="19"/>
                  </a:cubicBezTo>
                  <a:lnTo>
                    <a:pt x="1" y="18"/>
                  </a:lnTo>
                  <a:lnTo>
                    <a:pt x="1" y="18"/>
                  </a:lnTo>
                  <a:cubicBezTo>
                    <a:pt x="2" y="17"/>
                    <a:pt x="3" y="17"/>
                    <a:pt x="4" y="16"/>
                  </a:cubicBezTo>
                  <a:cubicBezTo>
                    <a:pt x="6" y="16"/>
                    <a:pt x="6" y="15"/>
                    <a:pt x="7" y="15"/>
                  </a:cubicBezTo>
                  <a:cubicBezTo>
                    <a:pt x="293" y="0"/>
                    <a:pt x="542" y="175"/>
                    <a:pt x="625" y="451"/>
                  </a:cubicBezTo>
                  <a:cubicBezTo>
                    <a:pt x="663" y="577"/>
                    <a:pt x="663" y="711"/>
                    <a:pt x="625" y="821"/>
                  </a:cubicBezTo>
                  <a:lnTo>
                    <a:pt x="625" y="821"/>
                  </a:lnTo>
                  <a:cubicBezTo>
                    <a:pt x="625" y="821"/>
                    <a:pt x="624" y="821"/>
                    <a:pt x="624" y="822"/>
                  </a:cubicBezTo>
                  <a:cubicBezTo>
                    <a:pt x="624" y="823"/>
                    <a:pt x="623" y="824"/>
                    <a:pt x="622" y="824"/>
                  </a:cubicBezTo>
                  <a:cubicBezTo>
                    <a:pt x="621" y="825"/>
                    <a:pt x="621" y="825"/>
                    <a:pt x="620" y="825"/>
                  </a:cubicBezTo>
                  <a:lnTo>
                    <a:pt x="620" y="825"/>
                  </a:lnTo>
                  <a:cubicBezTo>
                    <a:pt x="619" y="825"/>
                    <a:pt x="619" y="825"/>
                    <a:pt x="618" y="825"/>
                  </a:cubicBezTo>
                  <a:moveTo>
                    <a:pt x="18" y="29"/>
                  </a:moveTo>
                  <a:cubicBezTo>
                    <a:pt x="117" y="276"/>
                    <a:pt x="226" y="450"/>
                    <a:pt x="370" y="592"/>
                  </a:cubicBezTo>
                  <a:cubicBezTo>
                    <a:pt x="457" y="677"/>
                    <a:pt x="536" y="747"/>
                    <a:pt x="614" y="806"/>
                  </a:cubicBezTo>
                  <a:cubicBezTo>
                    <a:pt x="648" y="701"/>
                    <a:pt x="646" y="574"/>
                    <a:pt x="611" y="455"/>
                  </a:cubicBezTo>
                  <a:cubicBezTo>
                    <a:pt x="533" y="197"/>
                    <a:pt x="306" y="29"/>
                    <a:pt x="41" y="29"/>
                  </a:cubicBezTo>
                  <a:cubicBezTo>
                    <a:pt x="33" y="29"/>
                    <a:pt x="26" y="29"/>
                    <a:pt x="18" y="29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6"/>
            <p:cNvSpPr/>
            <p:nvPr/>
          </p:nvSpPr>
          <p:spPr>
            <a:xfrm>
              <a:off x="8615010" y="3959427"/>
              <a:ext cx="347149" cy="432468"/>
            </a:xfrm>
            <a:custGeom>
              <a:avLst/>
              <a:gdLst/>
              <a:ahLst/>
              <a:cxnLst/>
              <a:rect l="l" t="t" r="r" b="b"/>
              <a:pathLst>
                <a:path w="651" h="811" extrusionOk="0">
                  <a:moveTo>
                    <a:pt x="40" y="810"/>
                  </a:moveTo>
                  <a:cubicBezTo>
                    <a:pt x="0" y="694"/>
                    <a:pt x="5" y="561"/>
                    <a:pt x="40" y="445"/>
                  </a:cubicBezTo>
                  <a:cubicBezTo>
                    <a:pt x="121" y="175"/>
                    <a:pt x="369" y="0"/>
                    <a:pt x="650" y="14"/>
                  </a:cubicBezTo>
                  <a:cubicBezTo>
                    <a:pt x="564" y="231"/>
                    <a:pt x="459" y="425"/>
                    <a:pt x="292" y="589"/>
                  </a:cubicBezTo>
                  <a:cubicBezTo>
                    <a:pt x="213" y="667"/>
                    <a:pt x="129" y="743"/>
                    <a:pt x="40" y="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6"/>
            <p:cNvSpPr/>
            <p:nvPr/>
          </p:nvSpPr>
          <p:spPr>
            <a:xfrm>
              <a:off x="8612343" y="3955161"/>
              <a:ext cx="354081" cy="441000"/>
            </a:xfrm>
            <a:custGeom>
              <a:avLst/>
              <a:gdLst/>
              <a:ahLst/>
              <a:cxnLst/>
              <a:rect l="l" t="t" r="r" b="b"/>
              <a:pathLst>
                <a:path w="664" h="827" extrusionOk="0">
                  <a:moveTo>
                    <a:pt x="45" y="826"/>
                  </a:moveTo>
                  <a:lnTo>
                    <a:pt x="45" y="826"/>
                  </a:lnTo>
                  <a:lnTo>
                    <a:pt x="45" y="826"/>
                  </a:lnTo>
                  <a:cubicBezTo>
                    <a:pt x="44" y="826"/>
                    <a:pt x="43" y="825"/>
                    <a:pt x="43" y="825"/>
                  </a:cubicBezTo>
                  <a:lnTo>
                    <a:pt x="43" y="825"/>
                  </a:lnTo>
                  <a:cubicBezTo>
                    <a:pt x="42" y="825"/>
                    <a:pt x="42" y="826"/>
                    <a:pt x="41" y="825"/>
                  </a:cubicBezTo>
                  <a:cubicBezTo>
                    <a:pt x="40" y="825"/>
                    <a:pt x="40" y="823"/>
                    <a:pt x="39" y="822"/>
                  </a:cubicBezTo>
                  <a:cubicBezTo>
                    <a:pt x="39" y="821"/>
                    <a:pt x="38" y="821"/>
                    <a:pt x="38" y="821"/>
                  </a:cubicBezTo>
                  <a:cubicBezTo>
                    <a:pt x="0" y="711"/>
                    <a:pt x="0" y="577"/>
                    <a:pt x="38" y="451"/>
                  </a:cubicBezTo>
                  <a:cubicBezTo>
                    <a:pt x="121" y="175"/>
                    <a:pt x="369" y="0"/>
                    <a:pt x="656" y="15"/>
                  </a:cubicBezTo>
                  <a:lnTo>
                    <a:pt x="656" y="15"/>
                  </a:lnTo>
                  <a:cubicBezTo>
                    <a:pt x="657" y="15"/>
                    <a:pt x="658" y="15"/>
                    <a:pt x="659" y="16"/>
                  </a:cubicBezTo>
                  <a:cubicBezTo>
                    <a:pt x="660" y="17"/>
                    <a:pt x="662" y="18"/>
                    <a:pt x="662" y="19"/>
                  </a:cubicBezTo>
                  <a:cubicBezTo>
                    <a:pt x="663" y="20"/>
                    <a:pt x="663" y="21"/>
                    <a:pt x="663" y="22"/>
                  </a:cubicBezTo>
                  <a:cubicBezTo>
                    <a:pt x="663" y="23"/>
                    <a:pt x="663" y="24"/>
                    <a:pt x="662" y="25"/>
                  </a:cubicBezTo>
                  <a:cubicBezTo>
                    <a:pt x="561" y="279"/>
                    <a:pt x="450" y="458"/>
                    <a:pt x="303" y="603"/>
                  </a:cubicBezTo>
                  <a:cubicBezTo>
                    <a:pt x="213" y="691"/>
                    <a:pt x="130" y="764"/>
                    <a:pt x="49" y="824"/>
                  </a:cubicBezTo>
                  <a:lnTo>
                    <a:pt x="49" y="824"/>
                  </a:lnTo>
                  <a:lnTo>
                    <a:pt x="49" y="825"/>
                  </a:lnTo>
                  <a:cubicBezTo>
                    <a:pt x="47" y="825"/>
                    <a:pt x="46" y="826"/>
                    <a:pt x="45" y="826"/>
                  </a:cubicBezTo>
                  <a:moveTo>
                    <a:pt x="622" y="29"/>
                  </a:moveTo>
                  <a:cubicBezTo>
                    <a:pt x="356" y="29"/>
                    <a:pt x="130" y="197"/>
                    <a:pt x="52" y="455"/>
                  </a:cubicBezTo>
                  <a:cubicBezTo>
                    <a:pt x="16" y="574"/>
                    <a:pt x="15" y="702"/>
                    <a:pt x="49" y="806"/>
                  </a:cubicBezTo>
                  <a:cubicBezTo>
                    <a:pt x="126" y="747"/>
                    <a:pt x="206" y="677"/>
                    <a:pt x="292" y="592"/>
                  </a:cubicBezTo>
                  <a:cubicBezTo>
                    <a:pt x="436" y="451"/>
                    <a:pt x="545" y="277"/>
                    <a:pt x="645" y="29"/>
                  </a:cubicBezTo>
                  <a:cubicBezTo>
                    <a:pt x="637" y="29"/>
                    <a:pt x="629" y="29"/>
                    <a:pt x="622" y="29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6"/>
            <p:cNvSpPr/>
            <p:nvPr/>
          </p:nvSpPr>
          <p:spPr>
            <a:xfrm>
              <a:off x="8296123" y="3990889"/>
              <a:ext cx="500193" cy="760418"/>
            </a:xfrm>
            <a:custGeom>
              <a:avLst/>
              <a:gdLst/>
              <a:ahLst/>
              <a:cxnLst/>
              <a:rect l="l" t="t" r="r" b="b"/>
              <a:pathLst>
                <a:path w="938" h="1426" extrusionOk="0">
                  <a:moveTo>
                    <a:pt x="544" y="1425"/>
                  </a:moveTo>
                  <a:lnTo>
                    <a:pt x="544" y="1425"/>
                  </a:lnTo>
                  <a:lnTo>
                    <a:pt x="544" y="1425"/>
                  </a:lnTo>
                  <a:cubicBezTo>
                    <a:pt x="543" y="1425"/>
                    <a:pt x="542" y="1424"/>
                    <a:pt x="541" y="1424"/>
                  </a:cubicBezTo>
                  <a:cubicBezTo>
                    <a:pt x="539" y="1423"/>
                    <a:pt x="539" y="1422"/>
                    <a:pt x="538" y="1421"/>
                  </a:cubicBezTo>
                  <a:cubicBezTo>
                    <a:pt x="538" y="1420"/>
                    <a:pt x="537" y="1419"/>
                    <a:pt x="537" y="1417"/>
                  </a:cubicBezTo>
                  <a:lnTo>
                    <a:pt x="537" y="1417"/>
                  </a:lnTo>
                  <a:cubicBezTo>
                    <a:pt x="537" y="631"/>
                    <a:pt x="7" y="19"/>
                    <a:pt x="2" y="13"/>
                  </a:cubicBezTo>
                  <a:lnTo>
                    <a:pt x="2" y="13"/>
                  </a:lnTo>
                  <a:cubicBezTo>
                    <a:pt x="2" y="12"/>
                    <a:pt x="2" y="12"/>
                    <a:pt x="1" y="11"/>
                  </a:cubicBezTo>
                  <a:cubicBezTo>
                    <a:pt x="1" y="10"/>
                    <a:pt x="0" y="10"/>
                    <a:pt x="0" y="8"/>
                  </a:cubicBezTo>
                  <a:cubicBezTo>
                    <a:pt x="0" y="7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3" y="2"/>
                    <a:pt x="13" y="3"/>
                  </a:cubicBezTo>
                  <a:cubicBezTo>
                    <a:pt x="18" y="9"/>
                    <a:pt x="491" y="555"/>
                    <a:pt x="546" y="1280"/>
                  </a:cubicBezTo>
                  <a:cubicBezTo>
                    <a:pt x="571" y="1010"/>
                    <a:pt x="654" y="416"/>
                    <a:pt x="925" y="175"/>
                  </a:cubicBezTo>
                  <a:lnTo>
                    <a:pt x="925" y="175"/>
                  </a:lnTo>
                  <a:cubicBezTo>
                    <a:pt x="925" y="175"/>
                    <a:pt x="926" y="175"/>
                    <a:pt x="926" y="174"/>
                  </a:cubicBezTo>
                  <a:cubicBezTo>
                    <a:pt x="927" y="174"/>
                    <a:pt x="929" y="173"/>
                    <a:pt x="930" y="173"/>
                  </a:cubicBezTo>
                  <a:cubicBezTo>
                    <a:pt x="931" y="173"/>
                    <a:pt x="932" y="174"/>
                    <a:pt x="933" y="174"/>
                  </a:cubicBezTo>
                  <a:cubicBezTo>
                    <a:pt x="935" y="175"/>
                    <a:pt x="936" y="176"/>
                    <a:pt x="936" y="177"/>
                  </a:cubicBezTo>
                  <a:cubicBezTo>
                    <a:pt x="937" y="178"/>
                    <a:pt x="937" y="180"/>
                    <a:pt x="937" y="181"/>
                  </a:cubicBezTo>
                  <a:cubicBezTo>
                    <a:pt x="937" y="183"/>
                    <a:pt x="937" y="183"/>
                    <a:pt x="936" y="184"/>
                  </a:cubicBezTo>
                  <a:cubicBezTo>
                    <a:pt x="936" y="185"/>
                    <a:pt x="935" y="186"/>
                    <a:pt x="935" y="186"/>
                  </a:cubicBezTo>
                  <a:cubicBezTo>
                    <a:pt x="585" y="496"/>
                    <a:pt x="552" y="1408"/>
                    <a:pt x="552" y="1417"/>
                  </a:cubicBezTo>
                  <a:lnTo>
                    <a:pt x="552" y="1417"/>
                  </a:lnTo>
                  <a:cubicBezTo>
                    <a:pt x="551" y="1419"/>
                    <a:pt x="552" y="1420"/>
                    <a:pt x="551" y="1421"/>
                  </a:cubicBezTo>
                  <a:cubicBezTo>
                    <a:pt x="551" y="1422"/>
                    <a:pt x="549" y="1424"/>
                    <a:pt x="548" y="1424"/>
                  </a:cubicBezTo>
                  <a:cubicBezTo>
                    <a:pt x="547" y="1425"/>
                    <a:pt x="545" y="1425"/>
                    <a:pt x="544" y="14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6"/>
            <p:cNvSpPr/>
            <p:nvPr/>
          </p:nvSpPr>
          <p:spPr>
            <a:xfrm>
              <a:off x="6280737" y="3906102"/>
              <a:ext cx="347149" cy="432468"/>
            </a:xfrm>
            <a:custGeom>
              <a:avLst/>
              <a:gdLst/>
              <a:ahLst/>
              <a:cxnLst/>
              <a:rect l="l" t="t" r="r" b="b"/>
              <a:pathLst>
                <a:path w="651" h="811" extrusionOk="0">
                  <a:moveTo>
                    <a:pt x="41" y="810"/>
                  </a:moveTo>
                  <a:cubicBezTo>
                    <a:pt x="0" y="694"/>
                    <a:pt x="6" y="561"/>
                    <a:pt x="41" y="445"/>
                  </a:cubicBezTo>
                  <a:cubicBezTo>
                    <a:pt x="121" y="175"/>
                    <a:pt x="369" y="0"/>
                    <a:pt x="650" y="15"/>
                  </a:cubicBezTo>
                  <a:cubicBezTo>
                    <a:pt x="563" y="231"/>
                    <a:pt x="459" y="425"/>
                    <a:pt x="292" y="590"/>
                  </a:cubicBezTo>
                  <a:cubicBezTo>
                    <a:pt x="213" y="668"/>
                    <a:pt x="129" y="744"/>
                    <a:pt x="41" y="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6"/>
            <p:cNvSpPr/>
            <p:nvPr/>
          </p:nvSpPr>
          <p:spPr>
            <a:xfrm>
              <a:off x="6278604" y="3901836"/>
              <a:ext cx="353015" cy="441000"/>
            </a:xfrm>
            <a:custGeom>
              <a:avLst/>
              <a:gdLst/>
              <a:ahLst/>
              <a:cxnLst/>
              <a:rect l="l" t="t" r="r" b="b"/>
              <a:pathLst>
                <a:path w="662" h="827" extrusionOk="0">
                  <a:moveTo>
                    <a:pt x="45" y="826"/>
                  </a:moveTo>
                  <a:lnTo>
                    <a:pt x="45" y="826"/>
                  </a:lnTo>
                  <a:cubicBezTo>
                    <a:pt x="44" y="826"/>
                    <a:pt x="43" y="826"/>
                    <a:pt x="42" y="825"/>
                  </a:cubicBezTo>
                  <a:lnTo>
                    <a:pt x="42" y="825"/>
                  </a:lnTo>
                  <a:lnTo>
                    <a:pt x="41" y="825"/>
                  </a:lnTo>
                  <a:cubicBezTo>
                    <a:pt x="40" y="824"/>
                    <a:pt x="39" y="823"/>
                    <a:pt x="38" y="822"/>
                  </a:cubicBezTo>
                  <a:lnTo>
                    <a:pt x="38" y="821"/>
                  </a:lnTo>
                  <a:cubicBezTo>
                    <a:pt x="0" y="712"/>
                    <a:pt x="0" y="577"/>
                    <a:pt x="38" y="451"/>
                  </a:cubicBezTo>
                  <a:cubicBezTo>
                    <a:pt x="121" y="175"/>
                    <a:pt x="368" y="0"/>
                    <a:pt x="654" y="15"/>
                  </a:cubicBezTo>
                  <a:lnTo>
                    <a:pt x="654" y="15"/>
                  </a:lnTo>
                  <a:cubicBezTo>
                    <a:pt x="656" y="15"/>
                    <a:pt x="658" y="16"/>
                    <a:pt x="658" y="16"/>
                  </a:cubicBezTo>
                  <a:cubicBezTo>
                    <a:pt x="660" y="17"/>
                    <a:pt x="660" y="18"/>
                    <a:pt x="660" y="19"/>
                  </a:cubicBezTo>
                  <a:lnTo>
                    <a:pt x="660" y="19"/>
                  </a:lnTo>
                  <a:lnTo>
                    <a:pt x="660" y="19"/>
                  </a:lnTo>
                  <a:cubicBezTo>
                    <a:pt x="661" y="20"/>
                    <a:pt x="661" y="21"/>
                    <a:pt x="661" y="23"/>
                  </a:cubicBezTo>
                  <a:cubicBezTo>
                    <a:pt x="661" y="23"/>
                    <a:pt x="661" y="24"/>
                    <a:pt x="661" y="25"/>
                  </a:cubicBezTo>
                  <a:cubicBezTo>
                    <a:pt x="560" y="279"/>
                    <a:pt x="449" y="458"/>
                    <a:pt x="301" y="603"/>
                  </a:cubicBezTo>
                  <a:cubicBezTo>
                    <a:pt x="211" y="691"/>
                    <a:pt x="129" y="764"/>
                    <a:pt x="49" y="824"/>
                  </a:cubicBezTo>
                  <a:lnTo>
                    <a:pt x="49" y="824"/>
                  </a:lnTo>
                  <a:cubicBezTo>
                    <a:pt x="49" y="824"/>
                    <a:pt x="49" y="825"/>
                    <a:pt x="48" y="825"/>
                  </a:cubicBezTo>
                  <a:cubicBezTo>
                    <a:pt x="47" y="825"/>
                    <a:pt x="46" y="826"/>
                    <a:pt x="45" y="826"/>
                  </a:cubicBezTo>
                  <a:moveTo>
                    <a:pt x="620" y="29"/>
                  </a:moveTo>
                  <a:cubicBezTo>
                    <a:pt x="355" y="29"/>
                    <a:pt x="129" y="197"/>
                    <a:pt x="52" y="456"/>
                  </a:cubicBezTo>
                  <a:cubicBezTo>
                    <a:pt x="16" y="575"/>
                    <a:pt x="15" y="702"/>
                    <a:pt x="48" y="807"/>
                  </a:cubicBezTo>
                  <a:cubicBezTo>
                    <a:pt x="125" y="748"/>
                    <a:pt x="205" y="677"/>
                    <a:pt x="291" y="592"/>
                  </a:cubicBezTo>
                  <a:cubicBezTo>
                    <a:pt x="435" y="451"/>
                    <a:pt x="544" y="277"/>
                    <a:pt x="643" y="30"/>
                  </a:cubicBezTo>
                  <a:cubicBezTo>
                    <a:pt x="636" y="29"/>
                    <a:pt x="628" y="29"/>
                    <a:pt x="62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6"/>
            <p:cNvSpPr/>
            <p:nvPr/>
          </p:nvSpPr>
          <p:spPr>
            <a:xfrm>
              <a:off x="5841335" y="3958361"/>
              <a:ext cx="347682" cy="433001"/>
            </a:xfrm>
            <a:custGeom>
              <a:avLst/>
              <a:gdLst/>
              <a:ahLst/>
              <a:cxnLst/>
              <a:rect l="l" t="t" r="r" b="b"/>
              <a:pathLst>
                <a:path w="652" h="812" extrusionOk="0">
                  <a:moveTo>
                    <a:pt x="610" y="811"/>
                  </a:moveTo>
                  <a:cubicBezTo>
                    <a:pt x="651" y="695"/>
                    <a:pt x="645" y="562"/>
                    <a:pt x="610" y="445"/>
                  </a:cubicBezTo>
                  <a:cubicBezTo>
                    <a:pt x="529" y="176"/>
                    <a:pt x="281" y="0"/>
                    <a:pt x="0" y="15"/>
                  </a:cubicBezTo>
                  <a:cubicBezTo>
                    <a:pt x="86" y="232"/>
                    <a:pt x="191" y="425"/>
                    <a:pt x="358" y="590"/>
                  </a:cubicBezTo>
                  <a:cubicBezTo>
                    <a:pt x="437" y="668"/>
                    <a:pt x="521" y="744"/>
                    <a:pt x="610" y="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6"/>
            <p:cNvSpPr/>
            <p:nvPr/>
          </p:nvSpPr>
          <p:spPr>
            <a:xfrm>
              <a:off x="5837602" y="3954095"/>
              <a:ext cx="353548" cy="441000"/>
            </a:xfrm>
            <a:custGeom>
              <a:avLst/>
              <a:gdLst/>
              <a:ahLst/>
              <a:cxnLst/>
              <a:rect l="l" t="t" r="r" b="b"/>
              <a:pathLst>
                <a:path w="663" h="827" extrusionOk="0">
                  <a:moveTo>
                    <a:pt x="617" y="826"/>
                  </a:moveTo>
                  <a:lnTo>
                    <a:pt x="617" y="826"/>
                  </a:lnTo>
                  <a:cubicBezTo>
                    <a:pt x="616" y="826"/>
                    <a:pt x="615" y="825"/>
                    <a:pt x="614" y="825"/>
                  </a:cubicBezTo>
                  <a:cubicBezTo>
                    <a:pt x="614" y="825"/>
                    <a:pt x="613" y="825"/>
                    <a:pt x="613" y="824"/>
                  </a:cubicBezTo>
                  <a:cubicBezTo>
                    <a:pt x="533" y="764"/>
                    <a:pt x="450" y="691"/>
                    <a:pt x="360" y="603"/>
                  </a:cubicBezTo>
                  <a:cubicBezTo>
                    <a:pt x="212" y="458"/>
                    <a:pt x="101" y="280"/>
                    <a:pt x="0" y="25"/>
                  </a:cubicBezTo>
                  <a:lnTo>
                    <a:pt x="0" y="25"/>
                  </a:lnTo>
                  <a:cubicBezTo>
                    <a:pt x="0" y="24"/>
                    <a:pt x="0" y="24"/>
                    <a:pt x="0" y="23"/>
                  </a:cubicBezTo>
                  <a:cubicBezTo>
                    <a:pt x="0" y="21"/>
                    <a:pt x="0" y="20"/>
                    <a:pt x="1" y="19"/>
                  </a:cubicBezTo>
                  <a:cubicBezTo>
                    <a:pt x="1" y="18"/>
                    <a:pt x="1" y="17"/>
                    <a:pt x="3" y="16"/>
                  </a:cubicBezTo>
                  <a:cubicBezTo>
                    <a:pt x="3" y="16"/>
                    <a:pt x="5" y="15"/>
                    <a:pt x="7" y="15"/>
                  </a:cubicBezTo>
                  <a:cubicBezTo>
                    <a:pt x="293" y="0"/>
                    <a:pt x="541" y="175"/>
                    <a:pt x="625" y="451"/>
                  </a:cubicBezTo>
                  <a:cubicBezTo>
                    <a:pt x="662" y="577"/>
                    <a:pt x="662" y="712"/>
                    <a:pt x="625" y="821"/>
                  </a:cubicBezTo>
                  <a:lnTo>
                    <a:pt x="625" y="821"/>
                  </a:lnTo>
                  <a:cubicBezTo>
                    <a:pt x="624" y="821"/>
                    <a:pt x="624" y="822"/>
                    <a:pt x="624" y="822"/>
                  </a:cubicBezTo>
                  <a:cubicBezTo>
                    <a:pt x="623" y="823"/>
                    <a:pt x="622" y="824"/>
                    <a:pt x="621" y="825"/>
                  </a:cubicBezTo>
                  <a:cubicBezTo>
                    <a:pt x="621" y="825"/>
                    <a:pt x="620" y="825"/>
                    <a:pt x="620" y="826"/>
                  </a:cubicBezTo>
                  <a:lnTo>
                    <a:pt x="620" y="826"/>
                  </a:lnTo>
                  <a:cubicBezTo>
                    <a:pt x="619" y="826"/>
                    <a:pt x="618" y="826"/>
                    <a:pt x="618" y="826"/>
                  </a:cubicBezTo>
                  <a:lnTo>
                    <a:pt x="617" y="826"/>
                  </a:lnTo>
                  <a:moveTo>
                    <a:pt x="17" y="29"/>
                  </a:moveTo>
                  <a:cubicBezTo>
                    <a:pt x="117" y="277"/>
                    <a:pt x="226" y="451"/>
                    <a:pt x="370" y="592"/>
                  </a:cubicBezTo>
                  <a:cubicBezTo>
                    <a:pt x="456" y="678"/>
                    <a:pt x="536" y="748"/>
                    <a:pt x="614" y="807"/>
                  </a:cubicBezTo>
                  <a:cubicBezTo>
                    <a:pt x="647" y="702"/>
                    <a:pt x="646" y="575"/>
                    <a:pt x="610" y="456"/>
                  </a:cubicBezTo>
                  <a:cubicBezTo>
                    <a:pt x="530" y="190"/>
                    <a:pt x="292" y="19"/>
                    <a:pt x="17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6"/>
            <p:cNvSpPr/>
            <p:nvPr/>
          </p:nvSpPr>
          <p:spPr>
            <a:xfrm>
              <a:off x="6006644" y="3990356"/>
              <a:ext cx="500193" cy="759885"/>
            </a:xfrm>
            <a:custGeom>
              <a:avLst/>
              <a:gdLst/>
              <a:ahLst/>
              <a:cxnLst/>
              <a:rect l="l" t="t" r="r" b="b"/>
              <a:pathLst>
                <a:path w="938" h="1425" extrusionOk="0">
                  <a:moveTo>
                    <a:pt x="394" y="1424"/>
                  </a:moveTo>
                  <a:lnTo>
                    <a:pt x="394" y="1424"/>
                  </a:lnTo>
                  <a:lnTo>
                    <a:pt x="394" y="1424"/>
                  </a:lnTo>
                  <a:cubicBezTo>
                    <a:pt x="393" y="1424"/>
                    <a:pt x="391" y="1424"/>
                    <a:pt x="390" y="1423"/>
                  </a:cubicBezTo>
                  <a:cubicBezTo>
                    <a:pt x="388" y="1423"/>
                    <a:pt x="388" y="1421"/>
                    <a:pt x="388" y="1420"/>
                  </a:cubicBezTo>
                  <a:cubicBezTo>
                    <a:pt x="387" y="1419"/>
                    <a:pt x="387" y="1418"/>
                    <a:pt x="387" y="1417"/>
                  </a:cubicBezTo>
                  <a:cubicBezTo>
                    <a:pt x="386" y="1408"/>
                    <a:pt x="353" y="496"/>
                    <a:pt x="4" y="185"/>
                  </a:cubicBezTo>
                  <a:lnTo>
                    <a:pt x="4" y="185"/>
                  </a:lnTo>
                  <a:cubicBezTo>
                    <a:pt x="3" y="185"/>
                    <a:pt x="2" y="185"/>
                    <a:pt x="2" y="184"/>
                  </a:cubicBezTo>
                  <a:cubicBezTo>
                    <a:pt x="0" y="184"/>
                    <a:pt x="1" y="181"/>
                    <a:pt x="1" y="180"/>
                  </a:cubicBezTo>
                  <a:cubicBezTo>
                    <a:pt x="1" y="179"/>
                    <a:pt x="1" y="177"/>
                    <a:pt x="2" y="176"/>
                  </a:cubicBezTo>
                  <a:cubicBezTo>
                    <a:pt x="3" y="175"/>
                    <a:pt x="3" y="175"/>
                    <a:pt x="5" y="174"/>
                  </a:cubicBezTo>
                  <a:cubicBezTo>
                    <a:pt x="6" y="174"/>
                    <a:pt x="6" y="173"/>
                    <a:pt x="8" y="173"/>
                  </a:cubicBezTo>
                  <a:cubicBezTo>
                    <a:pt x="9" y="173"/>
                    <a:pt x="10" y="174"/>
                    <a:pt x="12" y="174"/>
                  </a:cubicBezTo>
                  <a:cubicBezTo>
                    <a:pt x="12" y="175"/>
                    <a:pt x="13" y="174"/>
                    <a:pt x="13" y="174"/>
                  </a:cubicBezTo>
                  <a:cubicBezTo>
                    <a:pt x="285" y="415"/>
                    <a:pt x="368" y="1010"/>
                    <a:pt x="392" y="1279"/>
                  </a:cubicBezTo>
                  <a:cubicBezTo>
                    <a:pt x="447" y="554"/>
                    <a:pt x="919" y="8"/>
                    <a:pt x="924" y="2"/>
                  </a:cubicBezTo>
                  <a:lnTo>
                    <a:pt x="924" y="2"/>
                  </a:lnTo>
                  <a:cubicBezTo>
                    <a:pt x="925" y="2"/>
                    <a:pt x="926" y="2"/>
                    <a:pt x="926" y="1"/>
                  </a:cubicBezTo>
                  <a:cubicBezTo>
                    <a:pt x="928" y="1"/>
                    <a:pt x="929" y="0"/>
                    <a:pt x="930" y="0"/>
                  </a:cubicBezTo>
                  <a:cubicBezTo>
                    <a:pt x="932" y="0"/>
                    <a:pt x="932" y="0"/>
                    <a:pt x="933" y="1"/>
                  </a:cubicBezTo>
                  <a:cubicBezTo>
                    <a:pt x="934" y="2"/>
                    <a:pt x="935" y="3"/>
                    <a:pt x="936" y="4"/>
                  </a:cubicBezTo>
                  <a:cubicBezTo>
                    <a:pt x="937" y="5"/>
                    <a:pt x="937" y="6"/>
                    <a:pt x="937" y="7"/>
                  </a:cubicBezTo>
                  <a:cubicBezTo>
                    <a:pt x="937" y="9"/>
                    <a:pt x="937" y="10"/>
                    <a:pt x="936" y="11"/>
                  </a:cubicBezTo>
                  <a:lnTo>
                    <a:pt x="935" y="12"/>
                  </a:lnTo>
                  <a:cubicBezTo>
                    <a:pt x="930" y="18"/>
                    <a:pt x="401" y="630"/>
                    <a:pt x="401" y="1417"/>
                  </a:cubicBezTo>
                  <a:lnTo>
                    <a:pt x="401" y="1417"/>
                  </a:lnTo>
                  <a:lnTo>
                    <a:pt x="401" y="1417"/>
                  </a:lnTo>
                  <a:cubicBezTo>
                    <a:pt x="401" y="1418"/>
                    <a:pt x="400" y="1419"/>
                    <a:pt x="400" y="1420"/>
                  </a:cubicBezTo>
                  <a:cubicBezTo>
                    <a:pt x="399" y="1421"/>
                    <a:pt x="399" y="1422"/>
                    <a:pt x="398" y="1423"/>
                  </a:cubicBezTo>
                  <a:cubicBezTo>
                    <a:pt x="397" y="1424"/>
                    <a:pt x="395" y="1424"/>
                    <a:pt x="394" y="14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6"/>
            <p:cNvSpPr/>
            <p:nvPr/>
          </p:nvSpPr>
          <p:spPr>
            <a:xfrm>
              <a:off x="5844750" y="4770508"/>
              <a:ext cx="2876911" cy="219167"/>
            </a:xfrm>
            <a:custGeom>
              <a:avLst/>
              <a:gdLst/>
              <a:ahLst/>
              <a:cxnLst/>
              <a:rect l="l" t="t" r="r" b="b"/>
              <a:pathLst>
                <a:path w="5395" h="411" extrusionOk="0">
                  <a:moveTo>
                    <a:pt x="5394" y="205"/>
                  </a:moveTo>
                  <a:cubicBezTo>
                    <a:pt x="5394" y="241"/>
                    <a:pt x="5270" y="276"/>
                    <a:pt x="5033" y="307"/>
                  </a:cubicBezTo>
                  <a:cubicBezTo>
                    <a:pt x="4796" y="338"/>
                    <a:pt x="4455" y="364"/>
                    <a:pt x="4045" y="382"/>
                  </a:cubicBezTo>
                  <a:cubicBezTo>
                    <a:pt x="3635" y="400"/>
                    <a:pt x="3171" y="410"/>
                    <a:pt x="2697" y="410"/>
                  </a:cubicBezTo>
                  <a:cubicBezTo>
                    <a:pt x="2224" y="410"/>
                    <a:pt x="1758" y="400"/>
                    <a:pt x="1348" y="382"/>
                  </a:cubicBezTo>
                  <a:cubicBezTo>
                    <a:pt x="938" y="364"/>
                    <a:pt x="597" y="338"/>
                    <a:pt x="361" y="307"/>
                  </a:cubicBezTo>
                  <a:cubicBezTo>
                    <a:pt x="124" y="276"/>
                    <a:pt x="0" y="241"/>
                    <a:pt x="0" y="205"/>
                  </a:cubicBezTo>
                  <a:cubicBezTo>
                    <a:pt x="0" y="169"/>
                    <a:pt x="124" y="134"/>
                    <a:pt x="361" y="102"/>
                  </a:cubicBezTo>
                  <a:cubicBezTo>
                    <a:pt x="597" y="71"/>
                    <a:pt x="938" y="45"/>
                    <a:pt x="1348" y="27"/>
                  </a:cubicBezTo>
                  <a:cubicBezTo>
                    <a:pt x="1758" y="9"/>
                    <a:pt x="2223" y="0"/>
                    <a:pt x="2697" y="0"/>
                  </a:cubicBezTo>
                  <a:cubicBezTo>
                    <a:pt x="3170" y="0"/>
                    <a:pt x="3635" y="9"/>
                    <a:pt x="4045" y="27"/>
                  </a:cubicBezTo>
                  <a:cubicBezTo>
                    <a:pt x="4455" y="45"/>
                    <a:pt x="4796" y="71"/>
                    <a:pt x="5033" y="102"/>
                  </a:cubicBezTo>
                  <a:cubicBezTo>
                    <a:pt x="5270" y="134"/>
                    <a:pt x="5394" y="169"/>
                    <a:pt x="5394" y="2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6"/>
            <p:cNvSpPr/>
            <p:nvPr/>
          </p:nvSpPr>
          <p:spPr>
            <a:xfrm>
              <a:off x="5499200" y="4741709"/>
              <a:ext cx="3443761" cy="8532"/>
            </a:xfrm>
            <a:custGeom>
              <a:avLst/>
              <a:gdLst/>
              <a:ahLst/>
              <a:cxnLst/>
              <a:rect l="l" t="t" r="r" b="b"/>
              <a:pathLst>
                <a:path w="6458" h="16" extrusionOk="0">
                  <a:moveTo>
                    <a:pt x="6450" y="15"/>
                  </a:moveTo>
                  <a:lnTo>
                    <a:pt x="7" y="15"/>
                  </a:lnTo>
                  <a:lnTo>
                    <a:pt x="7" y="15"/>
                  </a:lnTo>
                  <a:cubicBezTo>
                    <a:pt x="6" y="15"/>
                    <a:pt x="5" y="15"/>
                    <a:pt x="4" y="14"/>
                  </a:cubicBezTo>
                  <a:cubicBezTo>
                    <a:pt x="2" y="14"/>
                    <a:pt x="2" y="12"/>
                    <a:pt x="1" y="11"/>
                  </a:cubicBezTo>
                  <a:cubicBezTo>
                    <a:pt x="0" y="10"/>
                    <a:pt x="0" y="9"/>
                    <a:pt x="0" y="7"/>
                  </a:cubicBezTo>
                  <a:cubicBezTo>
                    <a:pt x="0" y="6"/>
                    <a:pt x="0" y="6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lnTo>
                    <a:pt x="6450" y="0"/>
                  </a:lnTo>
                  <a:lnTo>
                    <a:pt x="6450" y="0"/>
                  </a:lnTo>
                  <a:cubicBezTo>
                    <a:pt x="6451" y="0"/>
                    <a:pt x="6453" y="0"/>
                    <a:pt x="6454" y="1"/>
                  </a:cubicBezTo>
                  <a:cubicBezTo>
                    <a:pt x="6455" y="2"/>
                    <a:pt x="6456" y="3"/>
                    <a:pt x="6456" y="4"/>
                  </a:cubicBezTo>
                  <a:cubicBezTo>
                    <a:pt x="6457" y="6"/>
                    <a:pt x="6457" y="6"/>
                    <a:pt x="6457" y="7"/>
                  </a:cubicBezTo>
                  <a:cubicBezTo>
                    <a:pt x="6457" y="9"/>
                    <a:pt x="6457" y="10"/>
                    <a:pt x="6456" y="11"/>
                  </a:cubicBezTo>
                  <a:cubicBezTo>
                    <a:pt x="6456" y="12"/>
                    <a:pt x="6455" y="14"/>
                    <a:pt x="6454" y="14"/>
                  </a:cubicBezTo>
                  <a:cubicBezTo>
                    <a:pt x="6453" y="15"/>
                    <a:pt x="6451" y="15"/>
                    <a:pt x="6450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6"/>
            <p:cNvSpPr/>
            <p:nvPr/>
          </p:nvSpPr>
          <p:spPr>
            <a:xfrm>
              <a:off x="7029961" y="3855443"/>
              <a:ext cx="712962" cy="187172"/>
            </a:xfrm>
            <a:custGeom>
              <a:avLst/>
              <a:gdLst/>
              <a:ahLst/>
              <a:cxnLst/>
              <a:rect l="l" t="t" r="r" b="b"/>
              <a:pathLst>
                <a:path w="1337" h="351" extrusionOk="0">
                  <a:moveTo>
                    <a:pt x="1300" y="120"/>
                  </a:moveTo>
                  <a:cubicBezTo>
                    <a:pt x="1206" y="47"/>
                    <a:pt x="945" y="0"/>
                    <a:pt x="665" y="0"/>
                  </a:cubicBezTo>
                  <a:cubicBezTo>
                    <a:pt x="595" y="0"/>
                    <a:pt x="524" y="3"/>
                    <a:pt x="454" y="9"/>
                  </a:cubicBezTo>
                  <a:cubicBezTo>
                    <a:pt x="176" y="33"/>
                    <a:pt x="0" y="102"/>
                    <a:pt x="1" y="175"/>
                  </a:cubicBezTo>
                  <a:lnTo>
                    <a:pt x="1" y="175"/>
                  </a:lnTo>
                  <a:cubicBezTo>
                    <a:pt x="1" y="180"/>
                    <a:pt x="1" y="184"/>
                    <a:pt x="3" y="189"/>
                  </a:cubicBezTo>
                  <a:lnTo>
                    <a:pt x="3" y="189"/>
                  </a:lnTo>
                  <a:cubicBezTo>
                    <a:pt x="3" y="191"/>
                    <a:pt x="4" y="193"/>
                    <a:pt x="5" y="196"/>
                  </a:cubicBezTo>
                  <a:lnTo>
                    <a:pt x="5" y="196"/>
                  </a:lnTo>
                  <a:cubicBezTo>
                    <a:pt x="6" y="197"/>
                    <a:pt x="7" y="198"/>
                    <a:pt x="8" y="200"/>
                  </a:cubicBezTo>
                  <a:cubicBezTo>
                    <a:pt x="15" y="212"/>
                    <a:pt x="24" y="222"/>
                    <a:pt x="36" y="230"/>
                  </a:cubicBezTo>
                  <a:cubicBezTo>
                    <a:pt x="65" y="253"/>
                    <a:pt x="111" y="274"/>
                    <a:pt x="168" y="291"/>
                  </a:cubicBezTo>
                  <a:cubicBezTo>
                    <a:pt x="180" y="294"/>
                    <a:pt x="192" y="297"/>
                    <a:pt x="204" y="300"/>
                  </a:cubicBezTo>
                  <a:cubicBezTo>
                    <a:pt x="217" y="304"/>
                    <a:pt x="230" y="308"/>
                    <a:pt x="243" y="310"/>
                  </a:cubicBezTo>
                  <a:cubicBezTo>
                    <a:pt x="256" y="313"/>
                    <a:pt x="270" y="315"/>
                    <a:pt x="284" y="318"/>
                  </a:cubicBezTo>
                  <a:lnTo>
                    <a:pt x="284" y="318"/>
                  </a:lnTo>
                  <a:cubicBezTo>
                    <a:pt x="298" y="320"/>
                    <a:pt x="312" y="323"/>
                    <a:pt x="327" y="325"/>
                  </a:cubicBezTo>
                  <a:lnTo>
                    <a:pt x="327" y="325"/>
                  </a:lnTo>
                  <a:cubicBezTo>
                    <a:pt x="341" y="327"/>
                    <a:pt x="356" y="329"/>
                    <a:pt x="372" y="332"/>
                  </a:cubicBezTo>
                  <a:lnTo>
                    <a:pt x="372" y="332"/>
                  </a:lnTo>
                  <a:cubicBezTo>
                    <a:pt x="417" y="338"/>
                    <a:pt x="466" y="342"/>
                    <a:pt x="516" y="345"/>
                  </a:cubicBezTo>
                  <a:lnTo>
                    <a:pt x="516" y="345"/>
                  </a:lnTo>
                  <a:cubicBezTo>
                    <a:pt x="566" y="348"/>
                    <a:pt x="618" y="350"/>
                    <a:pt x="670" y="350"/>
                  </a:cubicBezTo>
                  <a:cubicBezTo>
                    <a:pt x="696" y="350"/>
                    <a:pt x="722" y="350"/>
                    <a:pt x="748" y="349"/>
                  </a:cubicBezTo>
                  <a:lnTo>
                    <a:pt x="751" y="349"/>
                  </a:lnTo>
                  <a:cubicBezTo>
                    <a:pt x="768" y="348"/>
                    <a:pt x="784" y="348"/>
                    <a:pt x="801" y="347"/>
                  </a:cubicBezTo>
                  <a:cubicBezTo>
                    <a:pt x="828" y="345"/>
                    <a:pt x="854" y="343"/>
                    <a:pt x="881" y="341"/>
                  </a:cubicBezTo>
                  <a:cubicBezTo>
                    <a:pt x="994" y="331"/>
                    <a:pt x="1090" y="314"/>
                    <a:pt x="1164" y="292"/>
                  </a:cubicBezTo>
                  <a:cubicBezTo>
                    <a:pt x="1182" y="287"/>
                    <a:pt x="1198" y="282"/>
                    <a:pt x="1212" y="277"/>
                  </a:cubicBezTo>
                  <a:lnTo>
                    <a:pt x="1212" y="277"/>
                  </a:lnTo>
                  <a:cubicBezTo>
                    <a:pt x="1234" y="269"/>
                    <a:pt x="1255" y="259"/>
                    <a:pt x="1276" y="248"/>
                  </a:cubicBezTo>
                  <a:cubicBezTo>
                    <a:pt x="1281" y="244"/>
                    <a:pt x="1286" y="241"/>
                    <a:pt x="1291" y="238"/>
                  </a:cubicBezTo>
                  <a:cubicBezTo>
                    <a:pt x="1294" y="236"/>
                    <a:pt x="1296" y="234"/>
                    <a:pt x="1299" y="233"/>
                  </a:cubicBezTo>
                  <a:lnTo>
                    <a:pt x="1299" y="233"/>
                  </a:lnTo>
                  <a:cubicBezTo>
                    <a:pt x="1303" y="229"/>
                    <a:pt x="1307" y="226"/>
                    <a:pt x="1311" y="223"/>
                  </a:cubicBezTo>
                  <a:lnTo>
                    <a:pt x="1311" y="223"/>
                  </a:lnTo>
                  <a:cubicBezTo>
                    <a:pt x="1317" y="217"/>
                    <a:pt x="1323" y="210"/>
                    <a:pt x="1327" y="203"/>
                  </a:cubicBezTo>
                  <a:lnTo>
                    <a:pt x="1327" y="203"/>
                  </a:lnTo>
                  <a:cubicBezTo>
                    <a:pt x="1327" y="202"/>
                    <a:pt x="1328" y="202"/>
                    <a:pt x="1328" y="201"/>
                  </a:cubicBezTo>
                  <a:cubicBezTo>
                    <a:pt x="1330" y="198"/>
                    <a:pt x="1332" y="194"/>
                    <a:pt x="1333" y="189"/>
                  </a:cubicBezTo>
                  <a:lnTo>
                    <a:pt x="1333" y="189"/>
                  </a:lnTo>
                  <a:cubicBezTo>
                    <a:pt x="1334" y="185"/>
                    <a:pt x="1335" y="180"/>
                    <a:pt x="1335" y="176"/>
                  </a:cubicBezTo>
                  <a:cubicBezTo>
                    <a:pt x="1336" y="157"/>
                    <a:pt x="1324" y="138"/>
                    <a:pt x="1300" y="120"/>
                  </a:cubicBezTo>
                  <a:moveTo>
                    <a:pt x="841" y="310"/>
                  </a:moveTo>
                  <a:cubicBezTo>
                    <a:pt x="819" y="312"/>
                    <a:pt x="796" y="313"/>
                    <a:pt x="774" y="314"/>
                  </a:cubicBezTo>
                  <a:cubicBezTo>
                    <a:pt x="739" y="316"/>
                    <a:pt x="705" y="317"/>
                    <a:pt x="671" y="317"/>
                  </a:cubicBezTo>
                  <a:cubicBezTo>
                    <a:pt x="444" y="317"/>
                    <a:pt x="231" y="279"/>
                    <a:pt x="155" y="220"/>
                  </a:cubicBezTo>
                  <a:cubicBezTo>
                    <a:pt x="60" y="146"/>
                    <a:pt x="212" y="65"/>
                    <a:pt x="495" y="41"/>
                  </a:cubicBezTo>
                  <a:cubicBezTo>
                    <a:pt x="524" y="38"/>
                    <a:pt x="554" y="36"/>
                    <a:pt x="584" y="35"/>
                  </a:cubicBezTo>
                  <a:cubicBezTo>
                    <a:pt x="611" y="34"/>
                    <a:pt x="638" y="33"/>
                    <a:pt x="665" y="33"/>
                  </a:cubicBezTo>
                  <a:cubicBezTo>
                    <a:pt x="892" y="33"/>
                    <a:pt x="1104" y="71"/>
                    <a:pt x="1181" y="130"/>
                  </a:cubicBezTo>
                  <a:cubicBezTo>
                    <a:pt x="1276" y="205"/>
                    <a:pt x="1124" y="285"/>
                    <a:pt x="841" y="3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6"/>
            <p:cNvSpPr/>
            <p:nvPr/>
          </p:nvSpPr>
          <p:spPr>
            <a:xfrm>
              <a:off x="7061956" y="3873040"/>
              <a:ext cx="648971" cy="151977"/>
            </a:xfrm>
            <a:custGeom>
              <a:avLst/>
              <a:gdLst/>
              <a:ahLst/>
              <a:cxnLst/>
              <a:rect l="l" t="t" r="r" b="b"/>
              <a:pathLst>
                <a:path w="1217" h="285" extrusionOk="0">
                  <a:moveTo>
                    <a:pt x="781" y="277"/>
                  </a:moveTo>
                  <a:cubicBezTo>
                    <a:pt x="759" y="279"/>
                    <a:pt x="736" y="280"/>
                    <a:pt x="714" y="281"/>
                  </a:cubicBezTo>
                  <a:cubicBezTo>
                    <a:pt x="679" y="283"/>
                    <a:pt x="645" y="284"/>
                    <a:pt x="611" y="284"/>
                  </a:cubicBezTo>
                  <a:cubicBezTo>
                    <a:pt x="384" y="284"/>
                    <a:pt x="171" y="246"/>
                    <a:pt x="95" y="187"/>
                  </a:cubicBezTo>
                  <a:cubicBezTo>
                    <a:pt x="0" y="113"/>
                    <a:pt x="152" y="32"/>
                    <a:pt x="435" y="8"/>
                  </a:cubicBezTo>
                  <a:cubicBezTo>
                    <a:pt x="464" y="5"/>
                    <a:pt x="494" y="3"/>
                    <a:pt x="524" y="2"/>
                  </a:cubicBezTo>
                  <a:cubicBezTo>
                    <a:pt x="551" y="1"/>
                    <a:pt x="578" y="0"/>
                    <a:pt x="605" y="0"/>
                  </a:cubicBezTo>
                  <a:cubicBezTo>
                    <a:pt x="832" y="0"/>
                    <a:pt x="1044" y="38"/>
                    <a:pt x="1121" y="97"/>
                  </a:cubicBezTo>
                  <a:cubicBezTo>
                    <a:pt x="1216" y="172"/>
                    <a:pt x="1064" y="252"/>
                    <a:pt x="781" y="2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6"/>
            <p:cNvSpPr/>
            <p:nvPr/>
          </p:nvSpPr>
          <p:spPr>
            <a:xfrm>
              <a:off x="7030494" y="3948762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1"/>
                  </a:lnTo>
                  <a:cubicBezTo>
                    <a:pt x="1335" y="214"/>
                    <a:pt x="1159" y="282"/>
                    <a:pt x="881" y="306"/>
                  </a:cubicBezTo>
                  <a:cubicBezTo>
                    <a:pt x="532" y="337"/>
                    <a:pt x="153" y="287"/>
                    <a:pt x="35" y="196"/>
                  </a:cubicBezTo>
                  <a:cubicBezTo>
                    <a:pt x="11" y="177"/>
                    <a:pt x="0" y="158"/>
                    <a:pt x="0" y="140"/>
                  </a:cubicBezTo>
                  <a:lnTo>
                    <a:pt x="0" y="0"/>
                  </a:lnTo>
                  <a:cubicBezTo>
                    <a:pt x="0" y="18"/>
                    <a:pt x="11" y="37"/>
                    <a:pt x="35" y="56"/>
                  </a:cubicBezTo>
                  <a:cubicBezTo>
                    <a:pt x="153" y="147"/>
                    <a:pt x="532" y="197"/>
                    <a:pt x="881" y="166"/>
                  </a:cubicBezTo>
                  <a:cubicBezTo>
                    <a:pt x="1159" y="142"/>
                    <a:pt x="1334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6"/>
            <p:cNvSpPr/>
            <p:nvPr/>
          </p:nvSpPr>
          <p:spPr>
            <a:xfrm>
              <a:off x="7030494" y="4022884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2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8"/>
                    <a:pt x="153" y="288"/>
                    <a:pt x="35" y="197"/>
                  </a:cubicBezTo>
                  <a:cubicBezTo>
                    <a:pt x="11" y="178"/>
                    <a:pt x="0" y="159"/>
                    <a:pt x="0" y="141"/>
                  </a:cubicBezTo>
                  <a:lnTo>
                    <a:pt x="0" y="0"/>
                  </a:lnTo>
                  <a:cubicBezTo>
                    <a:pt x="0" y="19"/>
                    <a:pt x="11" y="38"/>
                    <a:pt x="35" y="56"/>
                  </a:cubicBezTo>
                  <a:cubicBezTo>
                    <a:pt x="153" y="148"/>
                    <a:pt x="532" y="197"/>
                    <a:pt x="881" y="167"/>
                  </a:cubicBezTo>
                  <a:cubicBezTo>
                    <a:pt x="1159" y="143"/>
                    <a:pt x="1334" y="75"/>
                    <a:pt x="133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6"/>
            <p:cNvSpPr/>
            <p:nvPr/>
          </p:nvSpPr>
          <p:spPr>
            <a:xfrm>
              <a:off x="7030494" y="4097540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7"/>
                    <a:pt x="153" y="288"/>
                    <a:pt x="35" y="196"/>
                  </a:cubicBezTo>
                  <a:cubicBezTo>
                    <a:pt x="11" y="178"/>
                    <a:pt x="0" y="159"/>
                    <a:pt x="0" y="140"/>
                  </a:cubicBezTo>
                  <a:lnTo>
                    <a:pt x="0" y="0"/>
                  </a:lnTo>
                  <a:cubicBezTo>
                    <a:pt x="0" y="19"/>
                    <a:pt x="11" y="37"/>
                    <a:pt x="35" y="56"/>
                  </a:cubicBezTo>
                  <a:cubicBezTo>
                    <a:pt x="153" y="147"/>
                    <a:pt x="532" y="197"/>
                    <a:pt x="881" y="166"/>
                  </a:cubicBezTo>
                  <a:cubicBezTo>
                    <a:pt x="1159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6"/>
            <p:cNvSpPr/>
            <p:nvPr/>
          </p:nvSpPr>
          <p:spPr>
            <a:xfrm>
              <a:off x="7030494" y="4171662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2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8"/>
                  </a:cubicBezTo>
                  <a:cubicBezTo>
                    <a:pt x="532" y="338"/>
                    <a:pt x="153" y="288"/>
                    <a:pt x="35" y="197"/>
                  </a:cubicBezTo>
                  <a:cubicBezTo>
                    <a:pt x="11" y="178"/>
                    <a:pt x="0" y="160"/>
                    <a:pt x="0" y="141"/>
                  </a:cubicBezTo>
                  <a:lnTo>
                    <a:pt x="0" y="0"/>
                  </a:lnTo>
                  <a:cubicBezTo>
                    <a:pt x="0" y="19"/>
                    <a:pt x="11" y="38"/>
                    <a:pt x="35" y="57"/>
                  </a:cubicBezTo>
                  <a:cubicBezTo>
                    <a:pt x="153" y="148"/>
                    <a:pt x="532" y="198"/>
                    <a:pt x="881" y="167"/>
                  </a:cubicBezTo>
                  <a:cubicBezTo>
                    <a:pt x="1159" y="143"/>
                    <a:pt x="1334" y="75"/>
                    <a:pt x="133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6"/>
            <p:cNvSpPr/>
            <p:nvPr/>
          </p:nvSpPr>
          <p:spPr>
            <a:xfrm>
              <a:off x="7030494" y="4246317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8"/>
                    <a:pt x="153" y="288"/>
                    <a:pt x="35" y="196"/>
                  </a:cubicBezTo>
                  <a:cubicBezTo>
                    <a:pt x="11" y="178"/>
                    <a:pt x="0" y="159"/>
                    <a:pt x="0" y="141"/>
                  </a:cubicBezTo>
                  <a:lnTo>
                    <a:pt x="0" y="0"/>
                  </a:lnTo>
                  <a:cubicBezTo>
                    <a:pt x="0" y="19"/>
                    <a:pt x="11" y="38"/>
                    <a:pt x="35" y="56"/>
                  </a:cubicBezTo>
                  <a:cubicBezTo>
                    <a:pt x="153" y="148"/>
                    <a:pt x="532" y="197"/>
                    <a:pt x="881" y="167"/>
                  </a:cubicBezTo>
                  <a:cubicBezTo>
                    <a:pt x="1159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6"/>
            <p:cNvSpPr/>
            <p:nvPr/>
          </p:nvSpPr>
          <p:spPr>
            <a:xfrm>
              <a:off x="7030494" y="4320972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7"/>
                    <a:pt x="153" y="288"/>
                    <a:pt x="35" y="196"/>
                  </a:cubicBezTo>
                  <a:cubicBezTo>
                    <a:pt x="11" y="178"/>
                    <a:pt x="0" y="159"/>
                    <a:pt x="0" y="140"/>
                  </a:cubicBezTo>
                  <a:lnTo>
                    <a:pt x="0" y="0"/>
                  </a:lnTo>
                  <a:cubicBezTo>
                    <a:pt x="0" y="18"/>
                    <a:pt x="11" y="37"/>
                    <a:pt x="35" y="56"/>
                  </a:cubicBezTo>
                  <a:cubicBezTo>
                    <a:pt x="153" y="147"/>
                    <a:pt x="532" y="197"/>
                    <a:pt x="881" y="166"/>
                  </a:cubicBezTo>
                  <a:cubicBezTo>
                    <a:pt x="1159" y="142"/>
                    <a:pt x="1334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6"/>
            <p:cNvSpPr/>
            <p:nvPr/>
          </p:nvSpPr>
          <p:spPr>
            <a:xfrm>
              <a:off x="7024628" y="3839979"/>
              <a:ext cx="723627" cy="210101"/>
            </a:xfrm>
            <a:custGeom>
              <a:avLst/>
              <a:gdLst/>
              <a:ahLst/>
              <a:cxnLst/>
              <a:rect l="l" t="t" r="r" b="b"/>
              <a:pathLst>
                <a:path w="1357" h="394" extrusionOk="0">
                  <a:moveTo>
                    <a:pt x="682" y="386"/>
                  </a:moveTo>
                  <a:cubicBezTo>
                    <a:pt x="401" y="386"/>
                    <a:pt x="137" y="339"/>
                    <a:pt x="41" y="265"/>
                  </a:cubicBezTo>
                  <a:cubicBezTo>
                    <a:pt x="2" y="235"/>
                    <a:pt x="0" y="206"/>
                    <a:pt x="5" y="188"/>
                  </a:cubicBezTo>
                  <a:cubicBezTo>
                    <a:pt x="27" y="115"/>
                    <a:pt x="207" y="53"/>
                    <a:pt x="464" y="31"/>
                  </a:cubicBezTo>
                  <a:cubicBezTo>
                    <a:pt x="814" y="0"/>
                    <a:pt x="1196" y="51"/>
                    <a:pt x="1315" y="143"/>
                  </a:cubicBezTo>
                  <a:cubicBezTo>
                    <a:pt x="1354" y="174"/>
                    <a:pt x="1356" y="202"/>
                    <a:pt x="1351" y="220"/>
                  </a:cubicBezTo>
                  <a:cubicBezTo>
                    <a:pt x="1329" y="293"/>
                    <a:pt x="1149" y="355"/>
                    <a:pt x="892" y="377"/>
                  </a:cubicBezTo>
                  <a:cubicBezTo>
                    <a:pt x="823" y="384"/>
                    <a:pt x="752" y="386"/>
                    <a:pt x="682" y="386"/>
                  </a:cubicBezTo>
                  <a:moveTo>
                    <a:pt x="676" y="36"/>
                  </a:moveTo>
                  <a:cubicBezTo>
                    <a:pt x="606" y="36"/>
                    <a:pt x="535" y="39"/>
                    <a:pt x="465" y="45"/>
                  </a:cubicBezTo>
                  <a:cubicBezTo>
                    <a:pt x="180" y="70"/>
                    <a:pt x="36" y="137"/>
                    <a:pt x="20" y="192"/>
                  </a:cubicBezTo>
                  <a:cubicBezTo>
                    <a:pt x="14" y="213"/>
                    <a:pt x="24" y="233"/>
                    <a:pt x="50" y="254"/>
                  </a:cubicBezTo>
                  <a:cubicBezTo>
                    <a:pt x="167" y="344"/>
                    <a:pt x="544" y="393"/>
                    <a:pt x="891" y="363"/>
                  </a:cubicBezTo>
                  <a:cubicBezTo>
                    <a:pt x="1176" y="338"/>
                    <a:pt x="1320" y="271"/>
                    <a:pt x="1336" y="216"/>
                  </a:cubicBezTo>
                  <a:cubicBezTo>
                    <a:pt x="1342" y="196"/>
                    <a:pt x="1332" y="175"/>
                    <a:pt x="1306" y="155"/>
                  </a:cubicBezTo>
                  <a:cubicBezTo>
                    <a:pt x="1213" y="82"/>
                    <a:pt x="953" y="36"/>
                    <a:pt x="676" y="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6"/>
            <p:cNvSpPr/>
            <p:nvPr/>
          </p:nvSpPr>
          <p:spPr>
            <a:xfrm>
              <a:off x="7092352" y="3859709"/>
              <a:ext cx="588180" cy="170641"/>
            </a:xfrm>
            <a:custGeom>
              <a:avLst/>
              <a:gdLst/>
              <a:ahLst/>
              <a:cxnLst/>
              <a:rect l="l" t="t" r="r" b="b"/>
              <a:pathLst>
                <a:path w="1103" h="320" extrusionOk="0">
                  <a:moveTo>
                    <a:pt x="554" y="316"/>
                  </a:moveTo>
                  <a:cubicBezTo>
                    <a:pt x="326" y="316"/>
                    <a:pt x="111" y="278"/>
                    <a:pt x="34" y="218"/>
                  </a:cubicBezTo>
                  <a:cubicBezTo>
                    <a:pt x="1" y="192"/>
                    <a:pt x="0" y="169"/>
                    <a:pt x="4" y="154"/>
                  </a:cubicBezTo>
                  <a:cubicBezTo>
                    <a:pt x="22" y="93"/>
                    <a:pt x="165" y="44"/>
                    <a:pt x="377" y="25"/>
                  </a:cubicBezTo>
                  <a:cubicBezTo>
                    <a:pt x="662" y="0"/>
                    <a:pt x="972" y="41"/>
                    <a:pt x="1068" y="117"/>
                  </a:cubicBezTo>
                  <a:cubicBezTo>
                    <a:pt x="1101" y="142"/>
                    <a:pt x="1102" y="165"/>
                    <a:pt x="1098" y="181"/>
                  </a:cubicBezTo>
                  <a:cubicBezTo>
                    <a:pt x="1080" y="241"/>
                    <a:pt x="937" y="291"/>
                    <a:pt x="725" y="309"/>
                  </a:cubicBezTo>
                  <a:cubicBezTo>
                    <a:pt x="668" y="314"/>
                    <a:pt x="611" y="316"/>
                    <a:pt x="554" y="316"/>
                  </a:cubicBezTo>
                  <a:moveTo>
                    <a:pt x="549" y="32"/>
                  </a:moveTo>
                  <a:cubicBezTo>
                    <a:pt x="493" y="32"/>
                    <a:pt x="435" y="35"/>
                    <a:pt x="378" y="40"/>
                  </a:cubicBezTo>
                  <a:cubicBezTo>
                    <a:pt x="148" y="60"/>
                    <a:pt x="31" y="114"/>
                    <a:pt x="18" y="158"/>
                  </a:cubicBezTo>
                  <a:cubicBezTo>
                    <a:pt x="13" y="174"/>
                    <a:pt x="22" y="190"/>
                    <a:pt x="43" y="206"/>
                  </a:cubicBezTo>
                  <a:cubicBezTo>
                    <a:pt x="137" y="279"/>
                    <a:pt x="442" y="319"/>
                    <a:pt x="723" y="294"/>
                  </a:cubicBezTo>
                  <a:cubicBezTo>
                    <a:pt x="954" y="274"/>
                    <a:pt x="1071" y="221"/>
                    <a:pt x="1084" y="176"/>
                  </a:cubicBezTo>
                  <a:cubicBezTo>
                    <a:pt x="1088" y="160"/>
                    <a:pt x="1080" y="144"/>
                    <a:pt x="1059" y="128"/>
                  </a:cubicBezTo>
                  <a:cubicBezTo>
                    <a:pt x="984" y="70"/>
                    <a:pt x="774" y="33"/>
                    <a:pt x="549" y="33"/>
                  </a:cubicBezTo>
                  <a:lnTo>
                    <a:pt x="549" y="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6"/>
            <p:cNvSpPr/>
            <p:nvPr/>
          </p:nvSpPr>
          <p:spPr>
            <a:xfrm>
              <a:off x="7026228" y="3945029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9" y="330"/>
                  </a:moveTo>
                  <a:cubicBezTo>
                    <a:pt x="397" y="330"/>
                    <a:pt x="133" y="283"/>
                    <a:pt x="38" y="209"/>
                  </a:cubicBezTo>
                  <a:cubicBezTo>
                    <a:pt x="13" y="189"/>
                    <a:pt x="0" y="168"/>
                    <a:pt x="0" y="147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4"/>
                    <a:pt x="1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6" y="1"/>
                    <a:pt x="6" y="0"/>
                    <a:pt x="8" y="0"/>
                  </a:cubicBez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cubicBezTo>
                    <a:pt x="9" y="0"/>
                    <a:pt x="10" y="0"/>
                    <a:pt x="11" y="0"/>
                  </a:cubicBezTo>
                  <a:cubicBezTo>
                    <a:pt x="13" y="1"/>
                    <a:pt x="13" y="2"/>
                    <a:pt x="14" y="3"/>
                  </a:cubicBezTo>
                  <a:cubicBezTo>
                    <a:pt x="15" y="4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3"/>
                    <a:pt x="26" y="40"/>
                    <a:pt x="47" y="57"/>
                  </a:cubicBezTo>
                  <a:cubicBezTo>
                    <a:pt x="164" y="147"/>
                    <a:pt x="541" y="196"/>
                    <a:pt x="888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cubicBezTo>
                    <a:pt x="1335" y="6"/>
                    <a:pt x="1335" y="5"/>
                    <a:pt x="1336" y="4"/>
                  </a:cubicBezTo>
                  <a:cubicBezTo>
                    <a:pt x="1337" y="3"/>
                    <a:pt x="1338" y="2"/>
                    <a:pt x="1339" y="1"/>
                  </a:cubicBezTo>
                  <a:cubicBezTo>
                    <a:pt x="1340" y="1"/>
                    <a:pt x="1341" y="0"/>
                    <a:pt x="1342" y="0"/>
                  </a:cubicBezTo>
                  <a:lnTo>
                    <a:pt x="1342" y="0"/>
                  </a:lnTo>
                  <a:lnTo>
                    <a:pt x="1342" y="0"/>
                  </a:lnTo>
                  <a:lnTo>
                    <a:pt x="1342" y="0"/>
                  </a:lnTo>
                  <a:lnTo>
                    <a:pt x="1343" y="0"/>
                  </a:lnTo>
                  <a:cubicBezTo>
                    <a:pt x="1344" y="0"/>
                    <a:pt x="1345" y="1"/>
                    <a:pt x="1346" y="1"/>
                  </a:cubicBezTo>
                  <a:cubicBezTo>
                    <a:pt x="1347" y="2"/>
                    <a:pt x="1349" y="3"/>
                    <a:pt x="1349" y="4"/>
                  </a:cubicBezTo>
                  <a:cubicBezTo>
                    <a:pt x="1350" y="5"/>
                    <a:pt x="1350" y="6"/>
                    <a:pt x="1350" y="8"/>
                  </a:cubicBezTo>
                  <a:lnTo>
                    <a:pt x="1350" y="8"/>
                  </a:lnTo>
                  <a:lnTo>
                    <a:pt x="1350" y="148"/>
                  </a:lnTo>
                  <a:cubicBezTo>
                    <a:pt x="1350" y="229"/>
                    <a:pt x="1169" y="297"/>
                    <a:pt x="889" y="321"/>
                  </a:cubicBezTo>
                  <a:cubicBezTo>
                    <a:pt x="819" y="327"/>
                    <a:pt x="748" y="330"/>
                    <a:pt x="679" y="330"/>
                  </a:cubicBezTo>
                  <a:moveTo>
                    <a:pt x="15" y="46"/>
                  </a:moveTo>
                  <a:lnTo>
                    <a:pt x="15" y="147"/>
                  </a:lnTo>
                  <a:cubicBezTo>
                    <a:pt x="15" y="164"/>
                    <a:pt x="26" y="181"/>
                    <a:pt x="47" y="197"/>
                  </a:cubicBezTo>
                  <a:cubicBezTo>
                    <a:pt x="164" y="288"/>
                    <a:pt x="541" y="337"/>
                    <a:pt x="888" y="306"/>
                  </a:cubicBezTo>
                  <a:cubicBezTo>
                    <a:pt x="1151" y="283"/>
                    <a:pt x="1335" y="218"/>
                    <a:pt x="1335" y="148"/>
                  </a:cubicBezTo>
                  <a:lnTo>
                    <a:pt x="1335" y="47"/>
                  </a:lnTo>
                  <a:cubicBezTo>
                    <a:pt x="1287" y="110"/>
                    <a:pt x="1122" y="160"/>
                    <a:pt x="889" y="181"/>
                  </a:cubicBezTo>
                  <a:cubicBezTo>
                    <a:pt x="539" y="211"/>
                    <a:pt x="157" y="161"/>
                    <a:pt x="38" y="68"/>
                  </a:cubicBezTo>
                  <a:lnTo>
                    <a:pt x="38" y="68"/>
                  </a:lnTo>
                  <a:cubicBezTo>
                    <a:pt x="30" y="62"/>
                    <a:pt x="22" y="54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6"/>
            <p:cNvSpPr/>
            <p:nvPr/>
          </p:nvSpPr>
          <p:spPr>
            <a:xfrm>
              <a:off x="7260860" y="3885305"/>
              <a:ext cx="277293" cy="126914"/>
            </a:xfrm>
            <a:custGeom>
              <a:avLst/>
              <a:gdLst/>
              <a:ahLst/>
              <a:cxnLst/>
              <a:rect l="l" t="t" r="r" b="b"/>
              <a:pathLst>
                <a:path w="520" h="238" extrusionOk="0">
                  <a:moveTo>
                    <a:pt x="399" y="101"/>
                  </a:moveTo>
                  <a:lnTo>
                    <a:pt x="399" y="101"/>
                  </a:lnTo>
                  <a:cubicBezTo>
                    <a:pt x="368" y="96"/>
                    <a:pt x="336" y="94"/>
                    <a:pt x="305" y="94"/>
                  </a:cubicBezTo>
                  <a:cubicBezTo>
                    <a:pt x="293" y="94"/>
                    <a:pt x="281" y="94"/>
                    <a:pt x="269" y="95"/>
                  </a:cubicBezTo>
                  <a:lnTo>
                    <a:pt x="226" y="67"/>
                  </a:lnTo>
                  <a:lnTo>
                    <a:pt x="226" y="67"/>
                  </a:lnTo>
                  <a:cubicBezTo>
                    <a:pt x="243" y="65"/>
                    <a:pt x="260" y="65"/>
                    <a:pt x="277" y="65"/>
                  </a:cubicBezTo>
                  <a:cubicBezTo>
                    <a:pt x="289" y="65"/>
                    <a:pt x="301" y="65"/>
                    <a:pt x="313" y="66"/>
                  </a:cubicBezTo>
                  <a:lnTo>
                    <a:pt x="313" y="66"/>
                  </a:lnTo>
                  <a:cubicBezTo>
                    <a:pt x="314" y="66"/>
                    <a:pt x="315" y="66"/>
                    <a:pt x="315" y="66"/>
                  </a:cubicBezTo>
                  <a:cubicBezTo>
                    <a:pt x="317" y="66"/>
                    <a:pt x="320" y="66"/>
                    <a:pt x="322" y="65"/>
                  </a:cubicBezTo>
                  <a:cubicBezTo>
                    <a:pt x="324" y="64"/>
                    <a:pt x="325" y="63"/>
                    <a:pt x="324" y="62"/>
                  </a:cubicBezTo>
                  <a:lnTo>
                    <a:pt x="306" y="22"/>
                  </a:lnTo>
                  <a:cubicBezTo>
                    <a:pt x="305" y="20"/>
                    <a:pt x="300" y="19"/>
                    <a:pt x="294" y="19"/>
                  </a:cubicBezTo>
                  <a:lnTo>
                    <a:pt x="294" y="19"/>
                  </a:lnTo>
                  <a:cubicBezTo>
                    <a:pt x="285" y="18"/>
                    <a:pt x="275" y="18"/>
                    <a:pt x="265" y="18"/>
                  </a:cubicBezTo>
                  <a:cubicBezTo>
                    <a:pt x="230" y="18"/>
                    <a:pt x="195" y="20"/>
                    <a:pt x="160" y="23"/>
                  </a:cubicBezTo>
                  <a:lnTo>
                    <a:pt x="129" y="2"/>
                  </a:lnTo>
                  <a:lnTo>
                    <a:pt x="129" y="2"/>
                  </a:lnTo>
                  <a:cubicBezTo>
                    <a:pt x="125" y="1"/>
                    <a:pt x="122" y="0"/>
                    <a:pt x="118" y="0"/>
                  </a:cubicBezTo>
                  <a:cubicBezTo>
                    <a:pt x="117" y="0"/>
                    <a:pt x="115" y="0"/>
                    <a:pt x="114" y="0"/>
                  </a:cubicBezTo>
                  <a:lnTo>
                    <a:pt x="59" y="8"/>
                  </a:lnTo>
                  <a:cubicBezTo>
                    <a:pt x="54" y="9"/>
                    <a:pt x="52" y="11"/>
                    <a:pt x="55" y="13"/>
                  </a:cubicBezTo>
                  <a:lnTo>
                    <a:pt x="87" y="35"/>
                  </a:lnTo>
                  <a:cubicBezTo>
                    <a:pt x="49" y="43"/>
                    <a:pt x="23" y="53"/>
                    <a:pt x="12" y="66"/>
                  </a:cubicBezTo>
                  <a:cubicBezTo>
                    <a:pt x="0" y="80"/>
                    <a:pt x="5" y="94"/>
                    <a:pt x="28" y="109"/>
                  </a:cubicBezTo>
                  <a:cubicBezTo>
                    <a:pt x="48" y="123"/>
                    <a:pt x="79" y="133"/>
                    <a:pt x="118" y="139"/>
                  </a:cubicBezTo>
                  <a:lnTo>
                    <a:pt x="118" y="139"/>
                  </a:lnTo>
                  <a:cubicBezTo>
                    <a:pt x="151" y="144"/>
                    <a:pt x="185" y="147"/>
                    <a:pt x="219" y="147"/>
                  </a:cubicBezTo>
                  <a:cubicBezTo>
                    <a:pt x="230" y="147"/>
                    <a:pt x="241" y="147"/>
                    <a:pt x="252" y="146"/>
                  </a:cubicBezTo>
                  <a:lnTo>
                    <a:pt x="255" y="146"/>
                  </a:lnTo>
                  <a:lnTo>
                    <a:pt x="299" y="175"/>
                  </a:lnTo>
                  <a:cubicBezTo>
                    <a:pt x="285" y="177"/>
                    <a:pt x="268" y="178"/>
                    <a:pt x="250" y="179"/>
                  </a:cubicBezTo>
                  <a:cubicBezTo>
                    <a:pt x="228" y="180"/>
                    <a:pt x="206" y="180"/>
                    <a:pt x="184" y="179"/>
                  </a:cubicBezTo>
                  <a:lnTo>
                    <a:pt x="184" y="179"/>
                  </a:lnTo>
                  <a:lnTo>
                    <a:pt x="183" y="179"/>
                  </a:lnTo>
                  <a:cubicBezTo>
                    <a:pt x="181" y="179"/>
                    <a:pt x="178" y="179"/>
                    <a:pt x="176" y="180"/>
                  </a:cubicBezTo>
                  <a:cubicBezTo>
                    <a:pt x="174" y="181"/>
                    <a:pt x="174" y="182"/>
                    <a:pt x="175" y="183"/>
                  </a:cubicBezTo>
                  <a:lnTo>
                    <a:pt x="202" y="223"/>
                  </a:lnTo>
                  <a:lnTo>
                    <a:pt x="202" y="223"/>
                  </a:lnTo>
                  <a:lnTo>
                    <a:pt x="204" y="224"/>
                  </a:lnTo>
                  <a:cubicBezTo>
                    <a:pt x="207" y="226"/>
                    <a:pt x="209" y="227"/>
                    <a:pt x="212" y="227"/>
                  </a:cubicBezTo>
                  <a:lnTo>
                    <a:pt x="213" y="226"/>
                  </a:lnTo>
                  <a:lnTo>
                    <a:pt x="213" y="226"/>
                  </a:lnTo>
                  <a:cubicBezTo>
                    <a:pt x="222" y="227"/>
                    <a:pt x="230" y="227"/>
                    <a:pt x="239" y="227"/>
                  </a:cubicBezTo>
                  <a:cubicBezTo>
                    <a:pt x="281" y="227"/>
                    <a:pt x="323" y="224"/>
                    <a:pt x="365" y="219"/>
                  </a:cubicBezTo>
                  <a:lnTo>
                    <a:pt x="388" y="234"/>
                  </a:lnTo>
                  <a:lnTo>
                    <a:pt x="388" y="234"/>
                  </a:lnTo>
                  <a:cubicBezTo>
                    <a:pt x="392" y="236"/>
                    <a:pt x="395" y="237"/>
                    <a:pt x="399" y="237"/>
                  </a:cubicBezTo>
                  <a:cubicBezTo>
                    <a:pt x="400" y="237"/>
                    <a:pt x="402" y="237"/>
                    <a:pt x="403" y="237"/>
                  </a:cubicBezTo>
                  <a:lnTo>
                    <a:pt x="458" y="228"/>
                  </a:lnTo>
                  <a:cubicBezTo>
                    <a:pt x="463" y="227"/>
                    <a:pt x="465" y="225"/>
                    <a:pt x="462" y="223"/>
                  </a:cubicBezTo>
                  <a:lnTo>
                    <a:pt x="437" y="207"/>
                  </a:lnTo>
                  <a:cubicBezTo>
                    <a:pt x="475" y="198"/>
                    <a:pt x="499" y="187"/>
                    <a:pt x="509" y="175"/>
                  </a:cubicBezTo>
                  <a:cubicBezTo>
                    <a:pt x="519" y="161"/>
                    <a:pt x="512" y="146"/>
                    <a:pt x="489" y="130"/>
                  </a:cubicBezTo>
                  <a:cubicBezTo>
                    <a:pt x="468" y="117"/>
                    <a:pt x="438" y="107"/>
                    <a:pt x="399" y="101"/>
                  </a:cubicBezTo>
                  <a:moveTo>
                    <a:pt x="488" y="172"/>
                  </a:moveTo>
                  <a:cubicBezTo>
                    <a:pt x="479" y="184"/>
                    <a:pt x="455" y="194"/>
                    <a:pt x="417" y="202"/>
                  </a:cubicBezTo>
                  <a:cubicBezTo>
                    <a:pt x="412" y="203"/>
                    <a:pt x="411" y="205"/>
                    <a:pt x="414" y="207"/>
                  </a:cubicBezTo>
                  <a:lnTo>
                    <a:pt x="438" y="222"/>
                  </a:lnTo>
                  <a:lnTo>
                    <a:pt x="401" y="228"/>
                  </a:lnTo>
                  <a:lnTo>
                    <a:pt x="378" y="213"/>
                  </a:lnTo>
                  <a:lnTo>
                    <a:pt x="378" y="213"/>
                  </a:lnTo>
                  <a:cubicBezTo>
                    <a:pt x="375" y="211"/>
                    <a:pt x="371" y="210"/>
                    <a:pt x="367" y="210"/>
                  </a:cubicBezTo>
                  <a:cubicBezTo>
                    <a:pt x="366" y="210"/>
                    <a:pt x="365" y="210"/>
                    <a:pt x="364" y="211"/>
                  </a:cubicBezTo>
                  <a:lnTo>
                    <a:pt x="364" y="211"/>
                  </a:lnTo>
                  <a:cubicBezTo>
                    <a:pt x="321" y="216"/>
                    <a:pt x="277" y="219"/>
                    <a:pt x="234" y="219"/>
                  </a:cubicBezTo>
                  <a:cubicBezTo>
                    <a:pt x="229" y="219"/>
                    <a:pt x="224" y="219"/>
                    <a:pt x="219" y="219"/>
                  </a:cubicBezTo>
                  <a:lnTo>
                    <a:pt x="198" y="187"/>
                  </a:lnTo>
                  <a:cubicBezTo>
                    <a:pt x="217" y="188"/>
                    <a:pt x="237" y="187"/>
                    <a:pt x="256" y="187"/>
                  </a:cubicBezTo>
                  <a:cubicBezTo>
                    <a:pt x="280" y="185"/>
                    <a:pt x="301" y="184"/>
                    <a:pt x="319" y="182"/>
                  </a:cubicBezTo>
                  <a:lnTo>
                    <a:pt x="319" y="182"/>
                  </a:lnTo>
                  <a:cubicBezTo>
                    <a:pt x="320" y="182"/>
                    <a:pt x="322" y="181"/>
                    <a:pt x="323" y="180"/>
                  </a:cubicBezTo>
                  <a:cubicBezTo>
                    <a:pt x="324" y="180"/>
                    <a:pt x="324" y="180"/>
                    <a:pt x="324" y="180"/>
                  </a:cubicBezTo>
                  <a:cubicBezTo>
                    <a:pt x="325" y="179"/>
                    <a:pt x="325" y="178"/>
                    <a:pt x="323" y="177"/>
                  </a:cubicBezTo>
                  <a:lnTo>
                    <a:pt x="269" y="140"/>
                  </a:lnTo>
                  <a:lnTo>
                    <a:pt x="269" y="140"/>
                  </a:lnTo>
                  <a:cubicBezTo>
                    <a:pt x="266" y="139"/>
                    <a:pt x="262" y="138"/>
                    <a:pt x="259" y="138"/>
                  </a:cubicBezTo>
                  <a:cubicBezTo>
                    <a:pt x="258" y="138"/>
                    <a:pt x="257" y="138"/>
                    <a:pt x="257" y="138"/>
                  </a:cubicBezTo>
                  <a:lnTo>
                    <a:pt x="245" y="138"/>
                  </a:lnTo>
                  <a:lnTo>
                    <a:pt x="245" y="138"/>
                  </a:lnTo>
                  <a:cubicBezTo>
                    <a:pt x="235" y="139"/>
                    <a:pt x="225" y="139"/>
                    <a:pt x="214" y="139"/>
                  </a:cubicBezTo>
                  <a:cubicBezTo>
                    <a:pt x="184" y="139"/>
                    <a:pt x="153" y="137"/>
                    <a:pt x="123" y="132"/>
                  </a:cubicBezTo>
                  <a:cubicBezTo>
                    <a:pt x="88" y="127"/>
                    <a:pt x="63" y="119"/>
                    <a:pt x="45" y="107"/>
                  </a:cubicBezTo>
                  <a:cubicBezTo>
                    <a:pt x="25" y="94"/>
                    <a:pt x="22" y="82"/>
                    <a:pt x="32" y="70"/>
                  </a:cubicBezTo>
                  <a:cubicBezTo>
                    <a:pt x="43" y="59"/>
                    <a:pt x="68" y="48"/>
                    <a:pt x="107" y="40"/>
                  </a:cubicBezTo>
                  <a:cubicBezTo>
                    <a:pt x="111" y="39"/>
                    <a:pt x="113" y="37"/>
                    <a:pt x="110" y="35"/>
                  </a:cubicBezTo>
                  <a:lnTo>
                    <a:pt x="78" y="14"/>
                  </a:lnTo>
                  <a:lnTo>
                    <a:pt x="115" y="9"/>
                  </a:lnTo>
                  <a:lnTo>
                    <a:pt x="147" y="29"/>
                  </a:lnTo>
                  <a:lnTo>
                    <a:pt x="147" y="29"/>
                  </a:lnTo>
                  <a:cubicBezTo>
                    <a:pt x="150" y="31"/>
                    <a:pt x="154" y="32"/>
                    <a:pt x="157" y="32"/>
                  </a:cubicBezTo>
                  <a:cubicBezTo>
                    <a:pt x="158" y="32"/>
                    <a:pt x="159" y="32"/>
                    <a:pt x="160" y="32"/>
                  </a:cubicBezTo>
                  <a:lnTo>
                    <a:pt x="160" y="32"/>
                  </a:lnTo>
                  <a:cubicBezTo>
                    <a:pt x="196" y="28"/>
                    <a:pt x="232" y="26"/>
                    <a:pt x="267" y="26"/>
                  </a:cubicBezTo>
                  <a:cubicBezTo>
                    <a:pt x="274" y="26"/>
                    <a:pt x="280" y="26"/>
                    <a:pt x="286" y="26"/>
                  </a:cubicBezTo>
                  <a:lnTo>
                    <a:pt x="301" y="57"/>
                  </a:lnTo>
                  <a:lnTo>
                    <a:pt x="301" y="57"/>
                  </a:lnTo>
                  <a:cubicBezTo>
                    <a:pt x="292" y="57"/>
                    <a:pt x="283" y="57"/>
                    <a:pt x="275" y="57"/>
                  </a:cubicBezTo>
                  <a:cubicBezTo>
                    <a:pt x="252" y="57"/>
                    <a:pt x="229" y="58"/>
                    <a:pt x="206" y="61"/>
                  </a:cubicBezTo>
                  <a:lnTo>
                    <a:pt x="206" y="61"/>
                  </a:lnTo>
                  <a:lnTo>
                    <a:pt x="206" y="61"/>
                  </a:lnTo>
                  <a:cubicBezTo>
                    <a:pt x="204" y="61"/>
                    <a:pt x="204" y="62"/>
                    <a:pt x="202" y="62"/>
                  </a:cubicBezTo>
                  <a:cubicBezTo>
                    <a:pt x="202" y="63"/>
                    <a:pt x="201" y="62"/>
                    <a:pt x="201" y="63"/>
                  </a:cubicBezTo>
                  <a:cubicBezTo>
                    <a:pt x="200" y="64"/>
                    <a:pt x="200" y="65"/>
                    <a:pt x="202" y="66"/>
                  </a:cubicBezTo>
                  <a:lnTo>
                    <a:pt x="253" y="100"/>
                  </a:lnTo>
                  <a:lnTo>
                    <a:pt x="253" y="100"/>
                  </a:lnTo>
                  <a:cubicBezTo>
                    <a:pt x="257" y="102"/>
                    <a:pt x="260" y="103"/>
                    <a:pt x="264" y="103"/>
                  </a:cubicBezTo>
                  <a:cubicBezTo>
                    <a:pt x="264" y="103"/>
                    <a:pt x="265" y="103"/>
                    <a:pt x="266" y="103"/>
                  </a:cubicBezTo>
                  <a:lnTo>
                    <a:pt x="275" y="102"/>
                  </a:lnTo>
                  <a:lnTo>
                    <a:pt x="275" y="102"/>
                  </a:lnTo>
                  <a:cubicBezTo>
                    <a:pt x="286" y="102"/>
                    <a:pt x="297" y="101"/>
                    <a:pt x="308" y="101"/>
                  </a:cubicBezTo>
                  <a:cubicBezTo>
                    <a:pt x="337" y="101"/>
                    <a:pt x="365" y="104"/>
                    <a:pt x="393" y="108"/>
                  </a:cubicBezTo>
                  <a:cubicBezTo>
                    <a:pt x="427" y="113"/>
                    <a:pt x="452" y="121"/>
                    <a:pt x="470" y="133"/>
                  </a:cubicBezTo>
                  <a:cubicBezTo>
                    <a:pt x="491" y="147"/>
                    <a:pt x="497" y="160"/>
                    <a:pt x="488" y="1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6"/>
            <p:cNvSpPr/>
            <p:nvPr/>
          </p:nvSpPr>
          <p:spPr>
            <a:xfrm>
              <a:off x="7026228" y="4019151"/>
              <a:ext cx="720428" cy="180773"/>
            </a:xfrm>
            <a:custGeom>
              <a:avLst/>
              <a:gdLst/>
              <a:ahLst/>
              <a:cxnLst/>
              <a:rect l="l" t="t" r="r" b="b"/>
              <a:pathLst>
                <a:path w="1351" h="339" extrusionOk="0">
                  <a:moveTo>
                    <a:pt x="679" y="331"/>
                  </a:moveTo>
                  <a:cubicBezTo>
                    <a:pt x="398" y="331"/>
                    <a:pt x="133" y="284"/>
                    <a:pt x="38" y="210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0"/>
                    <a:pt x="11" y="1"/>
                  </a:cubicBezTo>
                  <a:cubicBezTo>
                    <a:pt x="12" y="2"/>
                    <a:pt x="14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4"/>
                    <a:pt x="26" y="41"/>
                    <a:pt x="47" y="58"/>
                  </a:cubicBezTo>
                  <a:cubicBezTo>
                    <a:pt x="163" y="148"/>
                    <a:pt x="541" y="197"/>
                    <a:pt x="888" y="167"/>
                  </a:cubicBezTo>
                  <a:cubicBezTo>
                    <a:pt x="1195" y="140"/>
                    <a:pt x="1335" y="66"/>
                    <a:pt x="1335" y="9"/>
                  </a:cubicBezTo>
                  <a:lnTo>
                    <a:pt x="1335" y="9"/>
                  </a:lnTo>
                  <a:lnTo>
                    <a:pt x="1335" y="9"/>
                  </a:lnTo>
                  <a:cubicBezTo>
                    <a:pt x="1335" y="7"/>
                    <a:pt x="1335" y="6"/>
                    <a:pt x="1336" y="5"/>
                  </a:cubicBezTo>
                  <a:cubicBezTo>
                    <a:pt x="1337" y="4"/>
                    <a:pt x="1338" y="3"/>
                    <a:pt x="1339" y="2"/>
                  </a:cubicBezTo>
                  <a:cubicBezTo>
                    <a:pt x="1340" y="2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4" y="1"/>
                    <a:pt x="1346" y="2"/>
                    <a:pt x="1346" y="2"/>
                  </a:cubicBezTo>
                  <a:cubicBezTo>
                    <a:pt x="1348" y="3"/>
                    <a:pt x="1349" y="4"/>
                    <a:pt x="1349" y="5"/>
                  </a:cubicBezTo>
                  <a:cubicBezTo>
                    <a:pt x="1350" y="6"/>
                    <a:pt x="1350" y="7"/>
                    <a:pt x="1350" y="9"/>
                  </a:cubicBezTo>
                  <a:lnTo>
                    <a:pt x="1350" y="149"/>
                  </a:lnTo>
                  <a:cubicBezTo>
                    <a:pt x="1350" y="230"/>
                    <a:pt x="1169" y="297"/>
                    <a:pt x="889" y="322"/>
                  </a:cubicBezTo>
                  <a:cubicBezTo>
                    <a:pt x="820" y="328"/>
                    <a:pt x="749" y="331"/>
                    <a:pt x="679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5"/>
                    <a:pt x="26" y="181"/>
                    <a:pt x="47" y="198"/>
                  </a:cubicBezTo>
                  <a:cubicBezTo>
                    <a:pt x="164" y="289"/>
                    <a:pt x="541" y="338"/>
                    <a:pt x="888" y="307"/>
                  </a:cubicBezTo>
                  <a:cubicBezTo>
                    <a:pt x="1195" y="281"/>
                    <a:pt x="1335" y="207"/>
                    <a:pt x="1335" y="149"/>
                  </a:cubicBezTo>
                  <a:lnTo>
                    <a:pt x="1335" y="48"/>
                  </a:lnTo>
                  <a:cubicBezTo>
                    <a:pt x="1287" y="111"/>
                    <a:pt x="1122" y="161"/>
                    <a:pt x="889" y="182"/>
                  </a:cubicBezTo>
                  <a:cubicBezTo>
                    <a:pt x="539" y="212"/>
                    <a:pt x="157" y="162"/>
                    <a:pt x="38" y="69"/>
                  </a:cubicBezTo>
                  <a:lnTo>
                    <a:pt x="38" y="69"/>
                  </a:lnTo>
                  <a:cubicBezTo>
                    <a:pt x="29" y="63"/>
                    <a:pt x="22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6"/>
            <p:cNvSpPr/>
            <p:nvPr/>
          </p:nvSpPr>
          <p:spPr>
            <a:xfrm>
              <a:off x="7026228" y="4093807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9" y="330"/>
                  </a:moveTo>
                  <a:cubicBezTo>
                    <a:pt x="397" y="330"/>
                    <a:pt x="133" y="283"/>
                    <a:pt x="38" y="209"/>
                  </a:cubicBezTo>
                  <a:cubicBezTo>
                    <a:pt x="13" y="189"/>
                    <a:pt x="0" y="169"/>
                    <a:pt x="0" y="147"/>
                  </a:cubicBez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2"/>
                    <a:pt x="4" y="2"/>
                    <a:pt x="4" y="1"/>
                  </a:cubicBezTo>
                  <a:cubicBezTo>
                    <a:pt x="6" y="1"/>
                    <a:pt x="6" y="0"/>
                    <a:pt x="8" y="0"/>
                  </a:cubicBez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3" y="2"/>
                    <a:pt x="14" y="3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4"/>
                    <a:pt x="26" y="40"/>
                    <a:pt x="47" y="57"/>
                  </a:cubicBezTo>
                  <a:cubicBezTo>
                    <a:pt x="164" y="148"/>
                    <a:pt x="541" y="196"/>
                    <a:pt x="888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lnTo>
                    <a:pt x="1335" y="8"/>
                  </a:lnTo>
                  <a:cubicBezTo>
                    <a:pt x="1335" y="7"/>
                    <a:pt x="1336" y="5"/>
                    <a:pt x="1336" y="4"/>
                  </a:cubicBezTo>
                  <a:cubicBezTo>
                    <a:pt x="1337" y="3"/>
                    <a:pt x="1338" y="3"/>
                    <a:pt x="1339" y="2"/>
                  </a:cubicBezTo>
                  <a:cubicBezTo>
                    <a:pt x="1340" y="2"/>
                    <a:pt x="1341" y="1"/>
                    <a:pt x="1343" y="1"/>
                  </a:cubicBezTo>
                  <a:lnTo>
                    <a:pt x="1343" y="1"/>
                  </a:lnTo>
                  <a:lnTo>
                    <a:pt x="1343" y="1"/>
                  </a:lnTo>
                  <a:lnTo>
                    <a:pt x="1343" y="1"/>
                  </a:lnTo>
                  <a:lnTo>
                    <a:pt x="1343" y="1"/>
                  </a:lnTo>
                  <a:cubicBezTo>
                    <a:pt x="1344" y="1"/>
                    <a:pt x="1345" y="2"/>
                    <a:pt x="1346" y="2"/>
                  </a:cubicBezTo>
                  <a:cubicBezTo>
                    <a:pt x="1347" y="3"/>
                    <a:pt x="1348" y="3"/>
                    <a:pt x="1349" y="4"/>
                  </a:cubicBezTo>
                  <a:cubicBezTo>
                    <a:pt x="1350" y="5"/>
                    <a:pt x="1350" y="7"/>
                    <a:pt x="1350" y="8"/>
                  </a:cubicBezTo>
                  <a:lnTo>
                    <a:pt x="1350" y="8"/>
                  </a:lnTo>
                  <a:lnTo>
                    <a:pt x="1350" y="149"/>
                  </a:lnTo>
                  <a:cubicBezTo>
                    <a:pt x="1350" y="229"/>
                    <a:pt x="1169" y="297"/>
                    <a:pt x="889" y="321"/>
                  </a:cubicBezTo>
                  <a:cubicBezTo>
                    <a:pt x="819" y="327"/>
                    <a:pt x="748" y="330"/>
                    <a:pt x="679" y="330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6" y="181"/>
                    <a:pt x="47" y="198"/>
                  </a:cubicBezTo>
                  <a:cubicBezTo>
                    <a:pt x="164" y="288"/>
                    <a:pt x="541" y="337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7"/>
                  </a:lnTo>
                  <a:cubicBezTo>
                    <a:pt x="1287" y="110"/>
                    <a:pt x="1122" y="160"/>
                    <a:pt x="889" y="181"/>
                  </a:cubicBezTo>
                  <a:cubicBezTo>
                    <a:pt x="539" y="211"/>
                    <a:pt x="157" y="161"/>
                    <a:pt x="38" y="68"/>
                  </a:cubicBezTo>
                  <a:lnTo>
                    <a:pt x="38" y="68"/>
                  </a:lnTo>
                  <a:cubicBezTo>
                    <a:pt x="30" y="62"/>
                    <a:pt x="22" y="54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6"/>
            <p:cNvSpPr/>
            <p:nvPr/>
          </p:nvSpPr>
          <p:spPr>
            <a:xfrm>
              <a:off x="7026228" y="4167929"/>
              <a:ext cx="720428" cy="180773"/>
            </a:xfrm>
            <a:custGeom>
              <a:avLst/>
              <a:gdLst/>
              <a:ahLst/>
              <a:cxnLst/>
              <a:rect l="l" t="t" r="r" b="b"/>
              <a:pathLst>
                <a:path w="1351" h="339" extrusionOk="0">
                  <a:moveTo>
                    <a:pt x="679" y="331"/>
                  </a:moveTo>
                  <a:cubicBezTo>
                    <a:pt x="398" y="331"/>
                    <a:pt x="133" y="284"/>
                    <a:pt x="38" y="210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8"/>
                  </a:cubicBezTo>
                  <a:lnTo>
                    <a:pt x="15" y="8"/>
                  </a:lnTo>
                  <a:cubicBezTo>
                    <a:pt x="15" y="24"/>
                    <a:pt x="26" y="41"/>
                    <a:pt x="47" y="58"/>
                  </a:cubicBezTo>
                  <a:cubicBezTo>
                    <a:pt x="164" y="148"/>
                    <a:pt x="541" y="197"/>
                    <a:pt x="888" y="167"/>
                  </a:cubicBezTo>
                  <a:cubicBezTo>
                    <a:pt x="1195" y="140"/>
                    <a:pt x="1335" y="66"/>
                    <a:pt x="1335" y="9"/>
                  </a:cubicBezTo>
                  <a:lnTo>
                    <a:pt x="1335" y="9"/>
                  </a:lnTo>
                  <a:lnTo>
                    <a:pt x="1335" y="9"/>
                  </a:lnTo>
                  <a:cubicBezTo>
                    <a:pt x="1335" y="8"/>
                    <a:pt x="1335" y="6"/>
                    <a:pt x="1336" y="5"/>
                  </a:cubicBezTo>
                  <a:cubicBezTo>
                    <a:pt x="1337" y="4"/>
                    <a:pt x="1338" y="4"/>
                    <a:pt x="1339" y="3"/>
                  </a:cubicBezTo>
                  <a:cubicBezTo>
                    <a:pt x="1340" y="3"/>
                    <a:pt x="1341" y="2"/>
                    <a:pt x="1342" y="2"/>
                  </a:cubicBezTo>
                  <a:lnTo>
                    <a:pt x="1342" y="2"/>
                  </a:lnTo>
                  <a:lnTo>
                    <a:pt x="1342" y="2"/>
                  </a:lnTo>
                  <a:lnTo>
                    <a:pt x="1342" y="2"/>
                  </a:lnTo>
                  <a:cubicBezTo>
                    <a:pt x="1344" y="2"/>
                    <a:pt x="1345" y="3"/>
                    <a:pt x="1346" y="3"/>
                  </a:cubicBezTo>
                  <a:cubicBezTo>
                    <a:pt x="1347" y="4"/>
                    <a:pt x="1349" y="4"/>
                    <a:pt x="1349" y="5"/>
                  </a:cubicBezTo>
                  <a:cubicBezTo>
                    <a:pt x="1350" y="6"/>
                    <a:pt x="1350" y="8"/>
                    <a:pt x="1350" y="9"/>
                  </a:cubicBezTo>
                  <a:lnTo>
                    <a:pt x="1350" y="9"/>
                  </a:lnTo>
                  <a:lnTo>
                    <a:pt x="1350" y="149"/>
                  </a:lnTo>
                  <a:cubicBezTo>
                    <a:pt x="1350" y="230"/>
                    <a:pt x="1169" y="298"/>
                    <a:pt x="889" y="322"/>
                  </a:cubicBezTo>
                  <a:cubicBezTo>
                    <a:pt x="820" y="328"/>
                    <a:pt x="749" y="331"/>
                    <a:pt x="679" y="331"/>
                  </a:cubicBezTo>
                  <a:moveTo>
                    <a:pt x="15" y="47"/>
                  </a:moveTo>
                  <a:lnTo>
                    <a:pt x="15" y="148"/>
                  </a:lnTo>
                  <a:cubicBezTo>
                    <a:pt x="15" y="165"/>
                    <a:pt x="26" y="182"/>
                    <a:pt x="47" y="199"/>
                  </a:cubicBezTo>
                  <a:cubicBezTo>
                    <a:pt x="164" y="289"/>
                    <a:pt x="541" y="338"/>
                    <a:pt x="888" y="308"/>
                  </a:cubicBezTo>
                  <a:cubicBezTo>
                    <a:pt x="1195" y="281"/>
                    <a:pt x="1335" y="207"/>
                    <a:pt x="1335" y="150"/>
                  </a:cubicBezTo>
                  <a:lnTo>
                    <a:pt x="1335" y="48"/>
                  </a:lnTo>
                  <a:cubicBezTo>
                    <a:pt x="1287" y="111"/>
                    <a:pt x="1122" y="161"/>
                    <a:pt x="889" y="182"/>
                  </a:cubicBezTo>
                  <a:cubicBezTo>
                    <a:pt x="539" y="212"/>
                    <a:pt x="157" y="162"/>
                    <a:pt x="38" y="69"/>
                  </a:cubicBezTo>
                  <a:lnTo>
                    <a:pt x="38" y="69"/>
                  </a:lnTo>
                  <a:cubicBezTo>
                    <a:pt x="30" y="63"/>
                    <a:pt x="22" y="55"/>
                    <a:pt x="15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6"/>
            <p:cNvSpPr/>
            <p:nvPr/>
          </p:nvSpPr>
          <p:spPr>
            <a:xfrm>
              <a:off x="7026228" y="4242584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9" y="330"/>
                  </a:moveTo>
                  <a:cubicBezTo>
                    <a:pt x="397" y="330"/>
                    <a:pt x="133" y="283"/>
                    <a:pt x="38" y="209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6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8" y="0"/>
                  </a:cubicBez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3" y="3"/>
                    <a:pt x="14" y="4"/>
                  </a:cubicBezTo>
                  <a:cubicBezTo>
                    <a:pt x="15" y="6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4"/>
                    <a:pt x="26" y="40"/>
                    <a:pt x="47" y="57"/>
                  </a:cubicBezTo>
                  <a:cubicBezTo>
                    <a:pt x="164" y="148"/>
                    <a:pt x="541" y="197"/>
                    <a:pt x="888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cubicBezTo>
                    <a:pt x="1335" y="7"/>
                    <a:pt x="1336" y="6"/>
                    <a:pt x="1336" y="4"/>
                  </a:cubicBezTo>
                  <a:cubicBezTo>
                    <a:pt x="1337" y="3"/>
                    <a:pt x="1339" y="3"/>
                    <a:pt x="1339" y="2"/>
                  </a:cubicBezTo>
                  <a:cubicBezTo>
                    <a:pt x="1341" y="2"/>
                    <a:pt x="1341" y="1"/>
                    <a:pt x="1343" y="1"/>
                  </a:cubicBezTo>
                  <a:lnTo>
                    <a:pt x="1343" y="1"/>
                  </a:lnTo>
                  <a:lnTo>
                    <a:pt x="1343" y="1"/>
                  </a:lnTo>
                  <a:cubicBezTo>
                    <a:pt x="1344" y="1"/>
                    <a:pt x="1345" y="2"/>
                    <a:pt x="1346" y="2"/>
                  </a:cubicBezTo>
                  <a:cubicBezTo>
                    <a:pt x="1347" y="3"/>
                    <a:pt x="1348" y="3"/>
                    <a:pt x="1349" y="4"/>
                  </a:cubicBezTo>
                  <a:cubicBezTo>
                    <a:pt x="1350" y="6"/>
                    <a:pt x="1350" y="7"/>
                    <a:pt x="1350" y="8"/>
                  </a:cubicBezTo>
                  <a:lnTo>
                    <a:pt x="1350" y="8"/>
                  </a:lnTo>
                  <a:lnTo>
                    <a:pt x="1350" y="149"/>
                  </a:lnTo>
                  <a:cubicBezTo>
                    <a:pt x="1350" y="229"/>
                    <a:pt x="1169" y="297"/>
                    <a:pt x="889" y="321"/>
                  </a:cubicBezTo>
                  <a:cubicBezTo>
                    <a:pt x="819" y="327"/>
                    <a:pt x="748" y="330"/>
                    <a:pt x="679" y="330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6" y="181"/>
                    <a:pt x="47" y="198"/>
                  </a:cubicBezTo>
                  <a:cubicBezTo>
                    <a:pt x="164" y="288"/>
                    <a:pt x="541" y="337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7"/>
                  </a:lnTo>
                  <a:cubicBezTo>
                    <a:pt x="1287" y="110"/>
                    <a:pt x="1122" y="160"/>
                    <a:pt x="889" y="181"/>
                  </a:cubicBezTo>
                  <a:cubicBezTo>
                    <a:pt x="539" y="211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30" y="62"/>
                    <a:pt x="22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6"/>
            <p:cNvSpPr/>
            <p:nvPr/>
          </p:nvSpPr>
          <p:spPr>
            <a:xfrm>
              <a:off x="7026228" y="4316706"/>
              <a:ext cx="720428" cy="180773"/>
            </a:xfrm>
            <a:custGeom>
              <a:avLst/>
              <a:gdLst/>
              <a:ahLst/>
              <a:cxnLst/>
              <a:rect l="l" t="t" r="r" b="b"/>
              <a:pathLst>
                <a:path w="1351" h="339" extrusionOk="0">
                  <a:moveTo>
                    <a:pt x="679" y="331"/>
                  </a:moveTo>
                  <a:cubicBezTo>
                    <a:pt x="398" y="331"/>
                    <a:pt x="133" y="284"/>
                    <a:pt x="38" y="210"/>
                  </a:cubicBezTo>
                  <a:cubicBezTo>
                    <a:pt x="13" y="190"/>
                    <a:pt x="0" y="170"/>
                    <a:pt x="0" y="148"/>
                  </a:cubicBezTo>
                  <a:lnTo>
                    <a:pt x="0" y="8"/>
                  </a:lnTo>
                  <a:lnTo>
                    <a:pt x="0" y="8"/>
                  </a:lnTo>
                  <a:cubicBezTo>
                    <a:pt x="0" y="7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1"/>
                    <a:pt x="6" y="1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7"/>
                    <a:pt x="15" y="8"/>
                  </a:cubicBezTo>
                  <a:lnTo>
                    <a:pt x="15" y="8"/>
                  </a:lnTo>
                  <a:cubicBezTo>
                    <a:pt x="15" y="24"/>
                    <a:pt x="26" y="41"/>
                    <a:pt x="47" y="58"/>
                  </a:cubicBezTo>
                  <a:cubicBezTo>
                    <a:pt x="163" y="149"/>
                    <a:pt x="541" y="197"/>
                    <a:pt x="888" y="167"/>
                  </a:cubicBezTo>
                  <a:cubicBezTo>
                    <a:pt x="1195" y="140"/>
                    <a:pt x="1335" y="66"/>
                    <a:pt x="1335" y="9"/>
                  </a:cubicBezTo>
                  <a:lnTo>
                    <a:pt x="1335" y="9"/>
                  </a:lnTo>
                  <a:cubicBezTo>
                    <a:pt x="1335" y="8"/>
                    <a:pt x="1336" y="7"/>
                    <a:pt x="1336" y="6"/>
                  </a:cubicBezTo>
                  <a:cubicBezTo>
                    <a:pt x="1338" y="4"/>
                    <a:pt x="1338" y="4"/>
                    <a:pt x="1339" y="3"/>
                  </a:cubicBezTo>
                  <a:cubicBezTo>
                    <a:pt x="1341" y="3"/>
                    <a:pt x="1341" y="2"/>
                    <a:pt x="1342" y="2"/>
                  </a:cubicBezTo>
                  <a:lnTo>
                    <a:pt x="1342" y="2"/>
                  </a:lnTo>
                  <a:lnTo>
                    <a:pt x="1342" y="2"/>
                  </a:lnTo>
                  <a:lnTo>
                    <a:pt x="1342" y="2"/>
                  </a:lnTo>
                  <a:lnTo>
                    <a:pt x="1342" y="2"/>
                  </a:lnTo>
                  <a:cubicBezTo>
                    <a:pt x="1344" y="2"/>
                    <a:pt x="1345" y="3"/>
                    <a:pt x="1346" y="3"/>
                  </a:cubicBezTo>
                  <a:cubicBezTo>
                    <a:pt x="1347" y="4"/>
                    <a:pt x="1349" y="4"/>
                    <a:pt x="1349" y="5"/>
                  </a:cubicBezTo>
                  <a:cubicBezTo>
                    <a:pt x="1350" y="7"/>
                    <a:pt x="1350" y="8"/>
                    <a:pt x="1350" y="9"/>
                  </a:cubicBezTo>
                  <a:lnTo>
                    <a:pt x="1350" y="9"/>
                  </a:lnTo>
                  <a:lnTo>
                    <a:pt x="1350" y="150"/>
                  </a:lnTo>
                  <a:cubicBezTo>
                    <a:pt x="1350" y="230"/>
                    <a:pt x="1169" y="298"/>
                    <a:pt x="889" y="322"/>
                  </a:cubicBezTo>
                  <a:cubicBezTo>
                    <a:pt x="820" y="328"/>
                    <a:pt x="749" y="331"/>
                    <a:pt x="679" y="331"/>
                  </a:cubicBezTo>
                  <a:moveTo>
                    <a:pt x="15" y="47"/>
                  </a:moveTo>
                  <a:lnTo>
                    <a:pt x="15" y="149"/>
                  </a:lnTo>
                  <a:cubicBezTo>
                    <a:pt x="15" y="165"/>
                    <a:pt x="26" y="182"/>
                    <a:pt x="47" y="199"/>
                  </a:cubicBezTo>
                  <a:cubicBezTo>
                    <a:pt x="164" y="289"/>
                    <a:pt x="541" y="338"/>
                    <a:pt x="888" y="308"/>
                  </a:cubicBezTo>
                  <a:cubicBezTo>
                    <a:pt x="1195" y="281"/>
                    <a:pt x="1335" y="207"/>
                    <a:pt x="1335" y="150"/>
                  </a:cubicBezTo>
                  <a:lnTo>
                    <a:pt x="1335" y="48"/>
                  </a:lnTo>
                  <a:cubicBezTo>
                    <a:pt x="1287" y="111"/>
                    <a:pt x="1122" y="161"/>
                    <a:pt x="889" y="182"/>
                  </a:cubicBezTo>
                  <a:cubicBezTo>
                    <a:pt x="539" y="212"/>
                    <a:pt x="157" y="162"/>
                    <a:pt x="38" y="70"/>
                  </a:cubicBezTo>
                  <a:lnTo>
                    <a:pt x="38" y="70"/>
                  </a:lnTo>
                  <a:cubicBezTo>
                    <a:pt x="29" y="63"/>
                    <a:pt x="22" y="55"/>
                    <a:pt x="15" y="47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6"/>
            <p:cNvSpPr/>
            <p:nvPr/>
          </p:nvSpPr>
          <p:spPr>
            <a:xfrm>
              <a:off x="7028894" y="4395628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1"/>
                  </a:lnTo>
                  <a:cubicBezTo>
                    <a:pt x="1335" y="214"/>
                    <a:pt x="1159" y="282"/>
                    <a:pt x="881" y="306"/>
                  </a:cubicBezTo>
                  <a:cubicBezTo>
                    <a:pt x="532" y="337"/>
                    <a:pt x="153" y="287"/>
                    <a:pt x="35" y="196"/>
                  </a:cubicBezTo>
                  <a:cubicBezTo>
                    <a:pt x="12" y="177"/>
                    <a:pt x="0" y="158"/>
                    <a:pt x="0" y="140"/>
                  </a:cubicBezTo>
                  <a:lnTo>
                    <a:pt x="0" y="0"/>
                  </a:lnTo>
                  <a:cubicBezTo>
                    <a:pt x="0" y="18"/>
                    <a:pt x="12" y="37"/>
                    <a:pt x="36" y="55"/>
                  </a:cubicBezTo>
                  <a:cubicBezTo>
                    <a:pt x="153" y="147"/>
                    <a:pt x="533" y="197"/>
                    <a:pt x="881" y="166"/>
                  </a:cubicBezTo>
                  <a:cubicBezTo>
                    <a:pt x="1159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6"/>
            <p:cNvSpPr/>
            <p:nvPr/>
          </p:nvSpPr>
          <p:spPr>
            <a:xfrm>
              <a:off x="7028894" y="4469750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2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8"/>
                    <a:pt x="153" y="288"/>
                    <a:pt x="35" y="197"/>
                  </a:cubicBezTo>
                  <a:cubicBezTo>
                    <a:pt x="11" y="178"/>
                    <a:pt x="0" y="159"/>
                    <a:pt x="0" y="141"/>
                  </a:cubicBezTo>
                  <a:lnTo>
                    <a:pt x="0" y="0"/>
                  </a:lnTo>
                  <a:cubicBezTo>
                    <a:pt x="0" y="19"/>
                    <a:pt x="11" y="38"/>
                    <a:pt x="35" y="56"/>
                  </a:cubicBezTo>
                  <a:cubicBezTo>
                    <a:pt x="153" y="148"/>
                    <a:pt x="532" y="197"/>
                    <a:pt x="881" y="167"/>
                  </a:cubicBezTo>
                  <a:cubicBezTo>
                    <a:pt x="1159" y="143"/>
                    <a:pt x="1335" y="74"/>
                    <a:pt x="133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6"/>
            <p:cNvSpPr/>
            <p:nvPr/>
          </p:nvSpPr>
          <p:spPr>
            <a:xfrm>
              <a:off x="7028894" y="4544405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1"/>
                  </a:lnTo>
                  <a:cubicBezTo>
                    <a:pt x="1335" y="214"/>
                    <a:pt x="1159" y="282"/>
                    <a:pt x="881" y="306"/>
                  </a:cubicBezTo>
                  <a:cubicBezTo>
                    <a:pt x="532" y="337"/>
                    <a:pt x="153" y="287"/>
                    <a:pt x="35" y="196"/>
                  </a:cubicBezTo>
                  <a:cubicBezTo>
                    <a:pt x="11" y="177"/>
                    <a:pt x="0" y="158"/>
                    <a:pt x="0" y="140"/>
                  </a:cubicBezTo>
                  <a:lnTo>
                    <a:pt x="0" y="0"/>
                  </a:lnTo>
                  <a:cubicBezTo>
                    <a:pt x="0" y="18"/>
                    <a:pt x="12" y="37"/>
                    <a:pt x="36" y="55"/>
                  </a:cubicBezTo>
                  <a:cubicBezTo>
                    <a:pt x="153" y="147"/>
                    <a:pt x="533" y="197"/>
                    <a:pt x="881" y="166"/>
                  </a:cubicBezTo>
                  <a:cubicBezTo>
                    <a:pt x="1159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6"/>
            <p:cNvSpPr/>
            <p:nvPr/>
          </p:nvSpPr>
          <p:spPr>
            <a:xfrm>
              <a:off x="7028894" y="4618527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2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2" y="338"/>
                    <a:pt x="153" y="288"/>
                    <a:pt x="35" y="197"/>
                  </a:cubicBezTo>
                  <a:cubicBezTo>
                    <a:pt x="11" y="178"/>
                    <a:pt x="0" y="159"/>
                    <a:pt x="0" y="141"/>
                  </a:cubicBezTo>
                  <a:lnTo>
                    <a:pt x="0" y="0"/>
                  </a:lnTo>
                  <a:cubicBezTo>
                    <a:pt x="0" y="19"/>
                    <a:pt x="11" y="38"/>
                    <a:pt x="35" y="56"/>
                  </a:cubicBezTo>
                  <a:cubicBezTo>
                    <a:pt x="153" y="148"/>
                    <a:pt x="532" y="197"/>
                    <a:pt x="881" y="167"/>
                  </a:cubicBezTo>
                  <a:cubicBezTo>
                    <a:pt x="1159" y="143"/>
                    <a:pt x="1335" y="75"/>
                    <a:pt x="133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6"/>
            <p:cNvSpPr/>
            <p:nvPr/>
          </p:nvSpPr>
          <p:spPr>
            <a:xfrm>
              <a:off x="7025162" y="4391362"/>
              <a:ext cx="719894" cy="180773"/>
            </a:xfrm>
            <a:custGeom>
              <a:avLst/>
              <a:gdLst/>
              <a:ahLst/>
              <a:cxnLst/>
              <a:rect l="l" t="t" r="r" b="b"/>
              <a:pathLst>
                <a:path w="1350" h="339" extrusionOk="0">
                  <a:moveTo>
                    <a:pt x="678" y="331"/>
                  </a:moveTo>
                  <a:cubicBezTo>
                    <a:pt x="397" y="331"/>
                    <a:pt x="133" y="284"/>
                    <a:pt x="38" y="210"/>
                  </a:cubicBezTo>
                  <a:cubicBezTo>
                    <a:pt x="12" y="190"/>
                    <a:pt x="0" y="169"/>
                    <a:pt x="0" y="148"/>
                  </a:cubicBez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8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8"/>
                  </a:cubicBezTo>
                  <a:lnTo>
                    <a:pt x="15" y="8"/>
                  </a:lnTo>
                  <a:cubicBezTo>
                    <a:pt x="15" y="24"/>
                    <a:pt x="25" y="41"/>
                    <a:pt x="47" y="58"/>
                  </a:cubicBezTo>
                  <a:cubicBezTo>
                    <a:pt x="163" y="148"/>
                    <a:pt x="540" y="197"/>
                    <a:pt x="887" y="167"/>
                  </a:cubicBezTo>
                  <a:cubicBezTo>
                    <a:pt x="1151" y="144"/>
                    <a:pt x="1335" y="79"/>
                    <a:pt x="1335" y="9"/>
                  </a:cubicBezTo>
                  <a:lnTo>
                    <a:pt x="1335" y="9"/>
                  </a:lnTo>
                  <a:lnTo>
                    <a:pt x="1335" y="9"/>
                  </a:lnTo>
                  <a:cubicBezTo>
                    <a:pt x="1335" y="7"/>
                    <a:pt x="1336" y="6"/>
                    <a:pt x="1336" y="5"/>
                  </a:cubicBezTo>
                  <a:cubicBezTo>
                    <a:pt x="1337" y="4"/>
                    <a:pt x="1337" y="3"/>
                    <a:pt x="1338" y="2"/>
                  </a:cubicBezTo>
                  <a:cubicBezTo>
                    <a:pt x="1340" y="2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3" y="1"/>
                    <a:pt x="1346" y="2"/>
                    <a:pt x="1346" y="2"/>
                  </a:cubicBezTo>
                  <a:cubicBezTo>
                    <a:pt x="1348" y="3"/>
                    <a:pt x="1348" y="4"/>
                    <a:pt x="1348" y="5"/>
                  </a:cubicBezTo>
                  <a:cubicBezTo>
                    <a:pt x="1349" y="6"/>
                    <a:pt x="1349" y="7"/>
                    <a:pt x="1349" y="9"/>
                  </a:cubicBezTo>
                  <a:lnTo>
                    <a:pt x="1349" y="9"/>
                  </a:lnTo>
                  <a:lnTo>
                    <a:pt x="1349" y="149"/>
                  </a:lnTo>
                  <a:cubicBezTo>
                    <a:pt x="1349" y="230"/>
                    <a:pt x="1168" y="297"/>
                    <a:pt x="889" y="322"/>
                  </a:cubicBezTo>
                  <a:cubicBezTo>
                    <a:pt x="819" y="328"/>
                    <a:pt x="748" y="331"/>
                    <a:pt x="678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5"/>
                    <a:pt x="25" y="182"/>
                    <a:pt x="47" y="198"/>
                  </a:cubicBezTo>
                  <a:cubicBezTo>
                    <a:pt x="163" y="289"/>
                    <a:pt x="541" y="338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8"/>
                  </a:lnTo>
                  <a:cubicBezTo>
                    <a:pt x="1287" y="110"/>
                    <a:pt x="1122" y="161"/>
                    <a:pt x="889" y="181"/>
                  </a:cubicBezTo>
                  <a:cubicBezTo>
                    <a:pt x="539" y="212"/>
                    <a:pt x="157" y="162"/>
                    <a:pt x="38" y="69"/>
                  </a:cubicBezTo>
                  <a:lnTo>
                    <a:pt x="38" y="69"/>
                  </a:lnTo>
                  <a:cubicBezTo>
                    <a:pt x="29" y="63"/>
                    <a:pt x="21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6"/>
            <p:cNvSpPr/>
            <p:nvPr/>
          </p:nvSpPr>
          <p:spPr>
            <a:xfrm>
              <a:off x="7025162" y="4466017"/>
              <a:ext cx="719894" cy="180239"/>
            </a:xfrm>
            <a:custGeom>
              <a:avLst/>
              <a:gdLst/>
              <a:ahLst/>
              <a:cxnLst/>
              <a:rect l="l" t="t" r="r" b="b"/>
              <a:pathLst>
                <a:path w="1350" h="338" extrusionOk="0">
                  <a:moveTo>
                    <a:pt x="679" y="331"/>
                  </a:moveTo>
                  <a:cubicBezTo>
                    <a:pt x="397" y="331"/>
                    <a:pt x="133" y="284"/>
                    <a:pt x="38" y="210"/>
                  </a:cubicBezTo>
                  <a:cubicBezTo>
                    <a:pt x="12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6"/>
                    <a:pt x="1" y="4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5" y="0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8" y="0"/>
                    <a:pt x="10" y="0"/>
                    <a:pt x="11" y="1"/>
                  </a:cubicBezTo>
                  <a:cubicBezTo>
                    <a:pt x="12" y="2"/>
                    <a:pt x="13" y="3"/>
                    <a:pt x="13" y="4"/>
                  </a:cubicBezTo>
                  <a:cubicBezTo>
                    <a:pt x="14" y="6"/>
                    <a:pt x="14" y="6"/>
                    <a:pt x="14" y="7"/>
                  </a:cubicBezTo>
                  <a:lnTo>
                    <a:pt x="14" y="7"/>
                  </a:lnTo>
                  <a:cubicBezTo>
                    <a:pt x="14" y="24"/>
                    <a:pt x="25" y="41"/>
                    <a:pt x="47" y="57"/>
                  </a:cubicBezTo>
                  <a:cubicBezTo>
                    <a:pt x="163" y="148"/>
                    <a:pt x="540" y="197"/>
                    <a:pt x="887" y="167"/>
                  </a:cubicBezTo>
                  <a:cubicBezTo>
                    <a:pt x="1195" y="140"/>
                    <a:pt x="1335" y="66"/>
                    <a:pt x="1335" y="8"/>
                  </a:cubicBezTo>
                  <a:lnTo>
                    <a:pt x="1335" y="8"/>
                  </a:lnTo>
                  <a:cubicBezTo>
                    <a:pt x="1335" y="7"/>
                    <a:pt x="1336" y="6"/>
                    <a:pt x="1336" y="5"/>
                  </a:cubicBezTo>
                  <a:cubicBezTo>
                    <a:pt x="1337" y="4"/>
                    <a:pt x="1337" y="3"/>
                    <a:pt x="1338" y="2"/>
                  </a:cubicBezTo>
                  <a:cubicBezTo>
                    <a:pt x="1339" y="2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3" y="1"/>
                    <a:pt x="1345" y="2"/>
                    <a:pt x="1346" y="2"/>
                  </a:cubicBezTo>
                  <a:cubicBezTo>
                    <a:pt x="1347" y="3"/>
                    <a:pt x="1348" y="4"/>
                    <a:pt x="1348" y="5"/>
                  </a:cubicBezTo>
                  <a:cubicBezTo>
                    <a:pt x="1349" y="6"/>
                    <a:pt x="1349" y="7"/>
                    <a:pt x="1349" y="8"/>
                  </a:cubicBezTo>
                  <a:cubicBezTo>
                    <a:pt x="1349" y="9"/>
                    <a:pt x="1349" y="9"/>
                    <a:pt x="1349" y="9"/>
                  </a:cubicBezTo>
                  <a:lnTo>
                    <a:pt x="1349" y="149"/>
                  </a:lnTo>
                  <a:cubicBezTo>
                    <a:pt x="1349" y="230"/>
                    <a:pt x="1168" y="297"/>
                    <a:pt x="889" y="322"/>
                  </a:cubicBezTo>
                  <a:cubicBezTo>
                    <a:pt x="819" y="328"/>
                    <a:pt x="749" y="331"/>
                    <a:pt x="679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5" y="181"/>
                    <a:pt x="47" y="198"/>
                  </a:cubicBezTo>
                  <a:cubicBezTo>
                    <a:pt x="163" y="289"/>
                    <a:pt x="540" y="337"/>
                    <a:pt x="888" y="307"/>
                  </a:cubicBezTo>
                  <a:cubicBezTo>
                    <a:pt x="1195" y="280"/>
                    <a:pt x="1335" y="206"/>
                    <a:pt x="1335" y="149"/>
                  </a:cubicBezTo>
                  <a:lnTo>
                    <a:pt x="1335" y="47"/>
                  </a:lnTo>
                  <a:cubicBezTo>
                    <a:pt x="1286" y="110"/>
                    <a:pt x="1122" y="161"/>
                    <a:pt x="889" y="181"/>
                  </a:cubicBezTo>
                  <a:cubicBezTo>
                    <a:pt x="539" y="212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29" y="62"/>
                    <a:pt x="21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6"/>
            <p:cNvSpPr/>
            <p:nvPr/>
          </p:nvSpPr>
          <p:spPr>
            <a:xfrm>
              <a:off x="7025162" y="4540673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8" y="330"/>
                  </a:moveTo>
                  <a:cubicBezTo>
                    <a:pt x="397" y="330"/>
                    <a:pt x="133" y="283"/>
                    <a:pt x="38" y="209"/>
                  </a:cubicBezTo>
                  <a:cubicBezTo>
                    <a:pt x="12" y="189"/>
                    <a:pt x="0" y="168"/>
                    <a:pt x="0" y="147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0" y="4"/>
                    <a:pt x="1" y="3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6" y="0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0"/>
                    <a:pt x="11" y="0"/>
                  </a:cubicBezTo>
                  <a:cubicBezTo>
                    <a:pt x="13" y="1"/>
                    <a:pt x="14" y="2"/>
                    <a:pt x="14" y="3"/>
                  </a:cubicBezTo>
                  <a:cubicBezTo>
                    <a:pt x="15" y="4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3"/>
                    <a:pt x="25" y="40"/>
                    <a:pt x="47" y="57"/>
                  </a:cubicBezTo>
                  <a:cubicBezTo>
                    <a:pt x="163" y="147"/>
                    <a:pt x="540" y="196"/>
                    <a:pt x="887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cubicBezTo>
                    <a:pt x="1335" y="6"/>
                    <a:pt x="1336" y="5"/>
                    <a:pt x="1336" y="4"/>
                  </a:cubicBezTo>
                  <a:cubicBezTo>
                    <a:pt x="1337" y="3"/>
                    <a:pt x="1337" y="2"/>
                    <a:pt x="1338" y="1"/>
                  </a:cubicBezTo>
                  <a:cubicBezTo>
                    <a:pt x="1340" y="1"/>
                    <a:pt x="1341" y="0"/>
                    <a:pt x="1342" y="0"/>
                  </a:cubicBezTo>
                  <a:lnTo>
                    <a:pt x="1342" y="0"/>
                  </a:lnTo>
                  <a:lnTo>
                    <a:pt x="1342" y="0"/>
                  </a:lnTo>
                  <a:lnTo>
                    <a:pt x="1342" y="0"/>
                  </a:lnTo>
                  <a:lnTo>
                    <a:pt x="1342" y="0"/>
                  </a:lnTo>
                  <a:cubicBezTo>
                    <a:pt x="1343" y="0"/>
                    <a:pt x="1345" y="1"/>
                    <a:pt x="1346" y="1"/>
                  </a:cubicBezTo>
                  <a:cubicBezTo>
                    <a:pt x="1347" y="2"/>
                    <a:pt x="1349" y="3"/>
                    <a:pt x="1349" y="4"/>
                  </a:cubicBezTo>
                  <a:cubicBezTo>
                    <a:pt x="1350" y="5"/>
                    <a:pt x="1349" y="6"/>
                    <a:pt x="1349" y="8"/>
                  </a:cubicBezTo>
                  <a:lnTo>
                    <a:pt x="1349" y="8"/>
                  </a:lnTo>
                  <a:lnTo>
                    <a:pt x="1349" y="148"/>
                  </a:lnTo>
                  <a:cubicBezTo>
                    <a:pt x="1349" y="229"/>
                    <a:pt x="1168" y="297"/>
                    <a:pt x="889" y="321"/>
                  </a:cubicBezTo>
                  <a:cubicBezTo>
                    <a:pt x="819" y="327"/>
                    <a:pt x="748" y="330"/>
                    <a:pt x="678" y="330"/>
                  </a:cubicBezTo>
                  <a:moveTo>
                    <a:pt x="15" y="46"/>
                  </a:moveTo>
                  <a:lnTo>
                    <a:pt x="15" y="147"/>
                  </a:lnTo>
                  <a:cubicBezTo>
                    <a:pt x="15" y="164"/>
                    <a:pt x="25" y="181"/>
                    <a:pt x="47" y="197"/>
                  </a:cubicBezTo>
                  <a:cubicBezTo>
                    <a:pt x="163" y="288"/>
                    <a:pt x="541" y="337"/>
                    <a:pt x="888" y="306"/>
                  </a:cubicBezTo>
                  <a:cubicBezTo>
                    <a:pt x="1151" y="283"/>
                    <a:pt x="1335" y="218"/>
                    <a:pt x="1335" y="148"/>
                  </a:cubicBezTo>
                  <a:lnTo>
                    <a:pt x="1335" y="47"/>
                  </a:lnTo>
                  <a:cubicBezTo>
                    <a:pt x="1287" y="110"/>
                    <a:pt x="1122" y="160"/>
                    <a:pt x="889" y="180"/>
                  </a:cubicBezTo>
                  <a:cubicBezTo>
                    <a:pt x="539" y="211"/>
                    <a:pt x="157" y="161"/>
                    <a:pt x="38" y="68"/>
                  </a:cubicBezTo>
                  <a:lnTo>
                    <a:pt x="38" y="68"/>
                  </a:lnTo>
                  <a:cubicBezTo>
                    <a:pt x="29" y="62"/>
                    <a:pt x="21" y="54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6"/>
            <p:cNvSpPr/>
            <p:nvPr/>
          </p:nvSpPr>
          <p:spPr>
            <a:xfrm>
              <a:off x="7025162" y="4614795"/>
              <a:ext cx="719894" cy="180239"/>
            </a:xfrm>
            <a:custGeom>
              <a:avLst/>
              <a:gdLst/>
              <a:ahLst/>
              <a:cxnLst/>
              <a:rect l="l" t="t" r="r" b="b"/>
              <a:pathLst>
                <a:path w="1350" h="338" extrusionOk="0">
                  <a:moveTo>
                    <a:pt x="679" y="331"/>
                  </a:moveTo>
                  <a:cubicBezTo>
                    <a:pt x="397" y="331"/>
                    <a:pt x="133" y="284"/>
                    <a:pt x="38" y="210"/>
                  </a:cubicBezTo>
                  <a:cubicBezTo>
                    <a:pt x="12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5" y="0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8" y="0"/>
                    <a:pt x="10" y="0"/>
                    <a:pt x="11" y="1"/>
                  </a:cubicBezTo>
                  <a:cubicBezTo>
                    <a:pt x="12" y="2"/>
                    <a:pt x="13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lnTo>
                    <a:pt x="14" y="7"/>
                  </a:lnTo>
                  <a:cubicBezTo>
                    <a:pt x="14" y="24"/>
                    <a:pt x="25" y="41"/>
                    <a:pt x="47" y="58"/>
                  </a:cubicBezTo>
                  <a:cubicBezTo>
                    <a:pt x="163" y="148"/>
                    <a:pt x="540" y="197"/>
                    <a:pt x="887" y="167"/>
                  </a:cubicBezTo>
                  <a:cubicBezTo>
                    <a:pt x="1195" y="140"/>
                    <a:pt x="1335" y="66"/>
                    <a:pt x="1335" y="9"/>
                  </a:cubicBezTo>
                  <a:lnTo>
                    <a:pt x="1335" y="9"/>
                  </a:lnTo>
                  <a:lnTo>
                    <a:pt x="1335" y="9"/>
                  </a:lnTo>
                  <a:cubicBezTo>
                    <a:pt x="1335" y="7"/>
                    <a:pt x="1336" y="6"/>
                    <a:pt x="1336" y="5"/>
                  </a:cubicBezTo>
                  <a:cubicBezTo>
                    <a:pt x="1337" y="4"/>
                    <a:pt x="1337" y="3"/>
                    <a:pt x="1338" y="2"/>
                  </a:cubicBezTo>
                  <a:cubicBezTo>
                    <a:pt x="1339" y="2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3" y="1"/>
                    <a:pt x="1346" y="2"/>
                    <a:pt x="1346" y="2"/>
                  </a:cubicBezTo>
                  <a:cubicBezTo>
                    <a:pt x="1348" y="3"/>
                    <a:pt x="1348" y="4"/>
                    <a:pt x="1348" y="5"/>
                  </a:cubicBezTo>
                  <a:cubicBezTo>
                    <a:pt x="1349" y="6"/>
                    <a:pt x="1349" y="7"/>
                    <a:pt x="1349" y="9"/>
                  </a:cubicBezTo>
                  <a:lnTo>
                    <a:pt x="1349" y="149"/>
                  </a:lnTo>
                  <a:cubicBezTo>
                    <a:pt x="1349" y="230"/>
                    <a:pt x="1168" y="297"/>
                    <a:pt x="889" y="322"/>
                  </a:cubicBezTo>
                  <a:cubicBezTo>
                    <a:pt x="819" y="328"/>
                    <a:pt x="749" y="331"/>
                    <a:pt x="679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5" y="181"/>
                    <a:pt x="47" y="198"/>
                  </a:cubicBezTo>
                  <a:cubicBezTo>
                    <a:pt x="163" y="289"/>
                    <a:pt x="540" y="337"/>
                    <a:pt x="888" y="307"/>
                  </a:cubicBezTo>
                  <a:cubicBezTo>
                    <a:pt x="1195" y="280"/>
                    <a:pt x="1335" y="206"/>
                    <a:pt x="1335" y="149"/>
                  </a:cubicBezTo>
                  <a:lnTo>
                    <a:pt x="1335" y="47"/>
                  </a:lnTo>
                  <a:cubicBezTo>
                    <a:pt x="1286" y="110"/>
                    <a:pt x="1122" y="161"/>
                    <a:pt x="889" y="181"/>
                  </a:cubicBezTo>
                  <a:cubicBezTo>
                    <a:pt x="539" y="212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29" y="62"/>
                    <a:pt x="21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6"/>
            <p:cNvSpPr/>
            <p:nvPr/>
          </p:nvSpPr>
          <p:spPr>
            <a:xfrm>
              <a:off x="7461897" y="4300709"/>
              <a:ext cx="712429" cy="187172"/>
            </a:xfrm>
            <a:custGeom>
              <a:avLst/>
              <a:gdLst/>
              <a:ahLst/>
              <a:cxnLst/>
              <a:rect l="l" t="t" r="r" b="b"/>
              <a:pathLst>
                <a:path w="1336" h="351" extrusionOk="0">
                  <a:moveTo>
                    <a:pt x="1300" y="119"/>
                  </a:moveTo>
                  <a:cubicBezTo>
                    <a:pt x="1206" y="46"/>
                    <a:pt x="945" y="0"/>
                    <a:pt x="665" y="0"/>
                  </a:cubicBezTo>
                  <a:cubicBezTo>
                    <a:pt x="595" y="0"/>
                    <a:pt x="524" y="2"/>
                    <a:pt x="454" y="9"/>
                  </a:cubicBezTo>
                  <a:cubicBezTo>
                    <a:pt x="176" y="33"/>
                    <a:pt x="0" y="101"/>
                    <a:pt x="0" y="174"/>
                  </a:cubicBezTo>
                  <a:lnTo>
                    <a:pt x="0" y="174"/>
                  </a:lnTo>
                  <a:cubicBezTo>
                    <a:pt x="0" y="179"/>
                    <a:pt x="1" y="184"/>
                    <a:pt x="3" y="188"/>
                  </a:cubicBezTo>
                  <a:lnTo>
                    <a:pt x="3" y="188"/>
                  </a:lnTo>
                  <a:cubicBezTo>
                    <a:pt x="3" y="190"/>
                    <a:pt x="4" y="193"/>
                    <a:pt x="5" y="195"/>
                  </a:cubicBezTo>
                  <a:lnTo>
                    <a:pt x="5" y="195"/>
                  </a:lnTo>
                  <a:cubicBezTo>
                    <a:pt x="6" y="196"/>
                    <a:pt x="8" y="198"/>
                    <a:pt x="8" y="199"/>
                  </a:cubicBezTo>
                  <a:cubicBezTo>
                    <a:pt x="16" y="211"/>
                    <a:pt x="24" y="222"/>
                    <a:pt x="36" y="230"/>
                  </a:cubicBezTo>
                  <a:cubicBezTo>
                    <a:pt x="65" y="253"/>
                    <a:pt x="111" y="273"/>
                    <a:pt x="168" y="290"/>
                  </a:cubicBezTo>
                  <a:cubicBezTo>
                    <a:pt x="180" y="293"/>
                    <a:pt x="192" y="297"/>
                    <a:pt x="204" y="300"/>
                  </a:cubicBezTo>
                  <a:cubicBezTo>
                    <a:pt x="217" y="303"/>
                    <a:pt x="230" y="306"/>
                    <a:pt x="243" y="309"/>
                  </a:cubicBezTo>
                  <a:cubicBezTo>
                    <a:pt x="256" y="312"/>
                    <a:pt x="270" y="315"/>
                    <a:pt x="284" y="317"/>
                  </a:cubicBezTo>
                  <a:lnTo>
                    <a:pt x="284" y="317"/>
                  </a:lnTo>
                  <a:cubicBezTo>
                    <a:pt x="297" y="320"/>
                    <a:pt x="312" y="322"/>
                    <a:pt x="327" y="325"/>
                  </a:cubicBezTo>
                  <a:lnTo>
                    <a:pt x="327" y="325"/>
                  </a:lnTo>
                  <a:cubicBezTo>
                    <a:pt x="341" y="327"/>
                    <a:pt x="356" y="329"/>
                    <a:pt x="371" y="331"/>
                  </a:cubicBezTo>
                  <a:lnTo>
                    <a:pt x="371" y="331"/>
                  </a:lnTo>
                  <a:cubicBezTo>
                    <a:pt x="417" y="337"/>
                    <a:pt x="466" y="342"/>
                    <a:pt x="516" y="345"/>
                  </a:cubicBezTo>
                  <a:lnTo>
                    <a:pt x="516" y="345"/>
                  </a:lnTo>
                  <a:cubicBezTo>
                    <a:pt x="566" y="348"/>
                    <a:pt x="618" y="350"/>
                    <a:pt x="670" y="350"/>
                  </a:cubicBezTo>
                  <a:cubicBezTo>
                    <a:pt x="696" y="350"/>
                    <a:pt x="722" y="349"/>
                    <a:pt x="748" y="348"/>
                  </a:cubicBezTo>
                  <a:lnTo>
                    <a:pt x="751" y="348"/>
                  </a:lnTo>
                  <a:cubicBezTo>
                    <a:pt x="768" y="348"/>
                    <a:pt x="784" y="347"/>
                    <a:pt x="801" y="346"/>
                  </a:cubicBezTo>
                  <a:cubicBezTo>
                    <a:pt x="828" y="345"/>
                    <a:pt x="854" y="343"/>
                    <a:pt x="881" y="341"/>
                  </a:cubicBezTo>
                  <a:cubicBezTo>
                    <a:pt x="994" y="331"/>
                    <a:pt x="1090" y="314"/>
                    <a:pt x="1164" y="292"/>
                  </a:cubicBezTo>
                  <a:cubicBezTo>
                    <a:pt x="1181" y="287"/>
                    <a:pt x="1198" y="282"/>
                    <a:pt x="1212" y="276"/>
                  </a:cubicBezTo>
                  <a:lnTo>
                    <a:pt x="1212" y="276"/>
                  </a:lnTo>
                  <a:cubicBezTo>
                    <a:pt x="1234" y="268"/>
                    <a:pt x="1255" y="259"/>
                    <a:pt x="1276" y="247"/>
                  </a:cubicBezTo>
                  <a:cubicBezTo>
                    <a:pt x="1281" y="244"/>
                    <a:pt x="1286" y="241"/>
                    <a:pt x="1291" y="237"/>
                  </a:cubicBezTo>
                  <a:lnTo>
                    <a:pt x="1291" y="237"/>
                  </a:lnTo>
                  <a:cubicBezTo>
                    <a:pt x="1294" y="236"/>
                    <a:pt x="1296" y="234"/>
                    <a:pt x="1298" y="232"/>
                  </a:cubicBezTo>
                  <a:lnTo>
                    <a:pt x="1298" y="232"/>
                  </a:lnTo>
                  <a:cubicBezTo>
                    <a:pt x="1303" y="229"/>
                    <a:pt x="1307" y="226"/>
                    <a:pt x="1310" y="222"/>
                  </a:cubicBezTo>
                  <a:lnTo>
                    <a:pt x="1310" y="222"/>
                  </a:lnTo>
                  <a:cubicBezTo>
                    <a:pt x="1317" y="216"/>
                    <a:pt x="1322" y="210"/>
                    <a:pt x="1327" y="202"/>
                  </a:cubicBezTo>
                  <a:lnTo>
                    <a:pt x="1327" y="202"/>
                  </a:lnTo>
                  <a:lnTo>
                    <a:pt x="1327" y="201"/>
                  </a:lnTo>
                  <a:cubicBezTo>
                    <a:pt x="1330" y="197"/>
                    <a:pt x="1332" y="193"/>
                    <a:pt x="1333" y="189"/>
                  </a:cubicBezTo>
                  <a:lnTo>
                    <a:pt x="1333" y="189"/>
                  </a:lnTo>
                  <a:cubicBezTo>
                    <a:pt x="1334" y="184"/>
                    <a:pt x="1335" y="180"/>
                    <a:pt x="1335" y="175"/>
                  </a:cubicBezTo>
                  <a:cubicBezTo>
                    <a:pt x="1335" y="157"/>
                    <a:pt x="1324" y="138"/>
                    <a:pt x="1300" y="119"/>
                  </a:cubicBezTo>
                  <a:moveTo>
                    <a:pt x="841" y="309"/>
                  </a:moveTo>
                  <a:cubicBezTo>
                    <a:pt x="819" y="311"/>
                    <a:pt x="796" y="313"/>
                    <a:pt x="774" y="314"/>
                  </a:cubicBezTo>
                  <a:cubicBezTo>
                    <a:pt x="739" y="316"/>
                    <a:pt x="705" y="317"/>
                    <a:pt x="671" y="317"/>
                  </a:cubicBezTo>
                  <a:cubicBezTo>
                    <a:pt x="444" y="317"/>
                    <a:pt x="231" y="279"/>
                    <a:pt x="155" y="220"/>
                  </a:cubicBezTo>
                  <a:cubicBezTo>
                    <a:pt x="60" y="145"/>
                    <a:pt x="212" y="65"/>
                    <a:pt x="495" y="40"/>
                  </a:cubicBezTo>
                  <a:cubicBezTo>
                    <a:pt x="524" y="37"/>
                    <a:pt x="554" y="36"/>
                    <a:pt x="583" y="34"/>
                  </a:cubicBezTo>
                  <a:cubicBezTo>
                    <a:pt x="611" y="33"/>
                    <a:pt x="638" y="33"/>
                    <a:pt x="665" y="33"/>
                  </a:cubicBezTo>
                  <a:cubicBezTo>
                    <a:pt x="892" y="33"/>
                    <a:pt x="1104" y="70"/>
                    <a:pt x="1181" y="130"/>
                  </a:cubicBezTo>
                  <a:cubicBezTo>
                    <a:pt x="1276" y="204"/>
                    <a:pt x="1124" y="285"/>
                    <a:pt x="841" y="3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6"/>
            <p:cNvSpPr/>
            <p:nvPr/>
          </p:nvSpPr>
          <p:spPr>
            <a:xfrm>
              <a:off x="7493893" y="4318306"/>
              <a:ext cx="648971" cy="151977"/>
            </a:xfrm>
            <a:custGeom>
              <a:avLst/>
              <a:gdLst/>
              <a:ahLst/>
              <a:cxnLst/>
              <a:rect l="l" t="t" r="r" b="b"/>
              <a:pathLst>
                <a:path w="1217" h="285" extrusionOk="0">
                  <a:moveTo>
                    <a:pt x="781" y="276"/>
                  </a:moveTo>
                  <a:cubicBezTo>
                    <a:pt x="759" y="278"/>
                    <a:pt x="736" y="280"/>
                    <a:pt x="714" y="281"/>
                  </a:cubicBezTo>
                  <a:cubicBezTo>
                    <a:pt x="679" y="283"/>
                    <a:pt x="645" y="284"/>
                    <a:pt x="611" y="284"/>
                  </a:cubicBezTo>
                  <a:cubicBezTo>
                    <a:pt x="384" y="284"/>
                    <a:pt x="171" y="246"/>
                    <a:pt x="95" y="187"/>
                  </a:cubicBezTo>
                  <a:cubicBezTo>
                    <a:pt x="0" y="112"/>
                    <a:pt x="152" y="32"/>
                    <a:pt x="435" y="7"/>
                  </a:cubicBezTo>
                  <a:cubicBezTo>
                    <a:pt x="464" y="4"/>
                    <a:pt x="494" y="3"/>
                    <a:pt x="523" y="1"/>
                  </a:cubicBezTo>
                  <a:cubicBezTo>
                    <a:pt x="551" y="0"/>
                    <a:pt x="578" y="0"/>
                    <a:pt x="605" y="0"/>
                  </a:cubicBezTo>
                  <a:cubicBezTo>
                    <a:pt x="832" y="0"/>
                    <a:pt x="1044" y="37"/>
                    <a:pt x="1121" y="97"/>
                  </a:cubicBezTo>
                  <a:cubicBezTo>
                    <a:pt x="1216" y="171"/>
                    <a:pt x="1064" y="252"/>
                    <a:pt x="781" y="27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6"/>
            <p:cNvSpPr/>
            <p:nvPr/>
          </p:nvSpPr>
          <p:spPr>
            <a:xfrm>
              <a:off x="7461897" y="4393495"/>
              <a:ext cx="712429" cy="180773"/>
            </a:xfrm>
            <a:custGeom>
              <a:avLst/>
              <a:gdLst/>
              <a:ahLst/>
              <a:cxnLst/>
              <a:rect l="l" t="t" r="r" b="b"/>
              <a:pathLst>
                <a:path w="1336" h="339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3" y="338"/>
                    <a:pt x="153" y="288"/>
                    <a:pt x="36" y="196"/>
                  </a:cubicBezTo>
                  <a:cubicBezTo>
                    <a:pt x="12" y="178"/>
                    <a:pt x="0" y="159"/>
                    <a:pt x="0" y="140"/>
                  </a:cubicBezTo>
                  <a:lnTo>
                    <a:pt x="1" y="0"/>
                  </a:lnTo>
                  <a:cubicBezTo>
                    <a:pt x="1" y="19"/>
                    <a:pt x="12" y="37"/>
                    <a:pt x="36" y="56"/>
                  </a:cubicBezTo>
                  <a:cubicBezTo>
                    <a:pt x="154" y="147"/>
                    <a:pt x="533" y="197"/>
                    <a:pt x="882" y="166"/>
                  </a:cubicBezTo>
                  <a:cubicBezTo>
                    <a:pt x="1160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6"/>
            <p:cNvSpPr/>
            <p:nvPr/>
          </p:nvSpPr>
          <p:spPr>
            <a:xfrm>
              <a:off x="7461897" y="4468150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59" y="283"/>
                    <a:pt x="881" y="307"/>
                  </a:cubicBezTo>
                  <a:cubicBezTo>
                    <a:pt x="533" y="337"/>
                    <a:pt x="153" y="288"/>
                    <a:pt x="36" y="196"/>
                  </a:cubicBezTo>
                  <a:cubicBezTo>
                    <a:pt x="12" y="178"/>
                    <a:pt x="0" y="159"/>
                    <a:pt x="0" y="140"/>
                  </a:cubicBezTo>
                  <a:lnTo>
                    <a:pt x="0" y="0"/>
                  </a:lnTo>
                  <a:cubicBezTo>
                    <a:pt x="0" y="18"/>
                    <a:pt x="12" y="37"/>
                    <a:pt x="36" y="56"/>
                  </a:cubicBezTo>
                  <a:cubicBezTo>
                    <a:pt x="153" y="147"/>
                    <a:pt x="533" y="197"/>
                    <a:pt x="881" y="166"/>
                  </a:cubicBezTo>
                  <a:cubicBezTo>
                    <a:pt x="1159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6"/>
            <p:cNvSpPr/>
            <p:nvPr/>
          </p:nvSpPr>
          <p:spPr>
            <a:xfrm>
              <a:off x="7461897" y="4542806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0"/>
                  </a:moveTo>
                  <a:lnTo>
                    <a:pt x="1335" y="141"/>
                  </a:lnTo>
                  <a:cubicBezTo>
                    <a:pt x="1335" y="214"/>
                    <a:pt x="1159" y="282"/>
                    <a:pt x="881" y="306"/>
                  </a:cubicBezTo>
                  <a:cubicBezTo>
                    <a:pt x="533" y="337"/>
                    <a:pt x="153" y="287"/>
                    <a:pt x="36" y="196"/>
                  </a:cubicBezTo>
                  <a:cubicBezTo>
                    <a:pt x="12" y="177"/>
                    <a:pt x="0" y="158"/>
                    <a:pt x="0" y="140"/>
                  </a:cubicBezTo>
                  <a:lnTo>
                    <a:pt x="1" y="0"/>
                  </a:lnTo>
                  <a:cubicBezTo>
                    <a:pt x="1" y="18"/>
                    <a:pt x="12" y="37"/>
                    <a:pt x="36" y="55"/>
                  </a:cubicBezTo>
                  <a:cubicBezTo>
                    <a:pt x="154" y="147"/>
                    <a:pt x="533" y="196"/>
                    <a:pt x="882" y="166"/>
                  </a:cubicBezTo>
                  <a:cubicBezTo>
                    <a:pt x="1160" y="142"/>
                    <a:pt x="1335" y="74"/>
                    <a:pt x="1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6"/>
            <p:cNvSpPr/>
            <p:nvPr/>
          </p:nvSpPr>
          <p:spPr>
            <a:xfrm>
              <a:off x="7461897" y="4616928"/>
              <a:ext cx="712429" cy="180239"/>
            </a:xfrm>
            <a:custGeom>
              <a:avLst/>
              <a:gdLst/>
              <a:ahLst/>
              <a:cxnLst/>
              <a:rect l="l" t="t" r="r" b="b"/>
              <a:pathLst>
                <a:path w="1336" h="338" extrusionOk="0">
                  <a:moveTo>
                    <a:pt x="1335" y="1"/>
                  </a:moveTo>
                  <a:lnTo>
                    <a:pt x="1335" y="142"/>
                  </a:lnTo>
                  <a:cubicBezTo>
                    <a:pt x="1335" y="215"/>
                    <a:pt x="1160" y="283"/>
                    <a:pt x="881" y="307"/>
                  </a:cubicBezTo>
                  <a:cubicBezTo>
                    <a:pt x="533" y="337"/>
                    <a:pt x="153" y="288"/>
                    <a:pt x="36" y="196"/>
                  </a:cubicBezTo>
                  <a:cubicBezTo>
                    <a:pt x="12" y="178"/>
                    <a:pt x="0" y="159"/>
                    <a:pt x="1" y="140"/>
                  </a:cubicBezTo>
                  <a:lnTo>
                    <a:pt x="1" y="0"/>
                  </a:lnTo>
                  <a:cubicBezTo>
                    <a:pt x="1" y="19"/>
                    <a:pt x="12" y="37"/>
                    <a:pt x="36" y="56"/>
                  </a:cubicBezTo>
                  <a:cubicBezTo>
                    <a:pt x="153" y="147"/>
                    <a:pt x="533" y="197"/>
                    <a:pt x="882" y="167"/>
                  </a:cubicBezTo>
                  <a:cubicBezTo>
                    <a:pt x="1160" y="142"/>
                    <a:pt x="1335" y="74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6"/>
            <p:cNvSpPr/>
            <p:nvPr/>
          </p:nvSpPr>
          <p:spPr>
            <a:xfrm>
              <a:off x="7461897" y="4691583"/>
              <a:ext cx="712962" cy="180239"/>
            </a:xfrm>
            <a:custGeom>
              <a:avLst/>
              <a:gdLst/>
              <a:ahLst/>
              <a:cxnLst/>
              <a:rect l="l" t="t" r="r" b="b"/>
              <a:pathLst>
                <a:path w="1337" h="338" extrusionOk="0">
                  <a:moveTo>
                    <a:pt x="1336" y="1"/>
                  </a:moveTo>
                  <a:lnTo>
                    <a:pt x="1336" y="141"/>
                  </a:lnTo>
                  <a:cubicBezTo>
                    <a:pt x="1336" y="214"/>
                    <a:pt x="1160" y="282"/>
                    <a:pt x="881" y="306"/>
                  </a:cubicBezTo>
                  <a:cubicBezTo>
                    <a:pt x="533" y="337"/>
                    <a:pt x="154" y="287"/>
                    <a:pt x="36" y="196"/>
                  </a:cubicBezTo>
                  <a:cubicBezTo>
                    <a:pt x="12" y="177"/>
                    <a:pt x="0" y="158"/>
                    <a:pt x="0" y="140"/>
                  </a:cubicBezTo>
                  <a:lnTo>
                    <a:pt x="1" y="0"/>
                  </a:lnTo>
                  <a:cubicBezTo>
                    <a:pt x="1" y="18"/>
                    <a:pt x="12" y="37"/>
                    <a:pt x="36" y="55"/>
                  </a:cubicBezTo>
                  <a:cubicBezTo>
                    <a:pt x="154" y="147"/>
                    <a:pt x="533" y="197"/>
                    <a:pt x="882" y="166"/>
                  </a:cubicBezTo>
                  <a:cubicBezTo>
                    <a:pt x="1160" y="142"/>
                    <a:pt x="1335" y="74"/>
                    <a:pt x="13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6"/>
            <p:cNvSpPr/>
            <p:nvPr/>
          </p:nvSpPr>
          <p:spPr>
            <a:xfrm>
              <a:off x="7456565" y="4285245"/>
              <a:ext cx="723627" cy="210101"/>
            </a:xfrm>
            <a:custGeom>
              <a:avLst/>
              <a:gdLst/>
              <a:ahLst/>
              <a:cxnLst/>
              <a:rect l="l" t="t" r="r" b="b"/>
              <a:pathLst>
                <a:path w="1357" h="394" extrusionOk="0">
                  <a:moveTo>
                    <a:pt x="682" y="386"/>
                  </a:moveTo>
                  <a:cubicBezTo>
                    <a:pt x="400" y="386"/>
                    <a:pt x="136" y="339"/>
                    <a:pt x="41" y="265"/>
                  </a:cubicBezTo>
                  <a:cubicBezTo>
                    <a:pt x="2" y="234"/>
                    <a:pt x="0" y="206"/>
                    <a:pt x="5" y="188"/>
                  </a:cubicBezTo>
                  <a:cubicBezTo>
                    <a:pt x="27" y="115"/>
                    <a:pt x="207" y="53"/>
                    <a:pt x="464" y="30"/>
                  </a:cubicBezTo>
                  <a:cubicBezTo>
                    <a:pt x="814" y="0"/>
                    <a:pt x="1196" y="50"/>
                    <a:pt x="1315" y="143"/>
                  </a:cubicBezTo>
                  <a:cubicBezTo>
                    <a:pt x="1354" y="173"/>
                    <a:pt x="1356" y="201"/>
                    <a:pt x="1350" y="220"/>
                  </a:cubicBezTo>
                  <a:cubicBezTo>
                    <a:pt x="1329" y="293"/>
                    <a:pt x="1149" y="355"/>
                    <a:pt x="892" y="377"/>
                  </a:cubicBezTo>
                  <a:cubicBezTo>
                    <a:pt x="822" y="383"/>
                    <a:pt x="752" y="386"/>
                    <a:pt x="682" y="386"/>
                  </a:cubicBezTo>
                  <a:moveTo>
                    <a:pt x="676" y="36"/>
                  </a:moveTo>
                  <a:cubicBezTo>
                    <a:pt x="606" y="36"/>
                    <a:pt x="535" y="39"/>
                    <a:pt x="465" y="45"/>
                  </a:cubicBezTo>
                  <a:cubicBezTo>
                    <a:pt x="180" y="70"/>
                    <a:pt x="36" y="137"/>
                    <a:pt x="19" y="192"/>
                  </a:cubicBezTo>
                  <a:cubicBezTo>
                    <a:pt x="13" y="212"/>
                    <a:pt x="24" y="233"/>
                    <a:pt x="50" y="253"/>
                  </a:cubicBezTo>
                  <a:cubicBezTo>
                    <a:pt x="167" y="344"/>
                    <a:pt x="544" y="393"/>
                    <a:pt x="891" y="362"/>
                  </a:cubicBezTo>
                  <a:cubicBezTo>
                    <a:pt x="1176" y="337"/>
                    <a:pt x="1320" y="271"/>
                    <a:pt x="1336" y="216"/>
                  </a:cubicBezTo>
                  <a:cubicBezTo>
                    <a:pt x="1342" y="195"/>
                    <a:pt x="1332" y="175"/>
                    <a:pt x="1306" y="154"/>
                  </a:cubicBezTo>
                  <a:cubicBezTo>
                    <a:pt x="1213" y="82"/>
                    <a:pt x="953" y="36"/>
                    <a:pt x="676" y="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6"/>
            <p:cNvSpPr/>
            <p:nvPr/>
          </p:nvSpPr>
          <p:spPr>
            <a:xfrm>
              <a:off x="7524288" y="4304975"/>
              <a:ext cx="588180" cy="170108"/>
            </a:xfrm>
            <a:custGeom>
              <a:avLst/>
              <a:gdLst/>
              <a:ahLst/>
              <a:cxnLst/>
              <a:rect l="l" t="t" r="r" b="b"/>
              <a:pathLst>
                <a:path w="1103" h="319" extrusionOk="0">
                  <a:moveTo>
                    <a:pt x="554" y="316"/>
                  </a:moveTo>
                  <a:cubicBezTo>
                    <a:pt x="326" y="316"/>
                    <a:pt x="111" y="278"/>
                    <a:pt x="33" y="217"/>
                  </a:cubicBezTo>
                  <a:cubicBezTo>
                    <a:pt x="1" y="192"/>
                    <a:pt x="0" y="169"/>
                    <a:pt x="4" y="153"/>
                  </a:cubicBezTo>
                  <a:cubicBezTo>
                    <a:pt x="22" y="93"/>
                    <a:pt x="165" y="43"/>
                    <a:pt x="377" y="25"/>
                  </a:cubicBezTo>
                  <a:cubicBezTo>
                    <a:pt x="661" y="0"/>
                    <a:pt x="971" y="41"/>
                    <a:pt x="1068" y="116"/>
                  </a:cubicBezTo>
                  <a:cubicBezTo>
                    <a:pt x="1101" y="141"/>
                    <a:pt x="1102" y="165"/>
                    <a:pt x="1098" y="180"/>
                  </a:cubicBezTo>
                  <a:cubicBezTo>
                    <a:pt x="1080" y="241"/>
                    <a:pt x="937" y="290"/>
                    <a:pt x="725" y="309"/>
                  </a:cubicBezTo>
                  <a:cubicBezTo>
                    <a:pt x="668" y="314"/>
                    <a:pt x="611" y="316"/>
                    <a:pt x="554" y="316"/>
                  </a:cubicBezTo>
                  <a:moveTo>
                    <a:pt x="549" y="32"/>
                  </a:moveTo>
                  <a:cubicBezTo>
                    <a:pt x="492" y="32"/>
                    <a:pt x="435" y="34"/>
                    <a:pt x="378" y="39"/>
                  </a:cubicBezTo>
                  <a:cubicBezTo>
                    <a:pt x="148" y="59"/>
                    <a:pt x="31" y="113"/>
                    <a:pt x="18" y="157"/>
                  </a:cubicBezTo>
                  <a:cubicBezTo>
                    <a:pt x="13" y="173"/>
                    <a:pt x="22" y="189"/>
                    <a:pt x="42" y="206"/>
                  </a:cubicBezTo>
                  <a:cubicBezTo>
                    <a:pt x="137" y="279"/>
                    <a:pt x="442" y="318"/>
                    <a:pt x="723" y="294"/>
                  </a:cubicBezTo>
                  <a:cubicBezTo>
                    <a:pt x="954" y="274"/>
                    <a:pt x="1070" y="220"/>
                    <a:pt x="1084" y="176"/>
                  </a:cubicBezTo>
                  <a:cubicBezTo>
                    <a:pt x="1088" y="160"/>
                    <a:pt x="1080" y="144"/>
                    <a:pt x="1059" y="128"/>
                  </a:cubicBezTo>
                  <a:cubicBezTo>
                    <a:pt x="984" y="69"/>
                    <a:pt x="774" y="32"/>
                    <a:pt x="549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6"/>
            <p:cNvSpPr/>
            <p:nvPr/>
          </p:nvSpPr>
          <p:spPr>
            <a:xfrm>
              <a:off x="7458165" y="4389762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8" y="330"/>
                  </a:moveTo>
                  <a:cubicBezTo>
                    <a:pt x="397" y="330"/>
                    <a:pt x="133" y="283"/>
                    <a:pt x="38" y="209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0"/>
                    <a:pt x="11" y="1"/>
                  </a:cubicBezTo>
                  <a:cubicBezTo>
                    <a:pt x="12" y="2"/>
                    <a:pt x="14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cubicBezTo>
                    <a:pt x="15" y="24"/>
                    <a:pt x="26" y="41"/>
                    <a:pt x="47" y="57"/>
                  </a:cubicBezTo>
                  <a:cubicBezTo>
                    <a:pt x="164" y="148"/>
                    <a:pt x="541" y="197"/>
                    <a:pt x="888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cubicBezTo>
                    <a:pt x="1335" y="7"/>
                    <a:pt x="1336" y="6"/>
                    <a:pt x="1336" y="5"/>
                  </a:cubicBezTo>
                  <a:cubicBezTo>
                    <a:pt x="1338" y="3"/>
                    <a:pt x="1338" y="3"/>
                    <a:pt x="1339" y="2"/>
                  </a:cubicBezTo>
                  <a:cubicBezTo>
                    <a:pt x="1340" y="1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4" y="1"/>
                    <a:pt x="1345" y="1"/>
                    <a:pt x="1346" y="2"/>
                  </a:cubicBezTo>
                  <a:cubicBezTo>
                    <a:pt x="1347" y="3"/>
                    <a:pt x="1349" y="3"/>
                    <a:pt x="1349" y="5"/>
                  </a:cubicBezTo>
                  <a:cubicBezTo>
                    <a:pt x="1350" y="6"/>
                    <a:pt x="1350" y="7"/>
                    <a:pt x="1350" y="8"/>
                  </a:cubicBezTo>
                  <a:lnTo>
                    <a:pt x="1350" y="149"/>
                  </a:lnTo>
                  <a:cubicBezTo>
                    <a:pt x="1350" y="229"/>
                    <a:pt x="1169" y="297"/>
                    <a:pt x="889" y="321"/>
                  </a:cubicBezTo>
                  <a:cubicBezTo>
                    <a:pt x="819" y="327"/>
                    <a:pt x="748" y="330"/>
                    <a:pt x="678" y="330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5" y="181"/>
                    <a:pt x="47" y="198"/>
                  </a:cubicBezTo>
                  <a:cubicBezTo>
                    <a:pt x="163" y="288"/>
                    <a:pt x="541" y="337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7"/>
                  </a:lnTo>
                  <a:cubicBezTo>
                    <a:pt x="1287" y="110"/>
                    <a:pt x="1122" y="160"/>
                    <a:pt x="889" y="181"/>
                  </a:cubicBezTo>
                  <a:cubicBezTo>
                    <a:pt x="539" y="211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29" y="62"/>
                    <a:pt x="22" y="54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6"/>
            <p:cNvSpPr/>
            <p:nvPr/>
          </p:nvSpPr>
          <p:spPr>
            <a:xfrm>
              <a:off x="7692797" y="4330038"/>
              <a:ext cx="277293" cy="126914"/>
            </a:xfrm>
            <a:custGeom>
              <a:avLst/>
              <a:gdLst/>
              <a:ahLst/>
              <a:cxnLst/>
              <a:rect l="l" t="t" r="r" b="b"/>
              <a:pathLst>
                <a:path w="520" h="238" extrusionOk="0">
                  <a:moveTo>
                    <a:pt x="399" y="101"/>
                  </a:moveTo>
                  <a:lnTo>
                    <a:pt x="399" y="101"/>
                  </a:lnTo>
                  <a:cubicBezTo>
                    <a:pt x="368" y="96"/>
                    <a:pt x="336" y="94"/>
                    <a:pt x="305" y="94"/>
                  </a:cubicBezTo>
                  <a:cubicBezTo>
                    <a:pt x="293" y="94"/>
                    <a:pt x="281" y="95"/>
                    <a:pt x="269" y="95"/>
                  </a:cubicBezTo>
                  <a:lnTo>
                    <a:pt x="226" y="68"/>
                  </a:lnTo>
                  <a:lnTo>
                    <a:pt x="226" y="68"/>
                  </a:lnTo>
                  <a:cubicBezTo>
                    <a:pt x="243" y="66"/>
                    <a:pt x="260" y="65"/>
                    <a:pt x="277" y="65"/>
                  </a:cubicBezTo>
                  <a:cubicBezTo>
                    <a:pt x="289" y="65"/>
                    <a:pt x="301" y="66"/>
                    <a:pt x="313" y="66"/>
                  </a:cubicBezTo>
                  <a:lnTo>
                    <a:pt x="313" y="66"/>
                  </a:lnTo>
                  <a:cubicBezTo>
                    <a:pt x="314" y="66"/>
                    <a:pt x="314" y="66"/>
                    <a:pt x="315" y="66"/>
                  </a:cubicBezTo>
                  <a:cubicBezTo>
                    <a:pt x="317" y="66"/>
                    <a:pt x="319" y="66"/>
                    <a:pt x="322" y="66"/>
                  </a:cubicBezTo>
                  <a:cubicBezTo>
                    <a:pt x="324" y="65"/>
                    <a:pt x="324" y="64"/>
                    <a:pt x="324" y="63"/>
                  </a:cubicBezTo>
                  <a:lnTo>
                    <a:pt x="306" y="23"/>
                  </a:lnTo>
                  <a:cubicBezTo>
                    <a:pt x="305" y="21"/>
                    <a:pt x="300" y="19"/>
                    <a:pt x="294" y="19"/>
                  </a:cubicBezTo>
                  <a:lnTo>
                    <a:pt x="294" y="19"/>
                  </a:lnTo>
                  <a:cubicBezTo>
                    <a:pt x="284" y="19"/>
                    <a:pt x="275" y="19"/>
                    <a:pt x="265" y="19"/>
                  </a:cubicBezTo>
                  <a:cubicBezTo>
                    <a:pt x="230" y="19"/>
                    <a:pt x="195" y="20"/>
                    <a:pt x="160" y="24"/>
                  </a:cubicBezTo>
                  <a:lnTo>
                    <a:pt x="128" y="3"/>
                  </a:lnTo>
                  <a:lnTo>
                    <a:pt x="128" y="3"/>
                  </a:lnTo>
                  <a:cubicBezTo>
                    <a:pt x="125" y="1"/>
                    <a:pt x="121" y="0"/>
                    <a:pt x="118" y="0"/>
                  </a:cubicBezTo>
                  <a:cubicBezTo>
                    <a:pt x="116" y="0"/>
                    <a:pt x="115" y="0"/>
                    <a:pt x="114" y="0"/>
                  </a:cubicBezTo>
                  <a:lnTo>
                    <a:pt x="59" y="9"/>
                  </a:lnTo>
                  <a:cubicBezTo>
                    <a:pt x="54" y="10"/>
                    <a:pt x="52" y="12"/>
                    <a:pt x="55" y="14"/>
                  </a:cubicBezTo>
                  <a:lnTo>
                    <a:pt x="87" y="35"/>
                  </a:lnTo>
                  <a:cubicBezTo>
                    <a:pt x="48" y="44"/>
                    <a:pt x="23" y="54"/>
                    <a:pt x="12" y="67"/>
                  </a:cubicBezTo>
                  <a:cubicBezTo>
                    <a:pt x="0" y="80"/>
                    <a:pt x="5" y="95"/>
                    <a:pt x="28" y="110"/>
                  </a:cubicBezTo>
                  <a:cubicBezTo>
                    <a:pt x="48" y="123"/>
                    <a:pt x="78" y="134"/>
                    <a:pt x="117" y="140"/>
                  </a:cubicBezTo>
                  <a:lnTo>
                    <a:pt x="117" y="140"/>
                  </a:lnTo>
                  <a:cubicBezTo>
                    <a:pt x="151" y="145"/>
                    <a:pt x="185" y="147"/>
                    <a:pt x="219" y="147"/>
                  </a:cubicBezTo>
                  <a:cubicBezTo>
                    <a:pt x="230" y="147"/>
                    <a:pt x="241" y="147"/>
                    <a:pt x="251" y="147"/>
                  </a:cubicBezTo>
                  <a:lnTo>
                    <a:pt x="255" y="147"/>
                  </a:lnTo>
                  <a:lnTo>
                    <a:pt x="299" y="176"/>
                  </a:lnTo>
                  <a:cubicBezTo>
                    <a:pt x="285" y="177"/>
                    <a:pt x="268" y="179"/>
                    <a:pt x="250" y="180"/>
                  </a:cubicBezTo>
                  <a:cubicBezTo>
                    <a:pt x="228" y="181"/>
                    <a:pt x="206" y="181"/>
                    <a:pt x="184" y="180"/>
                  </a:cubicBezTo>
                  <a:lnTo>
                    <a:pt x="184" y="180"/>
                  </a:lnTo>
                  <a:lnTo>
                    <a:pt x="183" y="180"/>
                  </a:lnTo>
                  <a:cubicBezTo>
                    <a:pt x="180" y="180"/>
                    <a:pt x="178" y="180"/>
                    <a:pt x="176" y="181"/>
                  </a:cubicBezTo>
                  <a:cubicBezTo>
                    <a:pt x="174" y="182"/>
                    <a:pt x="174" y="183"/>
                    <a:pt x="175" y="184"/>
                  </a:cubicBezTo>
                  <a:lnTo>
                    <a:pt x="201" y="223"/>
                  </a:lnTo>
                  <a:lnTo>
                    <a:pt x="201" y="223"/>
                  </a:lnTo>
                  <a:cubicBezTo>
                    <a:pt x="202" y="224"/>
                    <a:pt x="203" y="224"/>
                    <a:pt x="204" y="225"/>
                  </a:cubicBezTo>
                  <a:cubicBezTo>
                    <a:pt x="206" y="226"/>
                    <a:pt x="209" y="227"/>
                    <a:pt x="212" y="227"/>
                  </a:cubicBezTo>
                  <a:lnTo>
                    <a:pt x="213" y="227"/>
                  </a:lnTo>
                  <a:lnTo>
                    <a:pt x="213" y="227"/>
                  </a:lnTo>
                  <a:cubicBezTo>
                    <a:pt x="221" y="227"/>
                    <a:pt x="230" y="227"/>
                    <a:pt x="238" y="227"/>
                  </a:cubicBezTo>
                  <a:cubicBezTo>
                    <a:pt x="281" y="227"/>
                    <a:pt x="323" y="225"/>
                    <a:pt x="365" y="220"/>
                  </a:cubicBezTo>
                  <a:lnTo>
                    <a:pt x="388" y="235"/>
                  </a:lnTo>
                  <a:lnTo>
                    <a:pt x="388" y="235"/>
                  </a:lnTo>
                  <a:cubicBezTo>
                    <a:pt x="391" y="237"/>
                    <a:pt x="395" y="237"/>
                    <a:pt x="399" y="237"/>
                  </a:cubicBezTo>
                  <a:cubicBezTo>
                    <a:pt x="400" y="237"/>
                    <a:pt x="401" y="237"/>
                    <a:pt x="403" y="237"/>
                  </a:cubicBezTo>
                  <a:lnTo>
                    <a:pt x="458" y="229"/>
                  </a:lnTo>
                  <a:cubicBezTo>
                    <a:pt x="463" y="228"/>
                    <a:pt x="464" y="226"/>
                    <a:pt x="461" y="224"/>
                  </a:cubicBezTo>
                  <a:lnTo>
                    <a:pt x="437" y="207"/>
                  </a:lnTo>
                  <a:cubicBezTo>
                    <a:pt x="475" y="199"/>
                    <a:pt x="499" y="188"/>
                    <a:pt x="508" y="175"/>
                  </a:cubicBezTo>
                  <a:cubicBezTo>
                    <a:pt x="519" y="162"/>
                    <a:pt x="512" y="147"/>
                    <a:pt x="488" y="131"/>
                  </a:cubicBezTo>
                  <a:cubicBezTo>
                    <a:pt x="468" y="117"/>
                    <a:pt x="438" y="107"/>
                    <a:pt x="399" y="101"/>
                  </a:cubicBezTo>
                  <a:moveTo>
                    <a:pt x="488" y="172"/>
                  </a:moveTo>
                  <a:cubicBezTo>
                    <a:pt x="479" y="184"/>
                    <a:pt x="455" y="194"/>
                    <a:pt x="417" y="202"/>
                  </a:cubicBezTo>
                  <a:cubicBezTo>
                    <a:pt x="412" y="203"/>
                    <a:pt x="411" y="205"/>
                    <a:pt x="414" y="207"/>
                  </a:cubicBezTo>
                  <a:lnTo>
                    <a:pt x="438" y="223"/>
                  </a:lnTo>
                  <a:lnTo>
                    <a:pt x="401" y="228"/>
                  </a:lnTo>
                  <a:lnTo>
                    <a:pt x="378" y="213"/>
                  </a:lnTo>
                  <a:lnTo>
                    <a:pt x="378" y="213"/>
                  </a:lnTo>
                  <a:cubicBezTo>
                    <a:pt x="374" y="212"/>
                    <a:pt x="371" y="211"/>
                    <a:pt x="367" y="211"/>
                  </a:cubicBezTo>
                  <a:cubicBezTo>
                    <a:pt x="366" y="211"/>
                    <a:pt x="365" y="211"/>
                    <a:pt x="363" y="211"/>
                  </a:cubicBezTo>
                  <a:lnTo>
                    <a:pt x="363" y="211"/>
                  </a:lnTo>
                  <a:cubicBezTo>
                    <a:pt x="321" y="217"/>
                    <a:pt x="277" y="220"/>
                    <a:pt x="234" y="220"/>
                  </a:cubicBezTo>
                  <a:cubicBezTo>
                    <a:pt x="229" y="220"/>
                    <a:pt x="224" y="220"/>
                    <a:pt x="219" y="219"/>
                  </a:cubicBezTo>
                  <a:lnTo>
                    <a:pt x="198" y="188"/>
                  </a:lnTo>
                  <a:cubicBezTo>
                    <a:pt x="217" y="188"/>
                    <a:pt x="237" y="188"/>
                    <a:pt x="256" y="187"/>
                  </a:cubicBezTo>
                  <a:cubicBezTo>
                    <a:pt x="280" y="186"/>
                    <a:pt x="300" y="184"/>
                    <a:pt x="319" y="182"/>
                  </a:cubicBezTo>
                  <a:lnTo>
                    <a:pt x="319" y="182"/>
                  </a:lnTo>
                  <a:cubicBezTo>
                    <a:pt x="320" y="182"/>
                    <a:pt x="322" y="182"/>
                    <a:pt x="323" y="181"/>
                  </a:cubicBezTo>
                  <a:cubicBezTo>
                    <a:pt x="324" y="181"/>
                    <a:pt x="324" y="180"/>
                    <a:pt x="324" y="180"/>
                  </a:cubicBezTo>
                  <a:cubicBezTo>
                    <a:pt x="325" y="179"/>
                    <a:pt x="325" y="178"/>
                    <a:pt x="323" y="177"/>
                  </a:cubicBezTo>
                  <a:lnTo>
                    <a:pt x="269" y="141"/>
                  </a:lnTo>
                  <a:lnTo>
                    <a:pt x="269" y="141"/>
                  </a:lnTo>
                  <a:cubicBezTo>
                    <a:pt x="266" y="139"/>
                    <a:pt x="262" y="138"/>
                    <a:pt x="259" y="138"/>
                  </a:cubicBezTo>
                  <a:cubicBezTo>
                    <a:pt x="258" y="138"/>
                    <a:pt x="257" y="138"/>
                    <a:pt x="257" y="139"/>
                  </a:cubicBezTo>
                  <a:lnTo>
                    <a:pt x="245" y="139"/>
                  </a:lnTo>
                  <a:lnTo>
                    <a:pt x="245" y="139"/>
                  </a:lnTo>
                  <a:cubicBezTo>
                    <a:pt x="235" y="139"/>
                    <a:pt x="225" y="140"/>
                    <a:pt x="215" y="140"/>
                  </a:cubicBezTo>
                  <a:cubicBezTo>
                    <a:pt x="184" y="140"/>
                    <a:pt x="153" y="137"/>
                    <a:pt x="122" y="133"/>
                  </a:cubicBezTo>
                  <a:cubicBezTo>
                    <a:pt x="88" y="127"/>
                    <a:pt x="63" y="119"/>
                    <a:pt x="45" y="107"/>
                  </a:cubicBezTo>
                  <a:cubicBezTo>
                    <a:pt x="25" y="94"/>
                    <a:pt x="22" y="82"/>
                    <a:pt x="32" y="70"/>
                  </a:cubicBezTo>
                  <a:cubicBezTo>
                    <a:pt x="43" y="58"/>
                    <a:pt x="68" y="48"/>
                    <a:pt x="107" y="40"/>
                  </a:cubicBezTo>
                  <a:cubicBezTo>
                    <a:pt x="111" y="39"/>
                    <a:pt x="113" y="37"/>
                    <a:pt x="110" y="36"/>
                  </a:cubicBezTo>
                  <a:lnTo>
                    <a:pt x="78" y="15"/>
                  </a:lnTo>
                  <a:lnTo>
                    <a:pt x="115" y="9"/>
                  </a:lnTo>
                  <a:lnTo>
                    <a:pt x="147" y="30"/>
                  </a:lnTo>
                  <a:lnTo>
                    <a:pt x="147" y="30"/>
                  </a:lnTo>
                  <a:cubicBezTo>
                    <a:pt x="150" y="32"/>
                    <a:pt x="154" y="32"/>
                    <a:pt x="157" y="32"/>
                  </a:cubicBezTo>
                  <a:cubicBezTo>
                    <a:pt x="158" y="32"/>
                    <a:pt x="159" y="32"/>
                    <a:pt x="160" y="32"/>
                  </a:cubicBezTo>
                  <a:lnTo>
                    <a:pt x="160" y="32"/>
                  </a:lnTo>
                  <a:cubicBezTo>
                    <a:pt x="196" y="28"/>
                    <a:pt x="232" y="26"/>
                    <a:pt x="268" y="26"/>
                  </a:cubicBezTo>
                  <a:cubicBezTo>
                    <a:pt x="274" y="26"/>
                    <a:pt x="280" y="26"/>
                    <a:pt x="286" y="27"/>
                  </a:cubicBezTo>
                  <a:lnTo>
                    <a:pt x="301" y="58"/>
                  </a:lnTo>
                  <a:lnTo>
                    <a:pt x="301" y="58"/>
                  </a:lnTo>
                  <a:cubicBezTo>
                    <a:pt x="292" y="58"/>
                    <a:pt x="283" y="57"/>
                    <a:pt x="275" y="57"/>
                  </a:cubicBezTo>
                  <a:cubicBezTo>
                    <a:pt x="252" y="57"/>
                    <a:pt x="229" y="59"/>
                    <a:pt x="206" y="61"/>
                  </a:cubicBezTo>
                  <a:lnTo>
                    <a:pt x="206" y="61"/>
                  </a:lnTo>
                  <a:lnTo>
                    <a:pt x="206" y="61"/>
                  </a:lnTo>
                  <a:cubicBezTo>
                    <a:pt x="204" y="61"/>
                    <a:pt x="203" y="62"/>
                    <a:pt x="202" y="62"/>
                  </a:cubicBezTo>
                  <a:cubicBezTo>
                    <a:pt x="201" y="62"/>
                    <a:pt x="201" y="63"/>
                    <a:pt x="201" y="63"/>
                  </a:cubicBezTo>
                  <a:cubicBezTo>
                    <a:pt x="199" y="64"/>
                    <a:pt x="200" y="65"/>
                    <a:pt x="201" y="66"/>
                  </a:cubicBezTo>
                  <a:lnTo>
                    <a:pt x="253" y="101"/>
                  </a:lnTo>
                  <a:lnTo>
                    <a:pt x="253" y="101"/>
                  </a:lnTo>
                  <a:cubicBezTo>
                    <a:pt x="257" y="102"/>
                    <a:pt x="260" y="103"/>
                    <a:pt x="264" y="103"/>
                  </a:cubicBezTo>
                  <a:cubicBezTo>
                    <a:pt x="264" y="103"/>
                    <a:pt x="265" y="103"/>
                    <a:pt x="266" y="103"/>
                  </a:cubicBezTo>
                  <a:lnTo>
                    <a:pt x="275" y="103"/>
                  </a:lnTo>
                  <a:lnTo>
                    <a:pt x="275" y="103"/>
                  </a:lnTo>
                  <a:cubicBezTo>
                    <a:pt x="286" y="102"/>
                    <a:pt x="297" y="102"/>
                    <a:pt x="308" y="102"/>
                  </a:cubicBezTo>
                  <a:cubicBezTo>
                    <a:pt x="336" y="102"/>
                    <a:pt x="365" y="104"/>
                    <a:pt x="393" y="108"/>
                  </a:cubicBezTo>
                  <a:cubicBezTo>
                    <a:pt x="427" y="113"/>
                    <a:pt x="452" y="122"/>
                    <a:pt x="470" y="134"/>
                  </a:cubicBezTo>
                  <a:cubicBezTo>
                    <a:pt x="491" y="148"/>
                    <a:pt x="497" y="160"/>
                    <a:pt x="488" y="1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6"/>
            <p:cNvSpPr/>
            <p:nvPr/>
          </p:nvSpPr>
          <p:spPr>
            <a:xfrm>
              <a:off x="7458165" y="4463884"/>
              <a:ext cx="720428" cy="180773"/>
            </a:xfrm>
            <a:custGeom>
              <a:avLst/>
              <a:gdLst/>
              <a:ahLst/>
              <a:cxnLst/>
              <a:rect l="l" t="t" r="r" b="b"/>
              <a:pathLst>
                <a:path w="1351" h="339" extrusionOk="0">
                  <a:moveTo>
                    <a:pt x="679" y="331"/>
                  </a:moveTo>
                  <a:cubicBezTo>
                    <a:pt x="398" y="331"/>
                    <a:pt x="133" y="284"/>
                    <a:pt x="38" y="210"/>
                  </a:cubicBezTo>
                  <a:cubicBezTo>
                    <a:pt x="12" y="190"/>
                    <a:pt x="0" y="170"/>
                    <a:pt x="0" y="148"/>
                  </a:cubicBezTo>
                  <a:lnTo>
                    <a:pt x="0" y="8"/>
                  </a:lnTo>
                  <a:lnTo>
                    <a:pt x="0" y="8"/>
                  </a:lnTo>
                  <a:cubicBezTo>
                    <a:pt x="0" y="7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8"/>
                  </a:cubicBezTo>
                  <a:lnTo>
                    <a:pt x="15" y="8"/>
                  </a:lnTo>
                  <a:cubicBezTo>
                    <a:pt x="15" y="24"/>
                    <a:pt x="26" y="41"/>
                    <a:pt x="47" y="58"/>
                  </a:cubicBezTo>
                  <a:cubicBezTo>
                    <a:pt x="163" y="149"/>
                    <a:pt x="541" y="197"/>
                    <a:pt x="888" y="167"/>
                  </a:cubicBezTo>
                  <a:cubicBezTo>
                    <a:pt x="1195" y="140"/>
                    <a:pt x="1335" y="66"/>
                    <a:pt x="1335" y="9"/>
                  </a:cubicBezTo>
                  <a:lnTo>
                    <a:pt x="1335" y="9"/>
                  </a:lnTo>
                  <a:cubicBezTo>
                    <a:pt x="1335" y="8"/>
                    <a:pt x="1335" y="7"/>
                    <a:pt x="1336" y="5"/>
                  </a:cubicBezTo>
                  <a:cubicBezTo>
                    <a:pt x="1337" y="4"/>
                    <a:pt x="1337" y="4"/>
                    <a:pt x="1339" y="3"/>
                  </a:cubicBezTo>
                  <a:cubicBezTo>
                    <a:pt x="1341" y="3"/>
                    <a:pt x="1341" y="2"/>
                    <a:pt x="1342" y="2"/>
                  </a:cubicBezTo>
                  <a:lnTo>
                    <a:pt x="1342" y="2"/>
                  </a:lnTo>
                  <a:lnTo>
                    <a:pt x="1342" y="2"/>
                  </a:lnTo>
                  <a:cubicBezTo>
                    <a:pt x="1344" y="2"/>
                    <a:pt x="1345" y="3"/>
                    <a:pt x="1346" y="3"/>
                  </a:cubicBezTo>
                  <a:cubicBezTo>
                    <a:pt x="1347" y="4"/>
                    <a:pt x="1349" y="4"/>
                    <a:pt x="1349" y="5"/>
                  </a:cubicBezTo>
                  <a:cubicBezTo>
                    <a:pt x="1350" y="7"/>
                    <a:pt x="1350" y="8"/>
                    <a:pt x="1350" y="9"/>
                  </a:cubicBezTo>
                  <a:lnTo>
                    <a:pt x="1350" y="9"/>
                  </a:lnTo>
                  <a:lnTo>
                    <a:pt x="1350" y="150"/>
                  </a:lnTo>
                  <a:cubicBezTo>
                    <a:pt x="1350" y="230"/>
                    <a:pt x="1169" y="298"/>
                    <a:pt x="889" y="322"/>
                  </a:cubicBezTo>
                  <a:cubicBezTo>
                    <a:pt x="819" y="328"/>
                    <a:pt x="749" y="331"/>
                    <a:pt x="679" y="331"/>
                  </a:cubicBezTo>
                  <a:moveTo>
                    <a:pt x="15" y="47"/>
                  </a:moveTo>
                  <a:lnTo>
                    <a:pt x="15" y="148"/>
                  </a:lnTo>
                  <a:cubicBezTo>
                    <a:pt x="15" y="165"/>
                    <a:pt x="25" y="182"/>
                    <a:pt x="47" y="199"/>
                  </a:cubicBezTo>
                  <a:cubicBezTo>
                    <a:pt x="163" y="289"/>
                    <a:pt x="541" y="338"/>
                    <a:pt x="888" y="308"/>
                  </a:cubicBezTo>
                  <a:cubicBezTo>
                    <a:pt x="1195" y="281"/>
                    <a:pt x="1335" y="207"/>
                    <a:pt x="1335" y="150"/>
                  </a:cubicBezTo>
                  <a:lnTo>
                    <a:pt x="1335" y="48"/>
                  </a:lnTo>
                  <a:cubicBezTo>
                    <a:pt x="1287" y="111"/>
                    <a:pt x="1122" y="161"/>
                    <a:pt x="889" y="182"/>
                  </a:cubicBezTo>
                  <a:cubicBezTo>
                    <a:pt x="539" y="212"/>
                    <a:pt x="157" y="162"/>
                    <a:pt x="38" y="70"/>
                  </a:cubicBezTo>
                  <a:lnTo>
                    <a:pt x="38" y="70"/>
                  </a:lnTo>
                  <a:cubicBezTo>
                    <a:pt x="29" y="63"/>
                    <a:pt x="22" y="55"/>
                    <a:pt x="15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6"/>
            <p:cNvSpPr/>
            <p:nvPr/>
          </p:nvSpPr>
          <p:spPr>
            <a:xfrm>
              <a:off x="7458165" y="4538539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9" y="331"/>
                  </a:moveTo>
                  <a:cubicBezTo>
                    <a:pt x="397" y="331"/>
                    <a:pt x="133" y="283"/>
                    <a:pt x="38" y="209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3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4"/>
                    <a:pt x="26" y="41"/>
                    <a:pt x="47" y="57"/>
                  </a:cubicBezTo>
                  <a:cubicBezTo>
                    <a:pt x="164" y="148"/>
                    <a:pt x="541" y="197"/>
                    <a:pt x="888" y="166"/>
                  </a:cubicBezTo>
                  <a:cubicBezTo>
                    <a:pt x="1151" y="143"/>
                    <a:pt x="1335" y="78"/>
                    <a:pt x="1335" y="8"/>
                  </a:cubicBezTo>
                  <a:lnTo>
                    <a:pt x="1335" y="8"/>
                  </a:lnTo>
                  <a:cubicBezTo>
                    <a:pt x="1335" y="7"/>
                    <a:pt x="1335" y="6"/>
                    <a:pt x="1336" y="5"/>
                  </a:cubicBezTo>
                  <a:cubicBezTo>
                    <a:pt x="1337" y="4"/>
                    <a:pt x="1338" y="3"/>
                    <a:pt x="1339" y="2"/>
                  </a:cubicBezTo>
                  <a:cubicBezTo>
                    <a:pt x="1340" y="1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cubicBezTo>
                    <a:pt x="1344" y="1"/>
                    <a:pt x="1345" y="1"/>
                    <a:pt x="1346" y="2"/>
                  </a:cubicBezTo>
                  <a:cubicBezTo>
                    <a:pt x="1347" y="3"/>
                    <a:pt x="1349" y="4"/>
                    <a:pt x="1349" y="5"/>
                  </a:cubicBezTo>
                  <a:cubicBezTo>
                    <a:pt x="1350" y="6"/>
                    <a:pt x="1350" y="7"/>
                    <a:pt x="1350" y="8"/>
                  </a:cubicBezTo>
                  <a:lnTo>
                    <a:pt x="1350" y="8"/>
                  </a:lnTo>
                  <a:lnTo>
                    <a:pt x="1350" y="149"/>
                  </a:lnTo>
                  <a:cubicBezTo>
                    <a:pt x="1350" y="229"/>
                    <a:pt x="1169" y="297"/>
                    <a:pt x="889" y="322"/>
                  </a:cubicBezTo>
                  <a:cubicBezTo>
                    <a:pt x="819" y="328"/>
                    <a:pt x="748" y="331"/>
                    <a:pt x="679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5"/>
                    <a:pt x="26" y="181"/>
                    <a:pt x="47" y="198"/>
                  </a:cubicBezTo>
                  <a:cubicBezTo>
                    <a:pt x="164" y="289"/>
                    <a:pt x="541" y="337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7"/>
                  </a:lnTo>
                  <a:cubicBezTo>
                    <a:pt x="1287" y="110"/>
                    <a:pt x="1122" y="161"/>
                    <a:pt x="889" y="181"/>
                  </a:cubicBezTo>
                  <a:cubicBezTo>
                    <a:pt x="539" y="212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30" y="62"/>
                    <a:pt x="22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6"/>
            <p:cNvSpPr/>
            <p:nvPr/>
          </p:nvSpPr>
          <p:spPr>
            <a:xfrm>
              <a:off x="7458165" y="4613195"/>
              <a:ext cx="720428" cy="180239"/>
            </a:xfrm>
            <a:custGeom>
              <a:avLst/>
              <a:gdLst/>
              <a:ahLst/>
              <a:cxnLst/>
              <a:rect l="l" t="t" r="r" b="b"/>
              <a:pathLst>
                <a:path w="1351" h="338" extrusionOk="0">
                  <a:moveTo>
                    <a:pt x="679" y="330"/>
                  </a:moveTo>
                  <a:cubicBezTo>
                    <a:pt x="398" y="330"/>
                    <a:pt x="133" y="283"/>
                    <a:pt x="38" y="209"/>
                  </a:cubicBezTo>
                  <a:cubicBezTo>
                    <a:pt x="13" y="190"/>
                    <a:pt x="0" y="169"/>
                    <a:pt x="0" y="147"/>
                  </a:cubicBez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0" y="4"/>
                    <a:pt x="1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2"/>
                    <a:pt x="14" y="3"/>
                  </a:cubicBezTo>
                  <a:cubicBezTo>
                    <a:pt x="15" y="4"/>
                    <a:pt x="15" y="6"/>
                    <a:pt x="15" y="7"/>
                  </a:cubicBezTo>
                  <a:lnTo>
                    <a:pt x="15" y="7"/>
                  </a:lnTo>
                  <a:cubicBezTo>
                    <a:pt x="15" y="24"/>
                    <a:pt x="26" y="41"/>
                    <a:pt x="47" y="57"/>
                  </a:cubicBezTo>
                  <a:cubicBezTo>
                    <a:pt x="163" y="148"/>
                    <a:pt x="541" y="197"/>
                    <a:pt x="888" y="166"/>
                  </a:cubicBezTo>
                  <a:cubicBezTo>
                    <a:pt x="1195" y="140"/>
                    <a:pt x="1335" y="66"/>
                    <a:pt x="1335" y="8"/>
                  </a:cubicBezTo>
                  <a:lnTo>
                    <a:pt x="1335" y="8"/>
                  </a:lnTo>
                  <a:cubicBezTo>
                    <a:pt x="1335" y="7"/>
                    <a:pt x="1335" y="6"/>
                    <a:pt x="1336" y="5"/>
                  </a:cubicBezTo>
                  <a:cubicBezTo>
                    <a:pt x="1337" y="4"/>
                    <a:pt x="1338" y="3"/>
                    <a:pt x="1339" y="2"/>
                  </a:cubicBezTo>
                  <a:cubicBezTo>
                    <a:pt x="1340" y="1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4" y="1"/>
                    <a:pt x="1345" y="1"/>
                    <a:pt x="1346" y="2"/>
                  </a:cubicBezTo>
                  <a:cubicBezTo>
                    <a:pt x="1347" y="3"/>
                    <a:pt x="1349" y="4"/>
                    <a:pt x="1349" y="5"/>
                  </a:cubicBezTo>
                  <a:cubicBezTo>
                    <a:pt x="1350" y="6"/>
                    <a:pt x="1350" y="7"/>
                    <a:pt x="1350" y="8"/>
                  </a:cubicBezTo>
                  <a:lnTo>
                    <a:pt x="1350" y="8"/>
                  </a:lnTo>
                  <a:lnTo>
                    <a:pt x="1350" y="149"/>
                  </a:lnTo>
                  <a:cubicBezTo>
                    <a:pt x="1350" y="229"/>
                    <a:pt x="1169" y="297"/>
                    <a:pt x="889" y="321"/>
                  </a:cubicBezTo>
                  <a:cubicBezTo>
                    <a:pt x="820" y="328"/>
                    <a:pt x="749" y="330"/>
                    <a:pt x="679" y="330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4"/>
                    <a:pt x="26" y="181"/>
                    <a:pt x="47" y="198"/>
                  </a:cubicBezTo>
                  <a:cubicBezTo>
                    <a:pt x="164" y="288"/>
                    <a:pt x="541" y="337"/>
                    <a:pt x="888" y="307"/>
                  </a:cubicBezTo>
                  <a:cubicBezTo>
                    <a:pt x="1195" y="280"/>
                    <a:pt x="1335" y="206"/>
                    <a:pt x="1335" y="149"/>
                  </a:cubicBezTo>
                  <a:lnTo>
                    <a:pt x="1335" y="47"/>
                  </a:lnTo>
                  <a:cubicBezTo>
                    <a:pt x="1287" y="110"/>
                    <a:pt x="1122" y="161"/>
                    <a:pt x="889" y="181"/>
                  </a:cubicBezTo>
                  <a:cubicBezTo>
                    <a:pt x="539" y="212"/>
                    <a:pt x="157" y="161"/>
                    <a:pt x="38" y="69"/>
                  </a:cubicBezTo>
                  <a:lnTo>
                    <a:pt x="38" y="69"/>
                  </a:lnTo>
                  <a:cubicBezTo>
                    <a:pt x="29" y="62"/>
                    <a:pt x="22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6"/>
            <p:cNvSpPr/>
            <p:nvPr/>
          </p:nvSpPr>
          <p:spPr>
            <a:xfrm>
              <a:off x="7458165" y="4687317"/>
              <a:ext cx="720428" cy="180773"/>
            </a:xfrm>
            <a:custGeom>
              <a:avLst/>
              <a:gdLst/>
              <a:ahLst/>
              <a:cxnLst/>
              <a:rect l="l" t="t" r="r" b="b"/>
              <a:pathLst>
                <a:path w="1351" h="339" extrusionOk="0">
                  <a:moveTo>
                    <a:pt x="679" y="331"/>
                  </a:moveTo>
                  <a:cubicBezTo>
                    <a:pt x="397" y="331"/>
                    <a:pt x="133" y="284"/>
                    <a:pt x="38" y="210"/>
                  </a:cubicBezTo>
                  <a:cubicBezTo>
                    <a:pt x="13" y="190"/>
                    <a:pt x="0" y="169"/>
                    <a:pt x="0" y="148"/>
                  </a:cubicBez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8" y="0"/>
                  </a:cubicBez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3" y="3"/>
                    <a:pt x="14" y="4"/>
                  </a:cubicBezTo>
                  <a:cubicBezTo>
                    <a:pt x="15" y="5"/>
                    <a:pt x="15" y="6"/>
                    <a:pt x="15" y="8"/>
                  </a:cubicBezTo>
                  <a:lnTo>
                    <a:pt x="15" y="8"/>
                  </a:lnTo>
                  <a:cubicBezTo>
                    <a:pt x="15" y="24"/>
                    <a:pt x="26" y="41"/>
                    <a:pt x="47" y="58"/>
                  </a:cubicBezTo>
                  <a:cubicBezTo>
                    <a:pt x="164" y="148"/>
                    <a:pt x="541" y="197"/>
                    <a:pt x="888" y="167"/>
                  </a:cubicBezTo>
                  <a:cubicBezTo>
                    <a:pt x="1151" y="144"/>
                    <a:pt x="1335" y="79"/>
                    <a:pt x="1335" y="9"/>
                  </a:cubicBezTo>
                  <a:lnTo>
                    <a:pt x="1335" y="9"/>
                  </a:lnTo>
                  <a:cubicBezTo>
                    <a:pt x="1335" y="7"/>
                    <a:pt x="1335" y="6"/>
                    <a:pt x="1336" y="5"/>
                  </a:cubicBezTo>
                  <a:cubicBezTo>
                    <a:pt x="1337" y="4"/>
                    <a:pt x="1338" y="3"/>
                    <a:pt x="1339" y="2"/>
                  </a:cubicBezTo>
                  <a:cubicBezTo>
                    <a:pt x="1340" y="2"/>
                    <a:pt x="1341" y="1"/>
                    <a:pt x="1342" y="1"/>
                  </a:cubicBez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lnTo>
                    <a:pt x="1342" y="1"/>
                  </a:lnTo>
                  <a:cubicBezTo>
                    <a:pt x="1344" y="1"/>
                    <a:pt x="1345" y="2"/>
                    <a:pt x="1346" y="2"/>
                  </a:cubicBezTo>
                  <a:cubicBezTo>
                    <a:pt x="1347" y="3"/>
                    <a:pt x="1349" y="4"/>
                    <a:pt x="1349" y="5"/>
                  </a:cubicBezTo>
                  <a:cubicBezTo>
                    <a:pt x="1350" y="6"/>
                    <a:pt x="1350" y="7"/>
                    <a:pt x="1350" y="9"/>
                  </a:cubicBezTo>
                  <a:lnTo>
                    <a:pt x="1350" y="9"/>
                  </a:lnTo>
                  <a:lnTo>
                    <a:pt x="1350" y="149"/>
                  </a:lnTo>
                  <a:cubicBezTo>
                    <a:pt x="1350" y="230"/>
                    <a:pt x="1169" y="297"/>
                    <a:pt x="889" y="322"/>
                  </a:cubicBezTo>
                  <a:cubicBezTo>
                    <a:pt x="819" y="328"/>
                    <a:pt x="748" y="331"/>
                    <a:pt x="679" y="331"/>
                  </a:cubicBezTo>
                  <a:moveTo>
                    <a:pt x="15" y="46"/>
                  </a:moveTo>
                  <a:lnTo>
                    <a:pt x="15" y="148"/>
                  </a:lnTo>
                  <a:cubicBezTo>
                    <a:pt x="15" y="165"/>
                    <a:pt x="26" y="182"/>
                    <a:pt x="47" y="198"/>
                  </a:cubicBezTo>
                  <a:cubicBezTo>
                    <a:pt x="164" y="289"/>
                    <a:pt x="541" y="338"/>
                    <a:pt x="888" y="307"/>
                  </a:cubicBezTo>
                  <a:cubicBezTo>
                    <a:pt x="1151" y="284"/>
                    <a:pt x="1335" y="219"/>
                    <a:pt x="1335" y="149"/>
                  </a:cubicBezTo>
                  <a:lnTo>
                    <a:pt x="1335" y="48"/>
                  </a:lnTo>
                  <a:cubicBezTo>
                    <a:pt x="1287" y="111"/>
                    <a:pt x="1122" y="161"/>
                    <a:pt x="889" y="181"/>
                  </a:cubicBezTo>
                  <a:cubicBezTo>
                    <a:pt x="539" y="212"/>
                    <a:pt x="157" y="162"/>
                    <a:pt x="38" y="69"/>
                  </a:cubicBezTo>
                  <a:lnTo>
                    <a:pt x="38" y="69"/>
                  </a:lnTo>
                  <a:cubicBezTo>
                    <a:pt x="30" y="63"/>
                    <a:pt x="22" y="55"/>
                    <a:pt x="15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6"/>
            <p:cNvSpPr/>
            <p:nvPr/>
          </p:nvSpPr>
          <p:spPr>
            <a:xfrm>
              <a:off x="6312733" y="3576552"/>
              <a:ext cx="963059" cy="1334731"/>
            </a:xfrm>
            <a:custGeom>
              <a:avLst/>
              <a:gdLst/>
              <a:ahLst/>
              <a:cxnLst/>
              <a:rect l="l" t="t" r="r" b="b"/>
              <a:pathLst>
                <a:path w="1806" h="2503" extrusionOk="0">
                  <a:moveTo>
                    <a:pt x="989" y="2502"/>
                  </a:moveTo>
                  <a:lnTo>
                    <a:pt x="815" y="2498"/>
                  </a:lnTo>
                  <a:cubicBezTo>
                    <a:pt x="587" y="2498"/>
                    <a:pt x="392" y="2467"/>
                    <a:pt x="236" y="2406"/>
                  </a:cubicBezTo>
                  <a:cubicBezTo>
                    <a:pt x="94" y="2351"/>
                    <a:pt x="0" y="2211"/>
                    <a:pt x="0" y="2057"/>
                  </a:cubicBezTo>
                  <a:lnTo>
                    <a:pt x="0" y="630"/>
                  </a:lnTo>
                  <a:cubicBezTo>
                    <a:pt x="0" y="334"/>
                    <a:pt x="110" y="261"/>
                    <a:pt x="217" y="189"/>
                  </a:cubicBezTo>
                  <a:lnTo>
                    <a:pt x="217" y="189"/>
                  </a:lnTo>
                  <a:cubicBezTo>
                    <a:pt x="242" y="174"/>
                    <a:pt x="265" y="156"/>
                    <a:pt x="288" y="138"/>
                  </a:cubicBezTo>
                  <a:cubicBezTo>
                    <a:pt x="396" y="47"/>
                    <a:pt x="381" y="11"/>
                    <a:pt x="380" y="11"/>
                  </a:cubicBezTo>
                  <a:lnTo>
                    <a:pt x="380" y="11"/>
                  </a:lnTo>
                  <a:cubicBezTo>
                    <a:pt x="380" y="10"/>
                    <a:pt x="380" y="9"/>
                    <a:pt x="380" y="8"/>
                  </a:cubicBezTo>
                  <a:cubicBezTo>
                    <a:pt x="380" y="6"/>
                    <a:pt x="380" y="5"/>
                    <a:pt x="381" y="4"/>
                  </a:cubicBezTo>
                  <a:lnTo>
                    <a:pt x="381" y="4"/>
                  </a:lnTo>
                  <a:lnTo>
                    <a:pt x="381" y="4"/>
                  </a:lnTo>
                  <a:cubicBezTo>
                    <a:pt x="381" y="3"/>
                    <a:pt x="382" y="2"/>
                    <a:pt x="383" y="1"/>
                  </a:cubicBezTo>
                  <a:cubicBezTo>
                    <a:pt x="384" y="0"/>
                    <a:pt x="386" y="0"/>
                    <a:pt x="387" y="0"/>
                  </a:cubicBezTo>
                  <a:lnTo>
                    <a:pt x="387" y="0"/>
                  </a:lnTo>
                  <a:lnTo>
                    <a:pt x="1417" y="4"/>
                  </a:lnTo>
                  <a:lnTo>
                    <a:pt x="1417" y="4"/>
                  </a:lnTo>
                  <a:cubicBezTo>
                    <a:pt x="1419" y="4"/>
                    <a:pt x="1421" y="5"/>
                    <a:pt x="1421" y="5"/>
                  </a:cubicBezTo>
                  <a:cubicBezTo>
                    <a:pt x="1423" y="6"/>
                    <a:pt x="1423" y="7"/>
                    <a:pt x="1424" y="8"/>
                  </a:cubicBezTo>
                  <a:lnTo>
                    <a:pt x="1424" y="8"/>
                  </a:lnTo>
                  <a:lnTo>
                    <a:pt x="1424" y="8"/>
                  </a:lnTo>
                  <a:cubicBezTo>
                    <a:pt x="1424" y="9"/>
                    <a:pt x="1425" y="11"/>
                    <a:pt x="1425" y="12"/>
                  </a:cubicBezTo>
                  <a:cubicBezTo>
                    <a:pt x="1425" y="14"/>
                    <a:pt x="1424" y="14"/>
                    <a:pt x="1424" y="15"/>
                  </a:cubicBezTo>
                  <a:cubicBezTo>
                    <a:pt x="1423" y="16"/>
                    <a:pt x="1409" y="53"/>
                    <a:pt x="1516" y="142"/>
                  </a:cubicBezTo>
                  <a:lnTo>
                    <a:pt x="1516" y="142"/>
                  </a:lnTo>
                  <a:cubicBezTo>
                    <a:pt x="1539" y="161"/>
                    <a:pt x="1563" y="178"/>
                    <a:pt x="1587" y="194"/>
                  </a:cubicBezTo>
                  <a:cubicBezTo>
                    <a:pt x="1694" y="265"/>
                    <a:pt x="1805" y="339"/>
                    <a:pt x="1805" y="634"/>
                  </a:cubicBezTo>
                  <a:lnTo>
                    <a:pt x="1805" y="2062"/>
                  </a:lnTo>
                  <a:cubicBezTo>
                    <a:pt x="1805" y="2215"/>
                    <a:pt x="1710" y="2355"/>
                    <a:pt x="1568" y="2410"/>
                  </a:cubicBezTo>
                  <a:cubicBezTo>
                    <a:pt x="1412" y="2471"/>
                    <a:pt x="1217" y="2502"/>
                    <a:pt x="989" y="2502"/>
                  </a:cubicBezTo>
                  <a:moveTo>
                    <a:pt x="396" y="15"/>
                  </a:moveTo>
                  <a:cubicBezTo>
                    <a:pt x="397" y="33"/>
                    <a:pt x="385" y="75"/>
                    <a:pt x="297" y="149"/>
                  </a:cubicBezTo>
                  <a:lnTo>
                    <a:pt x="297" y="149"/>
                  </a:lnTo>
                  <a:cubicBezTo>
                    <a:pt x="274" y="168"/>
                    <a:pt x="250" y="185"/>
                    <a:pt x="225" y="201"/>
                  </a:cubicBezTo>
                  <a:cubicBezTo>
                    <a:pt x="121" y="271"/>
                    <a:pt x="15" y="342"/>
                    <a:pt x="15" y="630"/>
                  </a:cubicBezTo>
                  <a:lnTo>
                    <a:pt x="15" y="2057"/>
                  </a:lnTo>
                  <a:cubicBezTo>
                    <a:pt x="15" y="2205"/>
                    <a:pt x="105" y="2339"/>
                    <a:pt x="242" y="2392"/>
                  </a:cubicBezTo>
                  <a:cubicBezTo>
                    <a:pt x="396" y="2452"/>
                    <a:pt x="589" y="2483"/>
                    <a:pt x="815" y="2483"/>
                  </a:cubicBezTo>
                  <a:lnTo>
                    <a:pt x="989" y="2487"/>
                  </a:lnTo>
                  <a:cubicBezTo>
                    <a:pt x="1215" y="2487"/>
                    <a:pt x="1408" y="2456"/>
                    <a:pt x="1563" y="2396"/>
                  </a:cubicBezTo>
                  <a:cubicBezTo>
                    <a:pt x="1699" y="2343"/>
                    <a:pt x="1790" y="2209"/>
                    <a:pt x="1790" y="2061"/>
                  </a:cubicBezTo>
                  <a:lnTo>
                    <a:pt x="1790" y="634"/>
                  </a:lnTo>
                  <a:cubicBezTo>
                    <a:pt x="1790" y="347"/>
                    <a:pt x="1683" y="275"/>
                    <a:pt x="1579" y="206"/>
                  </a:cubicBezTo>
                  <a:lnTo>
                    <a:pt x="1579" y="206"/>
                  </a:lnTo>
                  <a:cubicBezTo>
                    <a:pt x="1554" y="190"/>
                    <a:pt x="1530" y="172"/>
                    <a:pt x="1507" y="154"/>
                  </a:cubicBezTo>
                  <a:cubicBezTo>
                    <a:pt x="1419" y="80"/>
                    <a:pt x="1407" y="38"/>
                    <a:pt x="1408" y="19"/>
                  </a:cubicBezTo>
                  <a:lnTo>
                    <a:pt x="396" y="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6"/>
            <p:cNvSpPr/>
            <p:nvPr/>
          </p:nvSpPr>
          <p:spPr>
            <a:xfrm>
              <a:off x="6355393" y="4039415"/>
              <a:ext cx="877204" cy="822809"/>
            </a:xfrm>
            <a:custGeom>
              <a:avLst/>
              <a:gdLst/>
              <a:ahLst/>
              <a:cxnLst/>
              <a:rect l="l" t="t" r="r" b="b"/>
              <a:pathLst>
                <a:path w="1645" h="1543" extrusionOk="0">
                  <a:moveTo>
                    <a:pt x="901" y="1542"/>
                  </a:moveTo>
                  <a:lnTo>
                    <a:pt x="743" y="1537"/>
                  </a:lnTo>
                  <a:cubicBezTo>
                    <a:pt x="535" y="1537"/>
                    <a:pt x="358" y="1509"/>
                    <a:pt x="216" y="1454"/>
                  </a:cubicBezTo>
                  <a:cubicBezTo>
                    <a:pt x="87" y="1404"/>
                    <a:pt x="0" y="1276"/>
                    <a:pt x="0" y="1136"/>
                  </a:cubicBez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3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8" y="0"/>
                    <a:pt x="10" y="1"/>
                    <a:pt x="11" y="1"/>
                  </a:cubicBezTo>
                  <a:cubicBezTo>
                    <a:pt x="13" y="2"/>
                    <a:pt x="13" y="2"/>
                    <a:pt x="13" y="3"/>
                  </a:cubicBezTo>
                  <a:cubicBezTo>
                    <a:pt x="14" y="5"/>
                    <a:pt x="14" y="6"/>
                    <a:pt x="14" y="7"/>
                  </a:cubicBezTo>
                  <a:lnTo>
                    <a:pt x="14" y="7"/>
                  </a:lnTo>
                  <a:lnTo>
                    <a:pt x="14" y="1136"/>
                  </a:lnTo>
                  <a:cubicBezTo>
                    <a:pt x="14" y="1270"/>
                    <a:pt x="97" y="1392"/>
                    <a:pt x="221" y="1440"/>
                  </a:cubicBezTo>
                  <a:cubicBezTo>
                    <a:pt x="362" y="1495"/>
                    <a:pt x="537" y="1523"/>
                    <a:pt x="743" y="1523"/>
                  </a:cubicBezTo>
                  <a:lnTo>
                    <a:pt x="901" y="1527"/>
                  </a:lnTo>
                  <a:cubicBezTo>
                    <a:pt x="1107" y="1527"/>
                    <a:pt x="1282" y="1499"/>
                    <a:pt x="1423" y="1445"/>
                  </a:cubicBezTo>
                  <a:cubicBezTo>
                    <a:pt x="1546" y="1397"/>
                    <a:pt x="1629" y="1274"/>
                    <a:pt x="1629" y="1141"/>
                  </a:cubicBezTo>
                  <a:lnTo>
                    <a:pt x="1629" y="11"/>
                  </a:lnTo>
                  <a:lnTo>
                    <a:pt x="1629" y="11"/>
                  </a:lnTo>
                  <a:cubicBezTo>
                    <a:pt x="1629" y="10"/>
                    <a:pt x="1630" y="9"/>
                    <a:pt x="1630" y="7"/>
                  </a:cubicBezTo>
                  <a:cubicBezTo>
                    <a:pt x="1631" y="6"/>
                    <a:pt x="1632" y="6"/>
                    <a:pt x="1633" y="5"/>
                  </a:cubicBezTo>
                  <a:cubicBezTo>
                    <a:pt x="1635" y="5"/>
                    <a:pt x="1635" y="4"/>
                    <a:pt x="1636" y="4"/>
                  </a:cubicBezTo>
                  <a:cubicBezTo>
                    <a:pt x="1638" y="4"/>
                    <a:pt x="1639" y="5"/>
                    <a:pt x="1640" y="5"/>
                  </a:cubicBezTo>
                  <a:cubicBezTo>
                    <a:pt x="1642" y="6"/>
                    <a:pt x="1643" y="6"/>
                    <a:pt x="1643" y="7"/>
                  </a:cubicBezTo>
                  <a:cubicBezTo>
                    <a:pt x="1644" y="9"/>
                    <a:pt x="1644" y="10"/>
                    <a:pt x="1644" y="11"/>
                  </a:cubicBezTo>
                  <a:lnTo>
                    <a:pt x="1644" y="11"/>
                  </a:lnTo>
                  <a:lnTo>
                    <a:pt x="1644" y="1140"/>
                  </a:lnTo>
                  <a:cubicBezTo>
                    <a:pt x="1644" y="1280"/>
                    <a:pt x="1557" y="1408"/>
                    <a:pt x="1428" y="1458"/>
                  </a:cubicBezTo>
                  <a:cubicBezTo>
                    <a:pt x="1286" y="1514"/>
                    <a:pt x="1109" y="1542"/>
                    <a:pt x="901" y="1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6"/>
            <p:cNvSpPr/>
            <p:nvPr/>
          </p:nvSpPr>
          <p:spPr>
            <a:xfrm>
              <a:off x="6488174" y="3534425"/>
              <a:ext cx="606844" cy="79988"/>
            </a:xfrm>
            <a:custGeom>
              <a:avLst/>
              <a:gdLst/>
              <a:ahLst/>
              <a:cxnLst/>
              <a:rect l="l" t="t" r="r" b="b"/>
              <a:pathLst>
                <a:path w="1138" h="150" extrusionOk="0">
                  <a:moveTo>
                    <a:pt x="1137" y="14"/>
                  </a:moveTo>
                  <a:lnTo>
                    <a:pt x="1136" y="76"/>
                  </a:lnTo>
                  <a:lnTo>
                    <a:pt x="1136" y="76"/>
                  </a:lnTo>
                  <a:lnTo>
                    <a:pt x="1136" y="76"/>
                  </a:lnTo>
                  <a:cubicBezTo>
                    <a:pt x="1136" y="77"/>
                    <a:pt x="1136" y="78"/>
                    <a:pt x="1136" y="79"/>
                  </a:cubicBezTo>
                  <a:lnTo>
                    <a:pt x="1136" y="79"/>
                  </a:lnTo>
                  <a:cubicBezTo>
                    <a:pt x="1136" y="80"/>
                    <a:pt x="1136" y="80"/>
                    <a:pt x="1135" y="81"/>
                  </a:cubicBezTo>
                  <a:cubicBezTo>
                    <a:pt x="1135" y="83"/>
                    <a:pt x="1134" y="83"/>
                    <a:pt x="1133" y="83"/>
                  </a:cubicBezTo>
                  <a:lnTo>
                    <a:pt x="1133" y="83"/>
                  </a:lnTo>
                  <a:cubicBezTo>
                    <a:pt x="1131" y="86"/>
                    <a:pt x="1128" y="88"/>
                    <a:pt x="1125" y="90"/>
                  </a:cubicBezTo>
                  <a:cubicBezTo>
                    <a:pt x="1124" y="90"/>
                    <a:pt x="1124" y="90"/>
                    <a:pt x="1124" y="91"/>
                  </a:cubicBezTo>
                  <a:lnTo>
                    <a:pt x="1124" y="91"/>
                  </a:lnTo>
                  <a:cubicBezTo>
                    <a:pt x="1119" y="93"/>
                    <a:pt x="1114" y="96"/>
                    <a:pt x="1108" y="98"/>
                  </a:cubicBezTo>
                  <a:lnTo>
                    <a:pt x="1108" y="98"/>
                  </a:lnTo>
                  <a:cubicBezTo>
                    <a:pt x="1106" y="98"/>
                    <a:pt x="1104" y="99"/>
                    <a:pt x="1102" y="100"/>
                  </a:cubicBezTo>
                  <a:cubicBezTo>
                    <a:pt x="1100" y="101"/>
                    <a:pt x="1099" y="101"/>
                    <a:pt x="1097" y="102"/>
                  </a:cubicBezTo>
                  <a:lnTo>
                    <a:pt x="1092" y="103"/>
                  </a:lnTo>
                  <a:lnTo>
                    <a:pt x="1092" y="103"/>
                  </a:lnTo>
                  <a:cubicBezTo>
                    <a:pt x="1090" y="104"/>
                    <a:pt x="1089" y="104"/>
                    <a:pt x="1087" y="104"/>
                  </a:cubicBezTo>
                  <a:lnTo>
                    <a:pt x="1087" y="104"/>
                  </a:lnTo>
                  <a:cubicBezTo>
                    <a:pt x="1076" y="107"/>
                    <a:pt x="1062" y="110"/>
                    <a:pt x="1046" y="113"/>
                  </a:cubicBezTo>
                  <a:lnTo>
                    <a:pt x="1033" y="116"/>
                  </a:lnTo>
                  <a:cubicBezTo>
                    <a:pt x="1019" y="118"/>
                    <a:pt x="1005" y="120"/>
                    <a:pt x="989" y="122"/>
                  </a:cubicBezTo>
                  <a:cubicBezTo>
                    <a:pt x="977" y="124"/>
                    <a:pt x="964" y="125"/>
                    <a:pt x="950" y="126"/>
                  </a:cubicBezTo>
                  <a:cubicBezTo>
                    <a:pt x="909" y="131"/>
                    <a:pt x="862" y="134"/>
                    <a:pt x="810" y="137"/>
                  </a:cubicBezTo>
                  <a:cubicBezTo>
                    <a:pt x="549" y="149"/>
                    <a:pt x="242" y="133"/>
                    <a:pt x="90" y="102"/>
                  </a:cubicBezTo>
                  <a:cubicBezTo>
                    <a:pt x="77" y="99"/>
                    <a:pt x="65" y="96"/>
                    <a:pt x="54" y="93"/>
                  </a:cubicBezTo>
                  <a:cubicBezTo>
                    <a:pt x="52" y="93"/>
                    <a:pt x="50" y="92"/>
                    <a:pt x="49" y="91"/>
                  </a:cubicBezTo>
                  <a:cubicBezTo>
                    <a:pt x="45" y="90"/>
                    <a:pt x="42" y="89"/>
                    <a:pt x="39" y="88"/>
                  </a:cubicBezTo>
                  <a:cubicBezTo>
                    <a:pt x="13" y="80"/>
                    <a:pt x="0" y="71"/>
                    <a:pt x="0" y="62"/>
                  </a:cubicBezTo>
                  <a:lnTo>
                    <a:pt x="1" y="0"/>
                  </a:lnTo>
                  <a:cubicBezTo>
                    <a:pt x="17" y="4"/>
                    <a:pt x="35" y="7"/>
                    <a:pt x="55" y="11"/>
                  </a:cubicBezTo>
                  <a:cubicBezTo>
                    <a:pt x="234" y="43"/>
                    <a:pt x="562" y="58"/>
                    <a:pt x="842" y="45"/>
                  </a:cubicBezTo>
                  <a:cubicBezTo>
                    <a:pt x="974" y="39"/>
                    <a:pt x="1074" y="28"/>
                    <a:pt x="1137" y="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6"/>
            <p:cNvSpPr/>
            <p:nvPr/>
          </p:nvSpPr>
          <p:spPr>
            <a:xfrm>
              <a:off x="6449246" y="3359518"/>
              <a:ext cx="687899" cy="206902"/>
            </a:xfrm>
            <a:custGeom>
              <a:avLst/>
              <a:gdLst/>
              <a:ahLst/>
              <a:cxnLst/>
              <a:rect l="l" t="t" r="r" b="b"/>
              <a:pathLst>
                <a:path w="1290" h="388" extrusionOk="0">
                  <a:moveTo>
                    <a:pt x="1289" y="15"/>
                  </a:moveTo>
                  <a:lnTo>
                    <a:pt x="1285" y="305"/>
                  </a:lnTo>
                  <a:cubicBezTo>
                    <a:pt x="1285" y="318"/>
                    <a:pt x="1259" y="331"/>
                    <a:pt x="1210" y="342"/>
                  </a:cubicBezTo>
                  <a:cubicBezTo>
                    <a:pt x="1147" y="356"/>
                    <a:pt x="1047" y="367"/>
                    <a:pt x="916" y="373"/>
                  </a:cubicBezTo>
                  <a:cubicBezTo>
                    <a:pt x="635" y="387"/>
                    <a:pt x="307" y="371"/>
                    <a:pt x="128" y="339"/>
                  </a:cubicBezTo>
                  <a:cubicBezTo>
                    <a:pt x="108" y="336"/>
                    <a:pt x="90" y="332"/>
                    <a:pt x="74" y="328"/>
                  </a:cubicBezTo>
                  <a:cubicBezTo>
                    <a:pt x="70" y="327"/>
                    <a:pt x="65" y="325"/>
                    <a:pt x="61" y="324"/>
                  </a:cubicBezTo>
                  <a:cubicBezTo>
                    <a:pt x="20" y="313"/>
                    <a:pt x="0" y="301"/>
                    <a:pt x="0" y="289"/>
                  </a:cubicBezTo>
                  <a:lnTo>
                    <a:pt x="4" y="0"/>
                  </a:lnTo>
                  <a:lnTo>
                    <a:pt x="4" y="0"/>
                  </a:lnTo>
                  <a:cubicBezTo>
                    <a:pt x="4" y="2"/>
                    <a:pt x="5" y="4"/>
                    <a:pt x="6" y="6"/>
                  </a:cubicBezTo>
                  <a:cubicBezTo>
                    <a:pt x="7" y="8"/>
                    <a:pt x="8" y="10"/>
                    <a:pt x="9" y="11"/>
                  </a:cubicBezTo>
                  <a:lnTo>
                    <a:pt x="9" y="11"/>
                  </a:lnTo>
                  <a:cubicBezTo>
                    <a:pt x="10" y="12"/>
                    <a:pt x="11" y="12"/>
                    <a:pt x="12" y="13"/>
                  </a:cubicBezTo>
                  <a:lnTo>
                    <a:pt x="12" y="13"/>
                  </a:lnTo>
                  <a:cubicBezTo>
                    <a:pt x="14" y="14"/>
                    <a:pt x="16" y="16"/>
                    <a:pt x="18" y="17"/>
                  </a:cubicBezTo>
                  <a:lnTo>
                    <a:pt x="19" y="17"/>
                  </a:lnTo>
                  <a:lnTo>
                    <a:pt x="22" y="19"/>
                  </a:lnTo>
                  <a:cubicBezTo>
                    <a:pt x="24" y="20"/>
                    <a:pt x="26" y="21"/>
                    <a:pt x="28" y="22"/>
                  </a:cubicBezTo>
                  <a:cubicBezTo>
                    <a:pt x="30" y="23"/>
                    <a:pt x="31" y="23"/>
                    <a:pt x="32" y="24"/>
                  </a:cubicBezTo>
                  <a:cubicBezTo>
                    <a:pt x="36" y="25"/>
                    <a:pt x="40" y="27"/>
                    <a:pt x="44" y="28"/>
                  </a:cubicBezTo>
                  <a:cubicBezTo>
                    <a:pt x="49" y="29"/>
                    <a:pt x="52" y="31"/>
                    <a:pt x="57" y="32"/>
                  </a:cubicBezTo>
                  <a:lnTo>
                    <a:pt x="65" y="34"/>
                  </a:lnTo>
                  <a:cubicBezTo>
                    <a:pt x="215" y="77"/>
                    <a:pt x="598" y="99"/>
                    <a:pt x="919" y="83"/>
                  </a:cubicBezTo>
                  <a:cubicBezTo>
                    <a:pt x="1079" y="76"/>
                    <a:pt x="1194" y="61"/>
                    <a:pt x="1250" y="42"/>
                  </a:cubicBezTo>
                  <a:cubicBezTo>
                    <a:pt x="1251" y="41"/>
                    <a:pt x="1253" y="41"/>
                    <a:pt x="1255" y="40"/>
                  </a:cubicBezTo>
                  <a:cubicBezTo>
                    <a:pt x="1277" y="33"/>
                    <a:pt x="1289" y="24"/>
                    <a:pt x="1289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6"/>
            <p:cNvSpPr/>
            <p:nvPr/>
          </p:nvSpPr>
          <p:spPr>
            <a:xfrm>
              <a:off x="6451379" y="3315258"/>
              <a:ext cx="685766" cy="97585"/>
            </a:xfrm>
            <a:custGeom>
              <a:avLst/>
              <a:gdLst/>
              <a:ahLst/>
              <a:cxnLst/>
              <a:rect l="l" t="t" r="r" b="b"/>
              <a:pathLst>
                <a:path w="1286" h="183" extrusionOk="0">
                  <a:moveTo>
                    <a:pt x="1285" y="98"/>
                  </a:moveTo>
                  <a:cubicBezTo>
                    <a:pt x="1285" y="107"/>
                    <a:pt x="1273" y="116"/>
                    <a:pt x="1251" y="124"/>
                  </a:cubicBezTo>
                  <a:cubicBezTo>
                    <a:pt x="1249" y="124"/>
                    <a:pt x="1248" y="125"/>
                    <a:pt x="1246" y="126"/>
                  </a:cubicBezTo>
                  <a:cubicBezTo>
                    <a:pt x="1190" y="144"/>
                    <a:pt x="1075" y="159"/>
                    <a:pt x="915" y="167"/>
                  </a:cubicBezTo>
                  <a:cubicBezTo>
                    <a:pt x="594" y="182"/>
                    <a:pt x="212" y="160"/>
                    <a:pt x="61" y="118"/>
                  </a:cubicBezTo>
                  <a:lnTo>
                    <a:pt x="53" y="116"/>
                  </a:lnTo>
                  <a:cubicBezTo>
                    <a:pt x="48" y="114"/>
                    <a:pt x="45" y="114"/>
                    <a:pt x="40" y="112"/>
                  </a:cubicBezTo>
                  <a:cubicBezTo>
                    <a:pt x="36" y="111"/>
                    <a:pt x="32" y="109"/>
                    <a:pt x="28" y="107"/>
                  </a:cubicBezTo>
                  <a:cubicBezTo>
                    <a:pt x="27" y="107"/>
                    <a:pt x="26" y="106"/>
                    <a:pt x="24" y="106"/>
                  </a:cubicBezTo>
                  <a:cubicBezTo>
                    <a:pt x="22" y="105"/>
                    <a:pt x="20" y="103"/>
                    <a:pt x="18" y="102"/>
                  </a:cubicBezTo>
                  <a:lnTo>
                    <a:pt x="15" y="101"/>
                  </a:lnTo>
                  <a:lnTo>
                    <a:pt x="15" y="101"/>
                  </a:lnTo>
                  <a:cubicBezTo>
                    <a:pt x="14" y="101"/>
                    <a:pt x="14" y="101"/>
                    <a:pt x="14" y="100"/>
                  </a:cubicBezTo>
                  <a:cubicBezTo>
                    <a:pt x="12" y="99"/>
                    <a:pt x="10" y="98"/>
                    <a:pt x="8" y="97"/>
                  </a:cubicBezTo>
                  <a:lnTo>
                    <a:pt x="8" y="97"/>
                  </a:lnTo>
                  <a:cubicBezTo>
                    <a:pt x="7" y="96"/>
                    <a:pt x="6" y="95"/>
                    <a:pt x="6" y="94"/>
                  </a:cubicBezTo>
                  <a:lnTo>
                    <a:pt x="6" y="94"/>
                  </a:lnTo>
                  <a:cubicBezTo>
                    <a:pt x="4" y="93"/>
                    <a:pt x="3" y="92"/>
                    <a:pt x="2" y="90"/>
                  </a:cubicBezTo>
                  <a:cubicBezTo>
                    <a:pt x="1" y="88"/>
                    <a:pt x="0" y="86"/>
                    <a:pt x="0" y="83"/>
                  </a:cubicBezTo>
                  <a:cubicBezTo>
                    <a:pt x="0" y="53"/>
                    <a:pt x="136" y="26"/>
                    <a:pt x="369" y="15"/>
                  </a:cubicBezTo>
                  <a:cubicBezTo>
                    <a:pt x="691" y="0"/>
                    <a:pt x="1073" y="22"/>
                    <a:pt x="1224" y="64"/>
                  </a:cubicBezTo>
                  <a:cubicBezTo>
                    <a:pt x="1265" y="75"/>
                    <a:pt x="1285" y="87"/>
                    <a:pt x="1285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6"/>
            <p:cNvSpPr/>
            <p:nvPr/>
          </p:nvSpPr>
          <p:spPr>
            <a:xfrm>
              <a:off x="6484441" y="3530159"/>
              <a:ext cx="614310" cy="83721"/>
            </a:xfrm>
            <a:custGeom>
              <a:avLst/>
              <a:gdLst/>
              <a:ahLst/>
              <a:cxnLst/>
              <a:rect l="l" t="t" r="r" b="b"/>
              <a:pathLst>
                <a:path w="1152" h="157" extrusionOk="0">
                  <a:moveTo>
                    <a:pt x="631" y="156"/>
                  </a:moveTo>
                  <a:cubicBezTo>
                    <a:pt x="423" y="156"/>
                    <a:pt x="214" y="142"/>
                    <a:pt x="96" y="117"/>
                  </a:cubicBezTo>
                  <a:cubicBezTo>
                    <a:pt x="83" y="114"/>
                    <a:pt x="70" y="111"/>
                    <a:pt x="59" y="108"/>
                  </a:cubicBezTo>
                  <a:lnTo>
                    <a:pt x="59" y="108"/>
                  </a:lnTo>
                  <a:cubicBezTo>
                    <a:pt x="57" y="108"/>
                    <a:pt x="55" y="107"/>
                    <a:pt x="53" y="106"/>
                  </a:cubicBezTo>
                  <a:cubicBezTo>
                    <a:pt x="50" y="106"/>
                    <a:pt x="47" y="105"/>
                    <a:pt x="44" y="104"/>
                  </a:cubicBezTo>
                  <a:cubicBezTo>
                    <a:pt x="14" y="94"/>
                    <a:pt x="0" y="83"/>
                    <a:pt x="0" y="70"/>
                  </a:cubicBezTo>
                  <a:lnTo>
                    <a:pt x="1" y="8"/>
                  </a:lnTo>
                  <a:lnTo>
                    <a:pt x="1" y="8"/>
                  </a:lnTo>
                  <a:cubicBezTo>
                    <a:pt x="1" y="6"/>
                    <a:pt x="2" y="6"/>
                    <a:pt x="2" y="4"/>
                  </a:cubicBezTo>
                  <a:cubicBezTo>
                    <a:pt x="3" y="3"/>
                    <a:pt x="3" y="2"/>
                    <a:pt x="3" y="2"/>
                  </a:cubicBezTo>
                  <a:lnTo>
                    <a:pt x="3" y="2"/>
                  </a:lnTo>
                  <a:cubicBezTo>
                    <a:pt x="4" y="2"/>
                    <a:pt x="4" y="2"/>
                    <a:pt x="4" y="1"/>
                  </a:cubicBezTo>
                  <a:cubicBezTo>
                    <a:pt x="5" y="1"/>
                    <a:pt x="7" y="0"/>
                    <a:pt x="8" y="0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26" y="5"/>
                    <a:pt x="44" y="8"/>
                    <a:pt x="63" y="12"/>
                  </a:cubicBezTo>
                  <a:cubicBezTo>
                    <a:pt x="244" y="45"/>
                    <a:pt x="575" y="59"/>
                    <a:pt x="849" y="46"/>
                  </a:cubicBezTo>
                  <a:cubicBezTo>
                    <a:pt x="976" y="40"/>
                    <a:pt x="1078" y="29"/>
                    <a:pt x="1143" y="15"/>
                  </a:cubicBezTo>
                  <a:lnTo>
                    <a:pt x="1143" y="15"/>
                  </a:lnTo>
                  <a:cubicBezTo>
                    <a:pt x="1143" y="14"/>
                    <a:pt x="1144" y="14"/>
                    <a:pt x="1144" y="14"/>
                  </a:cubicBezTo>
                  <a:cubicBezTo>
                    <a:pt x="1145" y="14"/>
                    <a:pt x="1148" y="15"/>
                    <a:pt x="1148" y="15"/>
                  </a:cubicBezTo>
                  <a:cubicBezTo>
                    <a:pt x="1149" y="16"/>
                    <a:pt x="1148" y="16"/>
                    <a:pt x="1149" y="16"/>
                  </a:cubicBezTo>
                  <a:lnTo>
                    <a:pt x="1149" y="16"/>
                  </a:lnTo>
                  <a:cubicBezTo>
                    <a:pt x="1149" y="17"/>
                    <a:pt x="1150" y="17"/>
                    <a:pt x="1150" y="18"/>
                  </a:cubicBezTo>
                  <a:cubicBezTo>
                    <a:pt x="1151" y="20"/>
                    <a:pt x="1151" y="20"/>
                    <a:pt x="1151" y="22"/>
                  </a:cubicBezTo>
                  <a:lnTo>
                    <a:pt x="1151" y="22"/>
                  </a:lnTo>
                  <a:lnTo>
                    <a:pt x="1151" y="84"/>
                  </a:lnTo>
                  <a:lnTo>
                    <a:pt x="1151" y="84"/>
                  </a:lnTo>
                  <a:cubicBezTo>
                    <a:pt x="1151" y="86"/>
                    <a:pt x="1150" y="88"/>
                    <a:pt x="1150" y="90"/>
                  </a:cubicBezTo>
                  <a:lnTo>
                    <a:pt x="1150" y="90"/>
                  </a:lnTo>
                  <a:cubicBezTo>
                    <a:pt x="1149" y="91"/>
                    <a:pt x="1149" y="92"/>
                    <a:pt x="1148" y="93"/>
                  </a:cubicBezTo>
                  <a:cubicBezTo>
                    <a:pt x="1147" y="94"/>
                    <a:pt x="1147" y="95"/>
                    <a:pt x="1146" y="96"/>
                  </a:cubicBezTo>
                  <a:lnTo>
                    <a:pt x="1146" y="96"/>
                  </a:lnTo>
                  <a:cubicBezTo>
                    <a:pt x="1143" y="100"/>
                    <a:pt x="1139" y="102"/>
                    <a:pt x="1136" y="105"/>
                  </a:cubicBezTo>
                  <a:cubicBezTo>
                    <a:pt x="1135" y="105"/>
                    <a:pt x="1135" y="105"/>
                    <a:pt x="1134" y="105"/>
                  </a:cubicBezTo>
                  <a:lnTo>
                    <a:pt x="1134" y="105"/>
                  </a:lnTo>
                  <a:cubicBezTo>
                    <a:pt x="1129" y="108"/>
                    <a:pt x="1124" y="110"/>
                    <a:pt x="1118" y="113"/>
                  </a:cubicBezTo>
                  <a:lnTo>
                    <a:pt x="1117" y="113"/>
                  </a:lnTo>
                  <a:cubicBezTo>
                    <a:pt x="1115" y="114"/>
                    <a:pt x="1113" y="114"/>
                    <a:pt x="1111" y="115"/>
                  </a:cubicBezTo>
                  <a:cubicBezTo>
                    <a:pt x="1110" y="115"/>
                    <a:pt x="1109" y="116"/>
                    <a:pt x="1108" y="116"/>
                  </a:cubicBezTo>
                  <a:lnTo>
                    <a:pt x="1100" y="118"/>
                  </a:lnTo>
                  <a:lnTo>
                    <a:pt x="1100" y="118"/>
                  </a:lnTo>
                  <a:cubicBezTo>
                    <a:pt x="1099" y="119"/>
                    <a:pt x="1098" y="119"/>
                    <a:pt x="1097" y="119"/>
                  </a:cubicBezTo>
                  <a:lnTo>
                    <a:pt x="1096" y="120"/>
                  </a:lnTo>
                  <a:cubicBezTo>
                    <a:pt x="1084" y="123"/>
                    <a:pt x="1070" y="126"/>
                    <a:pt x="1055" y="129"/>
                  </a:cubicBezTo>
                  <a:cubicBezTo>
                    <a:pt x="1050" y="130"/>
                    <a:pt x="1046" y="130"/>
                    <a:pt x="1041" y="131"/>
                  </a:cubicBezTo>
                  <a:cubicBezTo>
                    <a:pt x="1027" y="133"/>
                    <a:pt x="1013" y="135"/>
                    <a:pt x="997" y="138"/>
                  </a:cubicBezTo>
                  <a:cubicBezTo>
                    <a:pt x="984" y="139"/>
                    <a:pt x="972" y="141"/>
                    <a:pt x="958" y="142"/>
                  </a:cubicBezTo>
                  <a:cubicBezTo>
                    <a:pt x="916" y="146"/>
                    <a:pt x="868" y="150"/>
                    <a:pt x="817" y="152"/>
                  </a:cubicBezTo>
                  <a:cubicBezTo>
                    <a:pt x="757" y="155"/>
                    <a:pt x="694" y="156"/>
                    <a:pt x="631" y="156"/>
                  </a:cubicBezTo>
                  <a:moveTo>
                    <a:pt x="15" y="17"/>
                  </a:moveTo>
                  <a:lnTo>
                    <a:pt x="14" y="70"/>
                  </a:lnTo>
                  <a:cubicBezTo>
                    <a:pt x="14" y="70"/>
                    <a:pt x="15" y="79"/>
                    <a:pt x="48" y="90"/>
                  </a:cubicBezTo>
                  <a:cubicBezTo>
                    <a:pt x="51" y="91"/>
                    <a:pt x="54" y="92"/>
                    <a:pt x="58" y="93"/>
                  </a:cubicBezTo>
                  <a:cubicBezTo>
                    <a:pt x="60" y="93"/>
                    <a:pt x="61" y="94"/>
                    <a:pt x="63" y="94"/>
                  </a:cubicBezTo>
                  <a:cubicBezTo>
                    <a:pt x="74" y="97"/>
                    <a:pt x="86" y="100"/>
                    <a:pt x="99" y="103"/>
                  </a:cubicBezTo>
                  <a:cubicBezTo>
                    <a:pt x="251" y="134"/>
                    <a:pt x="560" y="149"/>
                    <a:pt x="816" y="137"/>
                  </a:cubicBezTo>
                  <a:cubicBezTo>
                    <a:pt x="867" y="135"/>
                    <a:pt x="914" y="131"/>
                    <a:pt x="957" y="127"/>
                  </a:cubicBezTo>
                  <a:cubicBezTo>
                    <a:pt x="970" y="126"/>
                    <a:pt x="983" y="124"/>
                    <a:pt x="995" y="123"/>
                  </a:cubicBezTo>
                  <a:cubicBezTo>
                    <a:pt x="1010" y="121"/>
                    <a:pt x="1025" y="119"/>
                    <a:pt x="1038" y="116"/>
                  </a:cubicBezTo>
                  <a:lnTo>
                    <a:pt x="1052" y="114"/>
                  </a:lnTo>
                  <a:cubicBezTo>
                    <a:pt x="1066" y="111"/>
                    <a:pt x="1079" y="108"/>
                    <a:pt x="1091" y="106"/>
                  </a:cubicBezTo>
                  <a:lnTo>
                    <a:pt x="1091" y="106"/>
                  </a:lnTo>
                  <a:cubicBezTo>
                    <a:pt x="1092" y="105"/>
                    <a:pt x="1092" y="105"/>
                    <a:pt x="1093" y="105"/>
                  </a:cubicBezTo>
                  <a:lnTo>
                    <a:pt x="1093" y="105"/>
                  </a:lnTo>
                  <a:cubicBezTo>
                    <a:pt x="1094" y="105"/>
                    <a:pt x="1095" y="105"/>
                    <a:pt x="1096" y="104"/>
                  </a:cubicBezTo>
                  <a:lnTo>
                    <a:pt x="1103" y="102"/>
                  </a:lnTo>
                  <a:cubicBezTo>
                    <a:pt x="1104" y="102"/>
                    <a:pt x="1105" y="101"/>
                    <a:pt x="1106" y="101"/>
                  </a:cubicBezTo>
                  <a:cubicBezTo>
                    <a:pt x="1109" y="100"/>
                    <a:pt x="1111" y="100"/>
                    <a:pt x="1113" y="99"/>
                  </a:cubicBezTo>
                  <a:lnTo>
                    <a:pt x="1113" y="99"/>
                  </a:lnTo>
                  <a:lnTo>
                    <a:pt x="1113" y="99"/>
                  </a:lnTo>
                  <a:cubicBezTo>
                    <a:pt x="1118" y="97"/>
                    <a:pt x="1123" y="95"/>
                    <a:pt x="1127" y="92"/>
                  </a:cubicBezTo>
                  <a:lnTo>
                    <a:pt x="1127" y="92"/>
                  </a:lnTo>
                  <a:lnTo>
                    <a:pt x="1128" y="92"/>
                  </a:lnTo>
                  <a:cubicBezTo>
                    <a:pt x="1130" y="91"/>
                    <a:pt x="1133" y="89"/>
                    <a:pt x="1134" y="87"/>
                  </a:cubicBezTo>
                  <a:lnTo>
                    <a:pt x="1134" y="87"/>
                  </a:lnTo>
                  <a:cubicBezTo>
                    <a:pt x="1135" y="86"/>
                    <a:pt x="1135" y="86"/>
                    <a:pt x="1135" y="86"/>
                  </a:cubicBezTo>
                  <a:cubicBezTo>
                    <a:pt x="1136" y="85"/>
                    <a:pt x="1136" y="85"/>
                    <a:pt x="1136" y="85"/>
                  </a:cubicBezTo>
                  <a:lnTo>
                    <a:pt x="1137" y="31"/>
                  </a:lnTo>
                  <a:cubicBezTo>
                    <a:pt x="1071" y="45"/>
                    <a:pt x="972" y="55"/>
                    <a:pt x="850" y="61"/>
                  </a:cubicBezTo>
                  <a:cubicBezTo>
                    <a:pt x="574" y="74"/>
                    <a:pt x="242" y="59"/>
                    <a:pt x="61" y="26"/>
                  </a:cubicBezTo>
                  <a:cubicBezTo>
                    <a:pt x="44" y="23"/>
                    <a:pt x="29" y="20"/>
                    <a:pt x="15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6"/>
            <p:cNvSpPr/>
            <p:nvPr/>
          </p:nvSpPr>
          <p:spPr>
            <a:xfrm>
              <a:off x="6444980" y="3355252"/>
              <a:ext cx="695898" cy="210101"/>
            </a:xfrm>
            <a:custGeom>
              <a:avLst/>
              <a:gdLst/>
              <a:ahLst/>
              <a:cxnLst/>
              <a:rect l="l" t="t" r="r" b="b"/>
              <a:pathLst>
                <a:path w="1305" h="394" extrusionOk="0">
                  <a:moveTo>
                    <a:pt x="713" y="393"/>
                  </a:moveTo>
                  <a:cubicBezTo>
                    <a:pt x="494" y="393"/>
                    <a:pt x="272" y="379"/>
                    <a:pt x="135" y="354"/>
                  </a:cubicBezTo>
                  <a:cubicBezTo>
                    <a:pt x="115" y="351"/>
                    <a:pt x="97" y="347"/>
                    <a:pt x="80" y="343"/>
                  </a:cubicBezTo>
                  <a:cubicBezTo>
                    <a:pt x="77" y="342"/>
                    <a:pt x="75" y="341"/>
                    <a:pt x="72" y="341"/>
                  </a:cubicBezTo>
                  <a:lnTo>
                    <a:pt x="67" y="339"/>
                  </a:lnTo>
                  <a:cubicBezTo>
                    <a:pt x="21" y="327"/>
                    <a:pt x="0" y="313"/>
                    <a:pt x="1" y="297"/>
                  </a:cubicBezTo>
                  <a:lnTo>
                    <a:pt x="4" y="8"/>
                  </a:lnTo>
                  <a:lnTo>
                    <a:pt x="4" y="8"/>
                  </a:lnTo>
                  <a:cubicBezTo>
                    <a:pt x="4" y="6"/>
                    <a:pt x="4" y="5"/>
                    <a:pt x="5" y="4"/>
                  </a:cubicBezTo>
                  <a:cubicBezTo>
                    <a:pt x="6" y="3"/>
                    <a:pt x="7" y="2"/>
                    <a:pt x="8" y="1"/>
                  </a:cubicBezTo>
                  <a:cubicBezTo>
                    <a:pt x="10" y="1"/>
                    <a:pt x="10" y="0"/>
                    <a:pt x="11" y="0"/>
                  </a:cubicBez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cubicBezTo>
                    <a:pt x="13" y="0"/>
                    <a:pt x="15" y="1"/>
                    <a:pt x="15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19" y="5"/>
                    <a:pt x="19" y="6"/>
                    <a:pt x="19" y="8"/>
                  </a:cubicBezTo>
                  <a:lnTo>
                    <a:pt x="19" y="8"/>
                  </a:lnTo>
                  <a:lnTo>
                    <a:pt x="19" y="8"/>
                  </a:lnTo>
                  <a:cubicBezTo>
                    <a:pt x="19" y="9"/>
                    <a:pt x="20" y="10"/>
                    <a:pt x="20" y="10"/>
                  </a:cubicBezTo>
                  <a:cubicBezTo>
                    <a:pt x="21" y="12"/>
                    <a:pt x="21" y="12"/>
                    <a:pt x="22" y="13"/>
                  </a:cubicBezTo>
                  <a:lnTo>
                    <a:pt x="22" y="13"/>
                  </a:lnTo>
                  <a:cubicBezTo>
                    <a:pt x="23" y="14"/>
                    <a:pt x="24" y="14"/>
                    <a:pt x="24" y="15"/>
                  </a:cubicBezTo>
                  <a:lnTo>
                    <a:pt x="24" y="15"/>
                  </a:lnTo>
                  <a:cubicBezTo>
                    <a:pt x="26" y="16"/>
                    <a:pt x="28" y="18"/>
                    <a:pt x="30" y="19"/>
                  </a:cubicBezTo>
                  <a:cubicBezTo>
                    <a:pt x="31" y="20"/>
                    <a:pt x="32" y="20"/>
                    <a:pt x="33" y="20"/>
                  </a:cubicBezTo>
                  <a:cubicBezTo>
                    <a:pt x="35" y="21"/>
                    <a:pt x="37" y="22"/>
                    <a:pt x="39" y="24"/>
                  </a:cubicBezTo>
                  <a:lnTo>
                    <a:pt x="41" y="24"/>
                  </a:lnTo>
                  <a:lnTo>
                    <a:pt x="42" y="25"/>
                  </a:lnTo>
                  <a:cubicBezTo>
                    <a:pt x="46" y="26"/>
                    <a:pt x="50" y="28"/>
                    <a:pt x="54" y="29"/>
                  </a:cubicBezTo>
                  <a:cubicBezTo>
                    <a:pt x="58" y="30"/>
                    <a:pt x="62" y="32"/>
                    <a:pt x="67" y="33"/>
                  </a:cubicBezTo>
                  <a:lnTo>
                    <a:pt x="74" y="36"/>
                  </a:lnTo>
                  <a:cubicBezTo>
                    <a:pt x="224" y="77"/>
                    <a:pt x="607" y="99"/>
                    <a:pt x="927" y="84"/>
                  </a:cubicBezTo>
                  <a:cubicBezTo>
                    <a:pt x="1080" y="77"/>
                    <a:pt x="1197" y="63"/>
                    <a:pt x="1255" y="43"/>
                  </a:cubicBezTo>
                  <a:cubicBezTo>
                    <a:pt x="1257" y="43"/>
                    <a:pt x="1259" y="42"/>
                    <a:pt x="1260" y="42"/>
                  </a:cubicBezTo>
                  <a:cubicBezTo>
                    <a:pt x="1288" y="31"/>
                    <a:pt x="1289" y="24"/>
                    <a:pt x="1289" y="23"/>
                  </a:cubicBezTo>
                  <a:lnTo>
                    <a:pt x="1289" y="23"/>
                  </a:lnTo>
                  <a:cubicBezTo>
                    <a:pt x="1289" y="22"/>
                    <a:pt x="1290" y="21"/>
                    <a:pt x="1290" y="20"/>
                  </a:cubicBezTo>
                  <a:cubicBezTo>
                    <a:pt x="1291" y="19"/>
                    <a:pt x="1292" y="18"/>
                    <a:pt x="1293" y="17"/>
                  </a:cubicBezTo>
                  <a:cubicBezTo>
                    <a:pt x="1294" y="16"/>
                    <a:pt x="1296" y="16"/>
                    <a:pt x="1297" y="16"/>
                  </a:cubicBezTo>
                  <a:lnTo>
                    <a:pt x="1297" y="16"/>
                  </a:lnTo>
                  <a:cubicBezTo>
                    <a:pt x="1298" y="16"/>
                    <a:pt x="1299" y="17"/>
                    <a:pt x="1300" y="17"/>
                  </a:cubicBezTo>
                  <a:cubicBezTo>
                    <a:pt x="1301" y="18"/>
                    <a:pt x="1302" y="19"/>
                    <a:pt x="1303" y="20"/>
                  </a:cubicBezTo>
                  <a:cubicBezTo>
                    <a:pt x="1304" y="22"/>
                    <a:pt x="1304" y="22"/>
                    <a:pt x="1304" y="23"/>
                  </a:cubicBezTo>
                  <a:lnTo>
                    <a:pt x="1304" y="23"/>
                  </a:lnTo>
                  <a:lnTo>
                    <a:pt x="1300" y="313"/>
                  </a:lnTo>
                  <a:cubicBezTo>
                    <a:pt x="1300" y="330"/>
                    <a:pt x="1274" y="344"/>
                    <a:pt x="1220" y="357"/>
                  </a:cubicBezTo>
                  <a:cubicBezTo>
                    <a:pt x="1154" y="371"/>
                    <a:pt x="1052" y="382"/>
                    <a:pt x="924" y="388"/>
                  </a:cubicBezTo>
                  <a:cubicBezTo>
                    <a:pt x="856" y="392"/>
                    <a:pt x="785" y="393"/>
                    <a:pt x="713" y="393"/>
                  </a:cubicBezTo>
                  <a:moveTo>
                    <a:pt x="18" y="29"/>
                  </a:moveTo>
                  <a:lnTo>
                    <a:pt x="15" y="297"/>
                  </a:lnTo>
                  <a:cubicBezTo>
                    <a:pt x="15" y="298"/>
                    <a:pt x="16" y="310"/>
                    <a:pt x="71" y="325"/>
                  </a:cubicBezTo>
                  <a:lnTo>
                    <a:pt x="75" y="326"/>
                  </a:lnTo>
                  <a:lnTo>
                    <a:pt x="83" y="329"/>
                  </a:lnTo>
                  <a:cubicBezTo>
                    <a:pt x="100" y="333"/>
                    <a:pt x="118" y="336"/>
                    <a:pt x="137" y="340"/>
                  </a:cubicBezTo>
                  <a:cubicBezTo>
                    <a:pt x="318" y="373"/>
                    <a:pt x="648" y="387"/>
                    <a:pt x="923" y="374"/>
                  </a:cubicBezTo>
                  <a:cubicBezTo>
                    <a:pt x="1050" y="368"/>
                    <a:pt x="1151" y="357"/>
                    <a:pt x="1216" y="342"/>
                  </a:cubicBezTo>
                  <a:cubicBezTo>
                    <a:pt x="1283" y="327"/>
                    <a:pt x="1286" y="314"/>
                    <a:pt x="1286" y="313"/>
                  </a:cubicBezTo>
                  <a:lnTo>
                    <a:pt x="1289" y="45"/>
                  </a:lnTo>
                  <a:lnTo>
                    <a:pt x="1289" y="45"/>
                  </a:lnTo>
                  <a:cubicBezTo>
                    <a:pt x="1288" y="45"/>
                    <a:pt x="1287" y="46"/>
                    <a:pt x="1286" y="46"/>
                  </a:cubicBezTo>
                  <a:cubicBezTo>
                    <a:pt x="1280" y="50"/>
                    <a:pt x="1273" y="53"/>
                    <a:pt x="1265" y="56"/>
                  </a:cubicBezTo>
                  <a:cubicBezTo>
                    <a:pt x="1263" y="56"/>
                    <a:pt x="1261" y="57"/>
                    <a:pt x="1259" y="58"/>
                  </a:cubicBezTo>
                  <a:cubicBezTo>
                    <a:pt x="1200" y="77"/>
                    <a:pt x="1082" y="92"/>
                    <a:pt x="927" y="99"/>
                  </a:cubicBezTo>
                  <a:cubicBezTo>
                    <a:pt x="606" y="114"/>
                    <a:pt x="222" y="92"/>
                    <a:pt x="70" y="50"/>
                  </a:cubicBezTo>
                  <a:lnTo>
                    <a:pt x="63" y="48"/>
                  </a:lnTo>
                  <a:cubicBezTo>
                    <a:pt x="58" y="46"/>
                    <a:pt x="54" y="45"/>
                    <a:pt x="49" y="43"/>
                  </a:cubicBezTo>
                  <a:cubicBezTo>
                    <a:pt x="45" y="42"/>
                    <a:pt x="40" y="40"/>
                    <a:pt x="37" y="39"/>
                  </a:cubicBezTo>
                  <a:lnTo>
                    <a:pt x="37" y="39"/>
                  </a:lnTo>
                  <a:cubicBezTo>
                    <a:pt x="36" y="38"/>
                    <a:pt x="35" y="38"/>
                    <a:pt x="34" y="38"/>
                  </a:cubicBezTo>
                  <a:lnTo>
                    <a:pt x="33" y="37"/>
                  </a:lnTo>
                  <a:cubicBezTo>
                    <a:pt x="30" y="36"/>
                    <a:pt x="28" y="35"/>
                    <a:pt x="26" y="34"/>
                  </a:cubicBezTo>
                  <a:cubicBezTo>
                    <a:pt x="25" y="33"/>
                    <a:pt x="24" y="33"/>
                    <a:pt x="22" y="32"/>
                  </a:cubicBezTo>
                  <a:cubicBezTo>
                    <a:pt x="21" y="32"/>
                    <a:pt x="20" y="30"/>
                    <a:pt x="19" y="29"/>
                  </a:cubicBezTo>
                  <a:lnTo>
                    <a:pt x="18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6"/>
            <p:cNvSpPr/>
            <p:nvPr/>
          </p:nvSpPr>
          <p:spPr>
            <a:xfrm>
              <a:off x="6447113" y="3310992"/>
              <a:ext cx="693765" cy="100251"/>
            </a:xfrm>
            <a:custGeom>
              <a:avLst/>
              <a:gdLst/>
              <a:ahLst/>
              <a:cxnLst/>
              <a:rect l="l" t="t" r="r" b="b"/>
              <a:pathLst>
                <a:path w="1301" h="188" extrusionOk="0">
                  <a:moveTo>
                    <a:pt x="712" y="187"/>
                  </a:moveTo>
                  <a:cubicBezTo>
                    <a:pt x="449" y="187"/>
                    <a:pt x="185" y="166"/>
                    <a:pt x="66" y="133"/>
                  </a:cubicBezTo>
                  <a:lnTo>
                    <a:pt x="59" y="131"/>
                  </a:lnTo>
                  <a:cubicBezTo>
                    <a:pt x="55" y="130"/>
                    <a:pt x="52" y="129"/>
                    <a:pt x="49" y="127"/>
                  </a:cubicBezTo>
                  <a:lnTo>
                    <a:pt x="45" y="126"/>
                  </a:lnTo>
                  <a:cubicBezTo>
                    <a:pt x="41" y="125"/>
                    <a:pt x="37" y="123"/>
                    <a:pt x="33" y="122"/>
                  </a:cubicBezTo>
                  <a:lnTo>
                    <a:pt x="33" y="122"/>
                  </a:lnTo>
                  <a:cubicBezTo>
                    <a:pt x="32" y="121"/>
                    <a:pt x="31" y="121"/>
                    <a:pt x="31" y="121"/>
                  </a:cubicBezTo>
                  <a:lnTo>
                    <a:pt x="29" y="120"/>
                  </a:lnTo>
                  <a:cubicBezTo>
                    <a:pt x="26" y="119"/>
                    <a:pt x="24" y="118"/>
                    <a:pt x="22" y="116"/>
                  </a:cubicBezTo>
                  <a:cubicBezTo>
                    <a:pt x="21" y="116"/>
                    <a:pt x="20" y="115"/>
                    <a:pt x="18" y="115"/>
                  </a:cubicBezTo>
                  <a:lnTo>
                    <a:pt x="18" y="115"/>
                  </a:lnTo>
                  <a:cubicBezTo>
                    <a:pt x="16" y="113"/>
                    <a:pt x="14" y="111"/>
                    <a:pt x="11" y="110"/>
                  </a:cubicBezTo>
                  <a:lnTo>
                    <a:pt x="11" y="110"/>
                  </a:lnTo>
                  <a:cubicBezTo>
                    <a:pt x="10" y="109"/>
                    <a:pt x="9" y="108"/>
                    <a:pt x="8" y="107"/>
                  </a:cubicBezTo>
                  <a:lnTo>
                    <a:pt x="8" y="107"/>
                  </a:lnTo>
                  <a:cubicBezTo>
                    <a:pt x="6" y="105"/>
                    <a:pt x="5" y="103"/>
                    <a:pt x="3" y="101"/>
                  </a:cubicBezTo>
                  <a:cubicBezTo>
                    <a:pt x="2" y="98"/>
                    <a:pt x="0" y="94"/>
                    <a:pt x="0" y="91"/>
                  </a:cubicBezTo>
                  <a:cubicBezTo>
                    <a:pt x="0" y="38"/>
                    <a:pt x="263" y="20"/>
                    <a:pt x="377" y="15"/>
                  </a:cubicBezTo>
                  <a:cubicBezTo>
                    <a:pt x="698" y="0"/>
                    <a:pt x="1083" y="22"/>
                    <a:pt x="1234" y="64"/>
                  </a:cubicBezTo>
                  <a:cubicBezTo>
                    <a:pt x="1279" y="77"/>
                    <a:pt x="1300" y="90"/>
                    <a:pt x="1300" y="107"/>
                  </a:cubicBezTo>
                  <a:lnTo>
                    <a:pt x="1300" y="107"/>
                  </a:lnTo>
                  <a:cubicBezTo>
                    <a:pt x="1300" y="119"/>
                    <a:pt x="1288" y="129"/>
                    <a:pt x="1261" y="139"/>
                  </a:cubicBezTo>
                  <a:cubicBezTo>
                    <a:pt x="1259" y="140"/>
                    <a:pt x="1257" y="140"/>
                    <a:pt x="1256" y="141"/>
                  </a:cubicBezTo>
                  <a:cubicBezTo>
                    <a:pt x="1197" y="160"/>
                    <a:pt x="1078" y="175"/>
                    <a:pt x="923" y="182"/>
                  </a:cubicBezTo>
                  <a:cubicBezTo>
                    <a:pt x="855" y="185"/>
                    <a:pt x="784" y="187"/>
                    <a:pt x="712" y="187"/>
                  </a:cubicBezTo>
                  <a:moveTo>
                    <a:pt x="588" y="25"/>
                  </a:moveTo>
                  <a:cubicBezTo>
                    <a:pt x="517" y="25"/>
                    <a:pt x="446" y="26"/>
                    <a:pt x="377" y="30"/>
                  </a:cubicBezTo>
                  <a:cubicBezTo>
                    <a:pt x="113" y="42"/>
                    <a:pt x="15" y="74"/>
                    <a:pt x="15" y="91"/>
                  </a:cubicBezTo>
                  <a:lnTo>
                    <a:pt x="15" y="91"/>
                  </a:lnTo>
                  <a:cubicBezTo>
                    <a:pt x="15" y="92"/>
                    <a:pt x="16" y="93"/>
                    <a:pt x="16" y="94"/>
                  </a:cubicBezTo>
                  <a:cubicBezTo>
                    <a:pt x="17" y="95"/>
                    <a:pt x="17" y="96"/>
                    <a:pt x="18" y="96"/>
                  </a:cubicBezTo>
                  <a:lnTo>
                    <a:pt x="18" y="96"/>
                  </a:lnTo>
                  <a:cubicBezTo>
                    <a:pt x="19" y="97"/>
                    <a:pt x="20" y="98"/>
                    <a:pt x="20" y="98"/>
                  </a:cubicBezTo>
                  <a:lnTo>
                    <a:pt x="20" y="98"/>
                  </a:lnTo>
                  <a:cubicBezTo>
                    <a:pt x="22" y="100"/>
                    <a:pt x="24" y="101"/>
                    <a:pt x="26" y="102"/>
                  </a:cubicBezTo>
                  <a:cubicBezTo>
                    <a:pt x="27" y="103"/>
                    <a:pt x="28" y="103"/>
                    <a:pt x="29" y="103"/>
                  </a:cubicBezTo>
                  <a:cubicBezTo>
                    <a:pt x="31" y="105"/>
                    <a:pt x="33" y="106"/>
                    <a:pt x="35" y="107"/>
                  </a:cubicBezTo>
                  <a:lnTo>
                    <a:pt x="37" y="107"/>
                  </a:lnTo>
                  <a:cubicBezTo>
                    <a:pt x="37" y="108"/>
                    <a:pt x="38" y="108"/>
                    <a:pt x="38" y="108"/>
                  </a:cubicBezTo>
                  <a:cubicBezTo>
                    <a:pt x="42" y="110"/>
                    <a:pt x="46" y="111"/>
                    <a:pt x="50" y="112"/>
                  </a:cubicBezTo>
                  <a:lnTo>
                    <a:pt x="53" y="113"/>
                  </a:lnTo>
                  <a:lnTo>
                    <a:pt x="63" y="116"/>
                  </a:lnTo>
                  <a:lnTo>
                    <a:pt x="70" y="119"/>
                  </a:lnTo>
                  <a:cubicBezTo>
                    <a:pt x="220" y="161"/>
                    <a:pt x="603" y="182"/>
                    <a:pt x="923" y="167"/>
                  </a:cubicBezTo>
                  <a:cubicBezTo>
                    <a:pt x="1076" y="160"/>
                    <a:pt x="1193" y="146"/>
                    <a:pt x="1251" y="126"/>
                  </a:cubicBezTo>
                  <a:cubicBezTo>
                    <a:pt x="1253" y="126"/>
                    <a:pt x="1255" y="125"/>
                    <a:pt x="1256" y="125"/>
                  </a:cubicBezTo>
                  <a:cubicBezTo>
                    <a:pt x="1284" y="114"/>
                    <a:pt x="1285" y="107"/>
                    <a:pt x="1285" y="106"/>
                  </a:cubicBezTo>
                  <a:cubicBezTo>
                    <a:pt x="1285" y="105"/>
                    <a:pt x="1284" y="93"/>
                    <a:pt x="1230" y="78"/>
                  </a:cubicBezTo>
                  <a:cubicBezTo>
                    <a:pt x="1112" y="45"/>
                    <a:pt x="850" y="25"/>
                    <a:pt x="588" y="25"/>
                  </a:cubicBezTo>
                  <a:moveTo>
                    <a:pt x="1293" y="106"/>
                  </a:moveTo>
                  <a:lnTo>
                    <a:pt x="1293" y="1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6"/>
            <p:cNvSpPr/>
            <p:nvPr/>
          </p:nvSpPr>
          <p:spPr>
            <a:xfrm>
              <a:off x="6788930" y="3402711"/>
              <a:ext cx="8532" cy="162642"/>
            </a:xfrm>
            <a:custGeom>
              <a:avLst/>
              <a:gdLst/>
              <a:ahLst/>
              <a:cxnLst/>
              <a:rect l="l" t="t" r="r" b="b"/>
              <a:pathLst>
                <a:path w="16" h="305" extrusionOk="0">
                  <a:moveTo>
                    <a:pt x="7" y="304"/>
                  </a:moveTo>
                  <a:lnTo>
                    <a:pt x="7" y="304"/>
                  </a:lnTo>
                  <a:lnTo>
                    <a:pt x="7" y="304"/>
                  </a:lnTo>
                  <a:cubicBezTo>
                    <a:pt x="6" y="304"/>
                    <a:pt x="6" y="304"/>
                    <a:pt x="4" y="303"/>
                  </a:cubicBezTo>
                  <a:cubicBezTo>
                    <a:pt x="3" y="303"/>
                    <a:pt x="2" y="303"/>
                    <a:pt x="1" y="301"/>
                  </a:cubicBezTo>
                  <a:cubicBezTo>
                    <a:pt x="0" y="300"/>
                    <a:pt x="0" y="298"/>
                    <a:pt x="0" y="297"/>
                  </a:cubicBezTo>
                  <a:lnTo>
                    <a:pt x="0" y="297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8"/>
                  </a:cubicBezTo>
                  <a:lnTo>
                    <a:pt x="15" y="8"/>
                  </a:lnTo>
                  <a:lnTo>
                    <a:pt x="15" y="297"/>
                  </a:lnTo>
                  <a:lnTo>
                    <a:pt x="15" y="297"/>
                  </a:lnTo>
                  <a:lnTo>
                    <a:pt x="15" y="297"/>
                  </a:lnTo>
                  <a:cubicBezTo>
                    <a:pt x="15" y="298"/>
                    <a:pt x="15" y="300"/>
                    <a:pt x="14" y="301"/>
                  </a:cubicBezTo>
                  <a:cubicBezTo>
                    <a:pt x="14" y="303"/>
                    <a:pt x="13" y="303"/>
                    <a:pt x="11" y="303"/>
                  </a:cubicBezTo>
                  <a:cubicBezTo>
                    <a:pt x="10" y="304"/>
                    <a:pt x="9" y="304"/>
                    <a:pt x="7" y="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6"/>
            <p:cNvSpPr/>
            <p:nvPr/>
          </p:nvSpPr>
          <p:spPr>
            <a:xfrm>
              <a:off x="6616688" y="3394713"/>
              <a:ext cx="8532" cy="163175"/>
            </a:xfrm>
            <a:custGeom>
              <a:avLst/>
              <a:gdLst/>
              <a:ahLst/>
              <a:cxnLst/>
              <a:rect l="l" t="t" r="r" b="b"/>
              <a:pathLst>
                <a:path w="16" h="306" extrusionOk="0">
                  <a:moveTo>
                    <a:pt x="8" y="305"/>
                  </a:moveTo>
                  <a:lnTo>
                    <a:pt x="8" y="305"/>
                  </a:lnTo>
                  <a:lnTo>
                    <a:pt x="8" y="305"/>
                  </a:lnTo>
                  <a:cubicBezTo>
                    <a:pt x="6" y="305"/>
                    <a:pt x="6" y="305"/>
                    <a:pt x="4" y="304"/>
                  </a:cubicBezTo>
                  <a:cubicBezTo>
                    <a:pt x="3" y="304"/>
                    <a:pt x="2" y="302"/>
                    <a:pt x="1" y="301"/>
                  </a:cubicBezTo>
                  <a:cubicBezTo>
                    <a:pt x="1" y="300"/>
                    <a:pt x="0" y="299"/>
                    <a:pt x="0" y="297"/>
                  </a:cubicBezTo>
                  <a:lnTo>
                    <a:pt x="0" y="29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7" y="0"/>
                    <a:pt x="8" y="0"/>
                  </a:cubicBezTo>
                  <a:cubicBezTo>
                    <a:pt x="10" y="0"/>
                    <a:pt x="10" y="0"/>
                    <a:pt x="11" y="1"/>
                  </a:cubicBezTo>
                  <a:cubicBezTo>
                    <a:pt x="13" y="2"/>
                    <a:pt x="13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7"/>
                  </a:lnTo>
                  <a:lnTo>
                    <a:pt x="15" y="297"/>
                  </a:lnTo>
                  <a:lnTo>
                    <a:pt x="15" y="297"/>
                  </a:lnTo>
                  <a:lnTo>
                    <a:pt x="15" y="298"/>
                  </a:lnTo>
                  <a:cubicBezTo>
                    <a:pt x="15" y="299"/>
                    <a:pt x="15" y="300"/>
                    <a:pt x="14" y="301"/>
                  </a:cubicBezTo>
                  <a:cubicBezTo>
                    <a:pt x="13" y="302"/>
                    <a:pt x="13" y="304"/>
                    <a:pt x="11" y="304"/>
                  </a:cubicBezTo>
                  <a:cubicBezTo>
                    <a:pt x="10" y="305"/>
                    <a:pt x="9" y="305"/>
                    <a:pt x="8" y="3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6"/>
            <p:cNvSpPr/>
            <p:nvPr/>
          </p:nvSpPr>
          <p:spPr>
            <a:xfrm>
              <a:off x="6704142" y="3400045"/>
              <a:ext cx="7999" cy="162642"/>
            </a:xfrm>
            <a:custGeom>
              <a:avLst/>
              <a:gdLst/>
              <a:ahLst/>
              <a:cxnLst/>
              <a:rect l="l" t="t" r="r" b="b"/>
              <a:pathLst>
                <a:path w="15" h="305" extrusionOk="0">
                  <a:moveTo>
                    <a:pt x="7" y="304"/>
                  </a:moveTo>
                  <a:lnTo>
                    <a:pt x="7" y="304"/>
                  </a:lnTo>
                  <a:lnTo>
                    <a:pt x="7" y="304"/>
                  </a:lnTo>
                  <a:cubicBezTo>
                    <a:pt x="6" y="304"/>
                    <a:pt x="5" y="304"/>
                    <a:pt x="3" y="303"/>
                  </a:cubicBezTo>
                  <a:cubicBezTo>
                    <a:pt x="2" y="303"/>
                    <a:pt x="2" y="302"/>
                    <a:pt x="1" y="301"/>
                  </a:cubicBezTo>
                  <a:cubicBezTo>
                    <a:pt x="1" y="300"/>
                    <a:pt x="0" y="298"/>
                    <a:pt x="0" y="297"/>
                  </a:cubicBezTo>
                  <a:lnTo>
                    <a:pt x="0" y="297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8" y="0"/>
                    <a:pt x="10" y="1"/>
                    <a:pt x="11" y="1"/>
                  </a:cubicBezTo>
                  <a:cubicBezTo>
                    <a:pt x="13" y="2"/>
                    <a:pt x="13" y="3"/>
                    <a:pt x="13" y="4"/>
                  </a:cubicBezTo>
                  <a:cubicBezTo>
                    <a:pt x="14" y="5"/>
                    <a:pt x="14" y="6"/>
                    <a:pt x="14" y="8"/>
                  </a:cubicBezTo>
                  <a:lnTo>
                    <a:pt x="14" y="8"/>
                  </a:lnTo>
                  <a:lnTo>
                    <a:pt x="14" y="297"/>
                  </a:lnTo>
                  <a:lnTo>
                    <a:pt x="14" y="297"/>
                  </a:lnTo>
                  <a:lnTo>
                    <a:pt x="14" y="297"/>
                  </a:lnTo>
                  <a:cubicBezTo>
                    <a:pt x="14" y="298"/>
                    <a:pt x="14" y="300"/>
                    <a:pt x="13" y="301"/>
                  </a:cubicBezTo>
                  <a:cubicBezTo>
                    <a:pt x="13" y="302"/>
                    <a:pt x="13" y="303"/>
                    <a:pt x="11" y="303"/>
                  </a:cubicBezTo>
                  <a:cubicBezTo>
                    <a:pt x="10" y="304"/>
                    <a:pt x="8" y="304"/>
                    <a:pt x="7" y="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6"/>
            <p:cNvSpPr/>
            <p:nvPr/>
          </p:nvSpPr>
          <p:spPr>
            <a:xfrm>
              <a:off x="6539366" y="3386181"/>
              <a:ext cx="8532" cy="162642"/>
            </a:xfrm>
            <a:custGeom>
              <a:avLst/>
              <a:gdLst/>
              <a:ahLst/>
              <a:cxnLst/>
              <a:rect l="l" t="t" r="r" b="b"/>
              <a:pathLst>
                <a:path w="16" h="305" extrusionOk="0">
                  <a:moveTo>
                    <a:pt x="7" y="304"/>
                  </a:moveTo>
                  <a:lnTo>
                    <a:pt x="7" y="304"/>
                  </a:lnTo>
                  <a:cubicBezTo>
                    <a:pt x="6" y="304"/>
                    <a:pt x="5" y="304"/>
                    <a:pt x="4" y="303"/>
                  </a:cubicBezTo>
                  <a:cubicBezTo>
                    <a:pt x="3" y="302"/>
                    <a:pt x="2" y="301"/>
                    <a:pt x="1" y="300"/>
                  </a:cubicBezTo>
                  <a:cubicBezTo>
                    <a:pt x="0" y="299"/>
                    <a:pt x="0" y="298"/>
                    <a:pt x="0" y="297"/>
                  </a:cubicBezTo>
                  <a:lnTo>
                    <a:pt x="0" y="29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296"/>
                  </a:lnTo>
                  <a:lnTo>
                    <a:pt x="15" y="296"/>
                  </a:lnTo>
                  <a:lnTo>
                    <a:pt x="15" y="297"/>
                  </a:lnTo>
                  <a:cubicBezTo>
                    <a:pt x="15" y="298"/>
                    <a:pt x="15" y="299"/>
                    <a:pt x="14" y="300"/>
                  </a:cubicBezTo>
                  <a:cubicBezTo>
                    <a:pt x="14" y="301"/>
                    <a:pt x="12" y="302"/>
                    <a:pt x="11" y="303"/>
                  </a:cubicBezTo>
                  <a:cubicBezTo>
                    <a:pt x="10" y="304"/>
                    <a:pt x="9" y="304"/>
                    <a:pt x="7" y="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6"/>
            <p:cNvSpPr/>
            <p:nvPr/>
          </p:nvSpPr>
          <p:spPr>
            <a:xfrm>
              <a:off x="6959571" y="3400045"/>
              <a:ext cx="8532" cy="161042"/>
            </a:xfrm>
            <a:custGeom>
              <a:avLst/>
              <a:gdLst/>
              <a:ahLst/>
              <a:cxnLst/>
              <a:rect l="l" t="t" r="r" b="b"/>
              <a:pathLst>
                <a:path w="16" h="302" extrusionOk="0">
                  <a:moveTo>
                    <a:pt x="7" y="301"/>
                  </a:moveTo>
                  <a:lnTo>
                    <a:pt x="7" y="301"/>
                  </a:lnTo>
                  <a:lnTo>
                    <a:pt x="7" y="301"/>
                  </a:lnTo>
                  <a:cubicBezTo>
                    <a:pt x="6" y="301"/>
                    <a:pt x="6" y="301"/>
                    <a:pt x="4" y="300"/>
                  </a:cubicBezTo>
                  <a:cubicBezTo>
                    <a:pt x="3" y="300"/>
                    <a:pt x="2" y="298"/>
                    <a:pt x="1" y="297"/>
                  </a:cubicBezTo>
                  <a:cubicBezTo>
                    <a:pt x="0" y="296"/>
                    <a:pt x="0" y="295"/>
                    <a:pt x="0" y="293"/>
                  </a:cubicBezTo>
                  <a:lnTo>
                    <a:pt x="0" y="293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9" y="0"/>
                    <a:pt x="10" y="0"/>
                    <a:pt x="11" y="1"/>
                  </a:cubicBezTo>
                  <a:cubicBezTo>
                    <a:pt x="12" y="2"/>
                    <a:pt x="14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293"/>
                  </a:lnTo>
                  <a:lnTo>
                    <a:pt x="15" y="293"/>
                  </a:lnTo>
                  <a:lnTo>
                    <a:pt x="15" y="293"/>
                  </a:lnTo>
                  <a:cubicBezTo>
                    <a:pt x="15" y="295"/>
                    <a:pt x="15" y="296"/>
                    <a:pt x="14" y="297"/>
                  </a:cubicBezTo>
                  <a:cubicBezTo>
                    <a:pt x="14" y="298"/>
                    <a:pt x="13" y="300"/>
                    <a:pt x="11" y="300"/>
                  </a:cubicBezTo>
                  <a:cubicBezTo>
                    <a:pt x="10" y="301"/>
                    <a:pt x="9" y="301"/>
                    <a:pt x="7" y="3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6"/>
            <p:cNvSpPr/>
            <p:nvPr/>
          </p:nvSpPr>
          <p:spPr>
            <a:xfrm>
              <a:off x="6872651" y="3402178"/>
              <a:ext cx="7999" cy="163175"/>
            </a:xfrm>
            <a:custGeom>
              <a:avLst/>
              <a:gdLst/>
              <a:ahLst/>
              <a:cxnLst/>
              <a:rect l="l" t="t" r="r" b="b"/>
              <a:pathLst>
                <a:path w="15" h="306" extrusionOk="0">
                  <a:moveTo>
                    <a:pt x="7" y="304"/>
                  </a:moveTo>
                  <a:lnTo>
                    <a:pt x="7" y="304"/>
                  </a:lnTo>
                  <a:lnTo>
                    <a:pt x="7" y="304"/>
                  </a:lnTo>
                  <a:cubicBezTo>
                    <a:pt x="6" y="304"/>
                    <a:pt x="4" y="304"/>
                    <a:pt x="3" y="303"/>
                  </a:cubicBezTo>
                  <a:cubicBezTo>
                    <a:pt x="2" y="302"/>
                    <a:pt x="2" y="302"/>
                    <a:pt x="1" y="300"/>
                  </a:cubicBezTo>
                  <a:cubicBezTo>
                    <a:pt x="1" y="299"/>
                    <a:pt x="0" y="298"/>
                    <a:pt x="0" y="297"/>
                  </a:cubicBezTo>
                  <a:lnTo>
                    <a:pt x="0" y="297"/>
                  </a:lnTo>
                  <a:lnTo>
                    <a:pt x="0" y="8"/>
                  </a:lnTo>
                  <a:lnTo>
                    <a:pt x="0" y="8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8" y="0"/>
                    <a:pt x="10" y="1"/>
                    <a:pt x="11" y="1"/>
                  </a:cubicBezTo>
                  <a:cubicBezTo>
                    <a:pt x="13" y="2"/>
                    <a:pt x="13" y="3"/>
                    <a:pt x="13" y="4"/>
                  </a:cubicBezTo>
                  <a:cubicBezTo>
                    <a:pt x="14" y="5"/>
                    <a:pt x="14" y="6"/>
                    <a:pt x="14" y="8"/>
                  </a:cubicBezTo>
                  <a:lnTo>
                    <a:pt x="14" y="8"/>
                  </a:lnTo>
                  <a:lnTo>
                    <a:pt x="14" y="297"/>
                  </a:lnTo>
                  <a:lnTo>
                    <a:pt x="14" y="297"/>
                  </a:lnTo>
                  <a:cubicBezTo>
                    <a:pt x="14" y="298"/>
                    <a:pt x="14" y="299"/>
                    <a:pt x="13" y="300"/>
                  </a:cubicBezTo>
                  <a:cubicBezTo>
                    <a:pt x="13" y="302"/>
                    <a:pt x="13" y="303"/>
                    <a:pt x="11" y="303"/>
                  </a:cubicBezTo>
                  <a:cubicBezTo>
                    <a:pt x="10" y="305"/>
                    <a:pt x="8" y="304"/>
                    <a:pt x="7" y="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6"/>
            <p:cNvSpPr/>
            <p:nvPr/>
          </p:nvSpPr>
          <p:spPr>
            <a:xfrm>
              <a:off x="6660948" y="3342987"/>
              <a:ext cx="244231" cy="34128"/>
            </a:xfrm>
            <a:custGeom>
              <a:avLst/>
              <a:gdLst/>
              <a:ahLst/>
              <a:cxnLst/>
              <a:rect l="l" t="t" r="r" b="b"/>
              <a:pathLst>
                <a:path w="458" h="64" extrusionOk="0">
                  <a:moveTo>
                    <a:pt x="228" y="63"/>
                  </a:moveTo>
                  <a:lnTo>
                    <a:pt x="0" y="63"/>
                  </a:lnTo>
                  <a:lnTo>
                    <a:pt x="0" y="0"/>
                  </a:lnTo>
                  <a:lnTo>
                    <a:pt x="457" y="0"/>
                  </a:lnTo>
                  <a:lnTo>
                    <a:pt x="457" y="63"/>
                  </a:lnTo>
                  <a:lnTo>
                    <a:pt x="228" y="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556" name="Google Shape;1556;p26"/>
            <p:cNvSpPr/>
            <p:nvPr/>
          </p:nvSpPr>
          <p:spPr>
            <a:xfrm>
              <a:off x="6393254" y="4345502"/>
              <a:ext cx="460199" cy="345548"/>
            </a:xfrm>
            <a:custGeom>
              <a:avLst/>
              <a:gdLst/>
              <a:ahLst/>
              <a:cxnLst/>
              <a:rect l="l" t="t" r="r" b="b"/>
              <a:pathLst>
                <a:path w="863" h="648" extrusionOk="0">
                  <a:moveTo>
                    <a:pt x="74" y="647"/>
                  </a:moveTo>
                  <a:lnTo>
                    <a:pt x="42" y="585"/>
                  </a:lnTo>
                  <a:cubicBezTo>
                    <a:pt x="0" y="506"/>
                    <a:pt x="8" y="401"/>
                    <a:pt x="76" y="296"/>
                  </a:cubicBezTo>
                  <a:cubicBezTo>
                    <a:pt x="195" y="113"/>
                    <a:pt x="453" y="0"/>
                    <a:pt x="652" y="45"/>
                  </a:cubicBezTo>
                  <a:cubicBezTo>
                    <a:pt x="737" y="65"/>
                    <a:pt x="798" y="110"/>
                    <a:pt x="829" y="171"/>
                  </a:cubicBezTo>
                  <a:lnTo>
                    <a:pt x="862" y="233"/>
                  </a:lnTo>
                  <a:cubicBezTo>
                    <a:pt x="830" y="173"/>
                    <a:pt x="770" y="127"/>
                    <a:pt x="684" y="107"/>
                  </a:cubicBezTo>
                  <a:cubicBezTo>
                    <a:pt x="486" y="62"/>
                    <a:pt x="228" y="175"/>
                    <a:pt x="109" y="358"/>
                  </a:cubicBezTo>
                  <a:cubicBezTo>
                    <a:pt x="41" y="463"/>
                    <a:pt x="32" y="568"/>
                    <a:pt x="74" y="6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6"/>
            <p:cNvSpPr/>
            <p:nvPr/>
          </p:nvSpPr>
          <p:spPr>
            <a:xfrm>
              <a:off x="6387922" y="4378564"/>
              <a:ext cx="510858" cy="403672"/>
            </a:xfrm>
            <a:custGeom>
              <a:avLst/>
              <a:gdLst/>
              <a:ahLst/>
              <a:cxnLst/>
              <a:rect l="l" t="t" r="r" b="b"/>
              <a:pathLst>
                <a:path w="958" h="757" extrusionOk="0">
                  <a:moveTo>
                    <a:pt x="838" y="460"/>
                  </a:moveTo>
                  <a:cubicBezTo>
                    <a:pt x="718" y="643"/>
                    <a:pt x="460" y="756"/>
                    <a:pt x="262" y="711"/>
                  </a:cubicBezTo>
                  <a:cubicBezTo>
                    <a:pt x="64" y="666"/>
                    <a:pt x="0" y="480"/>
                    <a:pt x="119" y="296"/>
                  </a:cubicBezTo>
                  <a:cubicBezTo>
                    <a:pt x="239" y="113"/>
                    <a:pt x="496" y="0"/>
                    <a:pt x="694" y="45"/>
                  </a:cubicBezTo>
                  <a:cubicBezTo>
                    <a:pt x="892" y="91"/>
                    <a:pt x="957" y="276"/>
                    <a:pt x="838" y="460"/>
                  </a:cubicBezTo>
                  <a:moveTo>
                    <a:pt x="187" y="312"/>
                  </a:moveTo>
                  <a:cubicBezTo>
                    <a:pt x="90" y="460"/>
                    <a:pt x="142" y="612"/>
                    <a:pt x="303" y="648"/>
                  </a:cubicBezTo>
                  <a:cubicBezTo>
                    <a:pt x="464" y="685"/>
                    <a:pt x="674" y="593"/>
                    <a:pt x="770" y="444"/>
                  </a:cubicBezTo>
                  <a:cubicBezTo>
                    <a:pt x="867" y="296"/>
                    <a:pt x="814" y="145"/>
                    <a:pt x="653" y="108"/>
                  </a:cubicBezTo>
                  <a:cubicBezTo>
                    <a:pt x="493" y="72"/>
                    <a:pt x="283" y="163"/>
                    <a:pt x="187" y="3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6"/>
            <p:cNvSpPr/>
            <p:nvPr/>
          </p:nvSpPr>
          <p:spPr>
            <a:xfrm>
              <a:off x="6436448" y="4416958"/>
              <a:ext cx="413806" cy="327417"/>
            </a:xfrm>
            <a:custGeom>
              <a:avLst/>
              <a:gdLst/>
              <a:ahLst/>
              <a:cxnLst/>
              <a:rect l="l" t="t" r="r" b="b"/>
              <a:pathLst>
                <a:path w="776" h="614" extrusionOk="0">
                  <a:moveTo>
                    <a:pt x="679" y="372"/>
                  </a:moveTo>
                  <a:cubicBezTo>
                    <a:pt x="582" y="521"/>
                    <a:pt x="373" y="613"/>
                    <a:pt x="212" y="576"/>
                  </a:cubicBezTo>
                  <a:cubicBezTo>
                    <a:pt x="51" y="539"/>
                    <a:pt x="0" y="389"/>
                    <a:pt x="96" y="240"/>
                  </a:cubicBezTo>
                  <a:cubicBezTo>
                    <a:pt x="193" y="92"/>
                    <a:pt x="402" y="0"/>
                    <a:pt x="562" y="36"/>
                  </a:cubicBezTo>
                  <a:cubicBezTo>
                    <a:pt x="723" y="73"/>
                    <a:pt x="775" y="224"/>
                    <a:pt x="679" y="37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6"/>
            <p:cNvSpPr/>
            <p:nvPr/>
          </p:nvSpPr>
          <p:spPr>
            <a:xfrm>
              <a:off x="6387922" y="4341769"/>
              <a:ext cx="469264" cy="353013"/>
            </a:xfrm>
            <a:custGeom>
              <a:avLst/>
              <a:gdLst/>
              <a:ahLst/>
              <a:cxnLst/>
              <a:rect l="l" t="t" r="r" b="b"/>
              <a:pathLst>
                <a:path w="880" h="662" extrusionOk="0">
                  <a:moveTo>
                    <a:pt x="84" y="661"/>
                  </a:moveTo>
                  <a:lnTo>
                    <a:pt x="84" y="661"/>
                  </a:lnTo>
                  <a:lnTo>
                    <a:pt x="84" y="661"/>
                  </a:lnTo>
                  <a:cubicBezTo>
                    <a:pt x="83" y="661"/>
                    <a:pt x="83" y="661"/>
                    <a:pt x="81" y="660"/>
                  </a:cubicBezTo>
                  <a:cubicBezTo>
                    <a:pt x="80" y="660"/>
                    <a:pt x="79" y="659"/>
                    <a:pt x="78" y="658"/>
                  </a:cubicBezTo>
                  <a:lnTo>
                    <a:pt x="78" y="657"/>
                  </a:lnTo>
                  <a:lnTo>
                    <a:pt x="78" y="657"/>
                  </a:lnTo>
                  <a:lnTo>
                    <a:pt x="45" y="596"/>
                  </a:lnTo>
                  <a:cubicBezTo>
                    <a:pt x="0" y="510"/>
                    <a:pt x="13" y="402"/>
                    <a:pt x="80" y="299"/>
                  </a:cubicBezTo>
                  <a:cubicBezTo>
                    <a:pt x="201" y="113"/>
                    <a:pt x="462" y="0"/>
                    <a:pt x="663" y="45"/>
                  </a:cubicBezTo>
                  <a:cubicBezTo>
                    <a:pt x="747" y="64"/>
                    <a:pt x="812" y="110"/>
                    <a:pt x="846" y="174"/>
                  </a:cubicBezTo>
                  <a:lnTo>
                    <a:pt x="879" y="236"/>
                  </a:lnTo>
                  <a:lnTo>
                    <a:pt x="879" y="236"/>
                  </a:lnTo>
                  <a:cubicBezTo>
                    <a:pt x="879" y="237"/>
                    <a:pt x="879" y="239"/>
                    <a:pt x="879" y="240"/>
                  </a:cubicBezTo>
                  <a:cubicBezTo>
                    <a:pt x="879" y="241"/>
                    <a:pt x="879" y="242"/>
                    <a:pt x="878" y="243"/>
                  </a:cubicBezTo>
                  <a:cubicBezTo>
                    <a:pt x="878" y="244"/>
                    <a:pt x="878" y="245"/>
                    <a:pt x="876" y="246"/>
                  </a:cubicBezTo>
                  <a:cubicBezTo>
                    <a:pt x="875" y="247"/>
                    <a:pt x="873" y="247"/>
                    <a:pt x="872" y="247"/>
                  </a:cubicBezTo>
                  <a:cubicBezTo>
                    <a:pt x="871" y="247"/>
                    <a:pt x="869" y="247"/>
                    <a:pt x="868" y="246"/>
                  </a:cubicBezTo>
                  <a:cubicBezTo>
                    <a:pt x="867" y="245"/>
                    <a:pt x="866" y="244"/>
                    <a:pt x="866" y="243"/>
                  </a:cubicBezTo>
                  <a:lnTo>
                    <a:pt x="866" y="243"/>
                  </a:lnTo>
                  <a:cubicBezTo>
                    <a:pt x="834" y="183"/>
                    <a:pt x="772" y="140"/>
                    <a:pt x="693" y="122"/>
                  </a:cubicBezTo>
                  <a:cubicBezTo>
                    <a:pt x="497" y="77"/>
                    <a:pt x="242" y="188"/>
                    <a:pt x="125" y="369"/>
                  </a:cubicBezTo>
                  <a:cubicBezTo>
                    <a:pt x="61" y="468"/>
                    <a:pt x="49" y="570"/>
                    <a:pt x="91" y="651"/>
                  </a:cubicBezTo>
                  <a:lnTo>
                    <a:pt x="91" y="651"/>
                  </a:lnTo>
                  <a:lnTo>
                    <a:pt x="91" y="651"/>
                  </a:lnTo>
                  <a:cubicBezTo>
                    <a:pt x="91" y="652"/>
                    <a:pt x="92" y="653"/>
                    <a:pt x="92" y="654"/>
                  </a:cubicBezTo>
                  <a:cubicBezTo>
                    <a:pt x="92" y="656"/>
                    <a:pt x="92" y="657"/>
                    <a:pt x="91" y="658"/>
                  </a:cubicBezTo>
                  <a:cubicBezTo>
                    <a:pt x="91" y="659"/>
                    <a:pt x="89" y="660"/>
                    <a:pt x="88" y="661"/>
                  </a:cubicBezTo>
                  <a:lnTo>
                    <a:pt x="88" y="661"/>
                  </a:lnTo>
                  <a:lnTo>
                    <a:pt x="88" y="661"/>
                  </a:lnTo>
                  <a:cubicBezTo>
                    <a:pt x="87" y="661"/>
                    <a:pt x="86" y="661"/>
                    <a:pt x="85" y="661"/>
                  </a:cubicBezTo>
                  <a:lnTo>
                    <a:pt x="84" y="661"/>
                  </a:lnTo>
                  <a:moveTo>
                    <a:pt x="569" y="50"/>
                  </a:moveTo>
                  <a:cubicBezTo>
                    <a:pt x="392" y="50"/>
                    <a:pt x="192" y="153"/>
                    <a:pt x="92" y="307"/>
                  </a:cubicBezTo>
                  <a:cubicBezTo>
                    <a:pt x="31" y="401"/>
                    <a:pt x="17" y="500"/>
                    <a:pt x="53" y="579"/>
                  </a:cubicBezTo>
                  <a:cubicBezTo>
                    <a:pt x="45" y="510"/>
                    <a:pt x="65" y="435"/>
                    <a:pt x="113" y="361"/>
                  </a:cubicBezTo>
                  <a:cubicBezTo>
                    <a:pt x="233" y="175"/>
                    <a:pt x="495" y="61"/>
                    <a:pt x="696" y="107"/>
                  </a:cubicBezTo>
                  <a:cubicBezTo>
                    <a:pt x="748" y="119"/>
                    <a:pt x="793" y="141"/>
                    <a:pt x="828" y="172"/>
                  </a:cubicBezTo>
                  <a:cubicBezTo>
                    <a:pt x="795" y="117"/>
                    <a:pt x="736" y="77"/>
                    <a:pt x="660" y="59"/>
                  </a:cubicBezTo>
                  <a:lnTo>
                    <a:pt x="660" y="59"/>
                  </a:lnTo>
                  <a:cubicBezTo>
                    <a:pt x="631" y="53"/>
                    <a:pt x="601" y="50"/>
                    <a:pt x="572" y="50"/>
                  </a:cubicBezTo>
                  <a:cubicBezTo>
                    <a:pt x="571" y="50"/>
                    <a:pt x="570" y="50"/>
                    <a:pt x="569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6"/>
            <p:cNvSpPr/>
            <p:nvPr/>
          </p:nvSpPr>
          <p:spPr>
            <a:xfrm>
              <a:off x="6407119" y="4374831"/>
              <a:ext cx="472464" cy="403139"/>
            </a:xfrm>
            <a:custGeom>
              <a:avLst/>
              <a:gdLst/>
              <a:ahLst/>
              <a:cxnLst/>
              <a:rect l="l" t="t" r="r" b="b"/>
              <a:pathLst>
                <a:path w="886" h="756" extrusionOk="0">
                  <a:moveTo>
                    <a:pt x="318" y="735"/>
                  </a:moveTo>
                  <a:lnTo>
                    <a:pt x="318" y="735"/>
                  </a:lnTo>
                  <a:cubicBezTo>
                    <a:pt x="317" y="735"/>
                    <a:pt x="317" y="735"/>
                    <a:pt x="316" y="735"/>
                  </a:cubicBezTo>
                  <a:cubicBezTo>
                    <a:pt x="285" y="735"/>
                    <a:pt x="255" y="732"/>
                    <a:pt x="225" y="725"/>
                  </a:cubicBezTo>
                  <a:cubicBezTo>
                    <a:pt x="131" y="704"/>
                    <a:pt x="63" y="651"/>
                    <a:pt x="33" y="576"/>
                  </a:cubicBezTo>
                  <a:cubicBezTo>
                    <a:pt x="0" y="494"/>
                    <a:pt x="16" y="393"/>
                    <a:pt x="77" y="299"/>
                  </a:cubicBezTo>
                  <a:cubicBezTo>
                    <a:pt x="197" y="114"/>
                    <a:pt x="459" y="0"/>
                    <a:pt x="660" y="45"/>
                  </a:cubicBezTo>
                  <a:cubicBezTo>
                    <a:pt x="753" y="67"/>
                    <a:pt x="821" y="119"/>
                    <a:pt x="852" y="194"/>
                  </a:cubicBezTo>
                  <a:cubicBezTo>
                    <a:pt x="885" y="276"/>
                    <a:pt x="869" y="377"/>
                    <a:pt x="808" y="471"/>
                  </a:cubicBezTo>
                  <a:lnTo>
                    <a:pt x="808" y="471"/>
                  </a:lnTo>
                  <a:cubicBezTo>
                    <a:pt x="705" y="629"/>
                    <a:pt x="500" y="735"/>
                    <a:pt x="318" y="735"/>
                  </a:cubicBezTo>
                  <a:moveTo>
                    <a:pt x="566" y="50"/>
                  </a:moveTo>
                  <a:cubicBezTo>
                    <a:pt x="388" y="50"/>
                    <a:pt x="189" y="153"/>
                    <a:pt x="89" y="307"/>
                  </a:cubicBezTo>
                  <a:cubicBezTo>
                    <a:pt x="30" y="397"/>
                    <a:pt x="15" y="493"/>
                    <a:pt x="46" y="570"/>
                  </a:cubicBezTo>
                  <a:cubicBezTo>
                    <a:pt x="75" y="640"/>
                    <a:pt x="139" y="690"/>
                    <a:pt x="228" y="710"/>
                  </a:cubicBezTo>
                  <a:cubicBezTo>
                    <a:pt x="423" y="755"/>
                    <a:pt x="678" y="644"/>
                    <a:pt x="796" y="463"/>
                  </a:cubicBezTo>
                  <a:lnTo>
                    <a:pt x="796" y="463"/>
                  </a:lnTo>
                  <a:cubicBezTo>
                    <a:pt x="854" y="373"/>
                    <a:pt x="870" y="277"/>
                    <a:pt x="838" y="200"/>
                  </a:cubicBezTo>
                  <a:cubicBezTo>
                    <a:pt x="810" y="129"/>
                    <a:pt x="745" y="80"/>
                    <a:pt x="657" y="59"/>
                  </a:cubicBezTo>
                  <a:lnTo>
                    <a:pt x="657" y="59"/>
                  </a:lnTo>
                  <a:cubicBezTo>
                    <a:pt x="628" y="53"/>
                    <a:pt x="598" y="50"/>
                    <a:pt x="569" y="50"/>
                  </a:cubicBezTo>
                  <a:cubicBezTo>
                    <a:pt x="568" y="50"/>
                    <a:pt x="567" y="50"/>
                    <a:pt x="566" y="50"/>
                  </a:cubicBezTo>
                  <a:moveTo>
                    <a:pt x="802" y="467"/>
                  </a:moveTo>
                  <a:lnTo>
                    <a:pt x="802" y="4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6"/>
            <p:cNvSpPr/>
            <p:nvPr/>
          </p:nvSpPr>
          <p:spPr>
            <a:xfrm>
              <a:off x="6450846" y="4412692"/>
              <a:ext cx="385010" cy="327417"/>
            </a:xfrm>
            <a:custGeom>
              <a:avLst/>
              <a:gdLst/>
              <a:ahLst/>
              <a:cxnLst/>
              <a:rect l="l" t="t" r="r" b="b"/>
              <a:pathLst>
                <a:path w="722" h="614" extrusionOk="0">
                  <a:moveTo>
                    <a:pt x="259" y="599"/>
                  </a:moveTo>
                  <a:lnTo>
                    <a:pt x="259" y="599"/>
                  </a:lnTo>
                  <a:lnTo>
                    <a:pt x="258" y="599"/>
                  </a:lnTo>
                  <a:cubicBezTo>
                    <a:pt x="233" y="599"/>
                    <a:pt x="208" y="596"/>
                    <a:pt x="183" y="591"/>
                  </a:cubicBezTo>
                  <a:cubicBezTo>
                    <a:pt x="107" y="574"/>
                    <a:pt x="52" y="530"/>
                    <a:pt x="27" y="469"/>
                  </a:cubicBezTo>
                  <a:cubicBezTo>
                    <a:pt x="0" y="403"/>
                    <a:pt x="13" y="320"/>
                    <a:pt x="62" y="244"/>
                  </a:cubicBezTo>
                  <a:lnTo>
                    <a:pt x="62" y="244"/>
                  </a:lnTo>
                  <a:cubicBezTo>
                    <a:pt x="161" y="93"/>
                    <a:pt x="373" y="0"/>
                    <a:pt x="537" y="37"/>
                  </a:cubicBezTo>
                  <a:cubicBezTo>
                    <a:pt x="613" y="54"/>
                    <a:pt x="669" y="98"/>
                    <a:pt x="694" y="159"/>
                  </a:cubicBezTo>
                  <a:cubicBezTo>
                    <a:pt x="721" y="226"/>
                    <a:pt x="708" y="308"/>
                    <a:pt x="658" y="384"/>
                  </a:cubicBezTo>
                  <a:cubicBezTo>
                    <a:pt x="574" y="513"/>
                    <a:pt x="408" y="599"/>
                    <a:pt x="259" y="599"/>
                  </a:cubicBezTo>
                  <a:moveTo>
                    <a:pt x="460" y="44"/>
                  </a:moveTo>
                  <a:cubicBezTo>
                    <a:pt x="317" y="44"/>
                    <a:pt x="156" y="127"/>
                    <a:pt x="75" y="252"/>
                  </a:cubicBezTo>
                  <a:lnTo>
                    <a:pt x="75" y="252"/>
                  </a:lnTo>
                  <a:cubicBezTo>
                    <a:pt x="28" y="324"/>
                    <a:pt x="15" y="402"/>
                    <a:pt x="40" y="464"/>
                  </a:cubicBezTo>
                  <a:cubicBezTo>
                    <a:pt x="63" y="520"/>
                    <a:pt x="115" y="560"/>
                    <a:pt x="187" y="577"/>
                  </a:cubicBezTo>
                  <a:cubicBezTo>
                    <a:pt x="345" y="613"/>
                    <a:pt x="551" y="523"/>
                    <a:pt x="646" y="376"/>
                  </a:cubicBezTo>
                  <a:cubicBezTo>
                    <a:pt x="693" y="304"/>
                    <a:pt x="705" y="226"/>
                    <a:pt x="680" y="164"/>
                  </a:cubicBezTo>
                  <a:cubicBezTo>
                    <a:pt x="657" y="108"/>
                    <a:pt x="605" y="68"/>
                    <a:pt x="534" y="51"/>
                  </a:cubicBezTo>
                  <a:lnTo>
                    <a:pt x="534" y="51"/>
                  </a:lnTo>
                  <a:cubicBezTo>
                    <a:pt x="511" y="46"/>
                    <a:pt x="487" y="44"/>
                    <a:pt x="463" y="44"/>
                  </a:cubicBezTo>
                  <a:cubicBezTo>
                    <a:pt x="462" y="44"/>
                    <a:pt x="461" y="44"/>
                    <a:pt x="460" y="44"/>
                  </a:cubicBezTo>
                  <a:moveTo>
                    <a:pt x="69" y="248"/>
                  </a:moveTo>
                  <a:lnTo>
                    <a:pt x="69" y="248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6"/>
            <p:cNvSpPr/>
            <p:nvPr/>
          </p:nvSpPr>
          <p:spPr>
            <a:xfrm>
              <a:off x="6450846" y="4412692"/>
              <a:ext cx="385010" cy="327417"/>
            </a:xfrm>
            <a:custGeom>
              <a:avLst/>
              <a:gdLst/>
              <a:ahLst/>
              <a:cxnLst/>
              <a:rect l="l" t="t" r="r" b="b"/>
              <a:pathLst>
                <a:path w="722" h="614" extrusionOk="0">
                  <a:moveTo>
                    <a:pt x="259" y="599"/>
                  </a:moveTo>
                  <a:lnTo>
                    <a:pt x="259" y="599"/>
                  </a:lnTo>
                  <a:lnTo>
                    <a:pt x="258" y="599"/>
                  </a:lnTo>
                  <a:cubicBezTo>
                    <a:pt x="233" y="599"/>
                    <a:pt x="208" y="596"/>
                    <a:pt x="183" y="591"/>
                  </a:cubicBezTo>
                  <a:cubicBezTo>
                    <a:pt x="107" y="574"/>
                    <a:pt x="52" y="530"/>
                    <a:pt x="27" y="469"/>
                  </a:cubicBezTo>
                  <a:cubicBezTo>
                    <a:pt x="0" y="403"/>
                    <a:pt x="13" y="320"/>
                    <a:pt x="62" y="244"/>
                  </a:cubicBezTo>
                  <a:cubicBezTo>
                    <a:pt x="161" y="93"/>
                    <a:pt x="373" y="0"/>
                    <a:pt x="537" y="37"/>
                  </a:cubicBezTo>
                  <a:cubicBezTo>
                    <a:pt x="613" y="54"/>
                    <a:pt x="669" y="98"/>
                    <a:pt x="694" y="159"/>
                  </a:cubicBezTo>
                  <a:cubicBezTo>
                    <a:pt x="721" y="226"/>
                    <a:pt x="708" y="308"/>
                    <a:pt x="658" y="384"/>
                  </a:cubicBezTo>
                  <a:lnTo>
                    <a:pt x="658" y="384"/>
                  </a:lnTo>
                  <a:cubicBezTo>
                    <a:pt x="574" y="513"/>
                    <a:pt x="408" y="599"/>
                    <a:pt x="259" y="599"/>
                  </a:cubicBezTo>
                  <a:moveTo>
                    <a:pt x="460" y="44"/>
                  </a:moveTo>
                  <a:cubicBezTo>
                    <a:pt x="317" y="44"/>
                    <a:pt x="156" y="127"/>
                    <a:pt x="75" y="252"/>
                  </a:cubicBezTo>
                  <a:cubicBezTo>
                    <a:pt x="28" y="324"/>
                    <a:pt x="15" y="402"/>
                    <a:pt x="40" y="464"/>
                  </a:cubicBezTo>
                  <a:cubicBezTo>
                    <a:pt x="63" y="520"/>
                    <a:pt x="115" y="560"/>
                    <a:pt x="187" y="577"/>
                  </a:cubicBezTo>
                  <a:cubicBezTo>
                    <a:pt x="345" y="613"/>
                    <a:pt x="551" y="523"/>
                    <a:pt x="646" y="376"/>
                  </a:cubicBezTo>
                  <a:cubicBezTo>
                    <a:pt x="693" y="304"/>
                    <a:pt x="705" y="226"/>
                    <a:pt x="680" y="164"/>
                  </a:cubicBezTo>
                  <a:cubicBezTo>
                    <a:pt x="657" y="108"/>
                    <a:pt x="605" y="68"/>
                    <a:pt x="534" y="51"/>
                  </a:cubicBezTo>
                  <a:lnTo>
                    <a:pt x="534" y="51"/>
                  </a:lnTo>
                  <a:cubicBezTo>
                    <a:pt x="511" y="46"/>
                    <a:pt x="487" y="44"/>
                    <a:pt x="463" y="44"/>
                  </a:cubicBezTo>
                  <a:cubicBezTo>
                    <a:pt x="462" y="44"/>
                    <a:pt x="461" y="44"/>
                    <a:pt x="460" y="44"/>
                  </a:cubicBezTo>
                  <a:moveTo>
                    <a:pt x="652" y="380"/>
                  </a:moveTo>
                  <a:lnTo>
                    <a:pt x="652" y="3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6"/>
            <p:cNvSpPr/>
            <p:nvPr/>
          </p:nvSpPr>
          <p:spPr>
            <a:xfrm>
              <a:off x="6483374" y="4512943"/>
              <a:ext cx="319420" cy="151977"/>
            </a:xfrm>
            <a:custGeom>
              <a:avLst/>
              <a:gdLst/>
              <a:ahLst/>
              <a:cxnLst/>
              <a:rect l="l" t="t" r="r" b="b"/>
              <a:pathLst>
                <a:path w="599" h="285" extrusionOk="0">
                  <a:moveTo>
                    <a:pt x="182" y="283"/>
                  </a:moveTo>
                  <a:lnTo>
                    <a:pt x="120" y="272"/>
                  </a:lnTo>
                  <a:cubicBezTo>
                    <a:pt x="114" y="271"/>
                    <a:pt x="112" y="269"/>
                    <a:pt x="114" y="266"/>
                  </a:cubicBezTo>
                  <a:lnTo>
                    <a:pt x="136" y="248"/>
                  </a:lnTo>
                  <a:cubicBezTo>
                    <a:pt x="82" y="237"/>
                    <a:pt x="38" y="223"/>
                    <a:pt x="4" y="207"/>
                  </a:cubicBezTo>
                  <a:cubicBezTo>
                    <a:pt x="0" y="205"/>
                    <a:pt x="0" y="203"/>
                    <a:pt x="4" y="201"/>
                  </a:cubicBezTo>
                  <a:lnTo>
                    <a:pt x="85" y="164"/>
                  </a:lnTo>
                  <a:lnTo>
                    <a:pt x="85" y="164"/>
                  </a:lnTo>
                  <a:cubicBezTo>
                    <a:pt x="88" y="162"/>
                    <a:pt x="91" y="162"/>
                    <a:pt x="94" y="162"/>
                  </a:cubicBezTo>
                  <a:lnTo>
                    <a:pt x="94" y="162"/>
                  </a:lnTo>
                  <a:lnTo>
                    <a:pt x="94" y="162"/>
                  </a:lnTo>
                  <a:lnTo>
                    <a:pt x="95" y="162"/>
                  </a:lnTo>
                  <a:cubicBezTo>
                    <a:pt x="97" y="162"/>
                    <a:pt x="100" y="162"/>
                    <a:pt x="103" y="163"/>
                  </a:cubicBezTo>
                  <a:lnTo>
                    <a:pt x="103" y="163"/>
                  </a:lnTo>
                  <a:cubicBezTo>
                    <a:pt x="119" y="172"/>
                    <a:pt x="135" y="178"/>
                    <a:pt x="153" y="184"/>
                  </a:cubicBezTo>
                  <a:cubicBezTo>
                    <a:pt x="168" y="188"/>
                    <a:pt x="184" y="193"/>
                    <a:pt x="198" y="196"/>
                  </a:cubicBezTo>
                  <a:lnTo>
                    <a:pt x="240" y="161"/>
                  </a:lnTo>
                  <a:lnTo>
                    <a:pt x="237" y="160"/>
                  </a:lnTo>
                  <a:cubicBezTo>
                    <a:pt x="195" y="146"/>
                    <a:pt x="167" y="130"/>
                    <a:pt x="154" y="114"/>
                  </a:cubicBezTo>
                  <a:cubicBezTo>
                    <a:pt x="141" y="98"/>
                    <a:pt x="144" y="81"/>
                    <a:pt x="163" y="65"/>
                  </a:cubicBezTo>
                  <a:cubicBezTo>
                    <a:pt x="185" y="47"/>
                    <a:pt x="218" y="34"/>
                    <a:pt x="262" y="28"/>
                  </a:cubicBezTo>
                  <a:lnTo>
                    <a:pt x="262" y="28"/>
                  </a:lnTo>
                  <a:cubicBezTo>
                    <a:pt x="285" y="25"/>
                    <a:pt x="309" y="24"/>
                    <a:pt x="331" y="24"/>
                  </a:cubicBezTo>
                  <a:cubicBezTo>
                    <a:pt x="354" y="24"/>
                    <a:pt x="376" y="25"/>
                    <a:pt x="399" y="28"/>
                  </a:cubicBezTo>
                  <a:lnTo>
                    <a:pt x="429" y="3"/>
                  </a:lnTo>
                  <a:lnTo>
                    <a:pt x="429" y="3"/>
                  </a:lnTo>
                  <a:cubicBezTo>
                    <a:pt x="432" y="1"/>
                    <a:pt x="436" y="0"/>
                    <a:pt x="440" y="0"/>
                  </a:cubicBezTo>
                  <a:cubicBezTo>
                    <a:pt x="442" y="0"/>
                    <a:pt x="443" y="0"/>
                    <a:pt x="445" y="0"/>
                  </a:cubicBezTo>
                  <a:lnTo>
                    <a:pt x="507" y="11"/>
                  </a:lnTo>
                  <a:cubicBezTo>
                    <a:pt x="513" y="12"/>
                    <a:pt x="515" y="15"/>
                    <a:pt x="512" y="17"/>
                  </a:cubicBezTo>
                  <a:lnTo>
                    <a:pt x="482" y="42"/>
                  </a:lnTo>
                  <a:lnTo>
                    <a:pt x="482" y="42"/>
                  </a:lnTo>
                  <a:cubicBezTo>
                    <a:pt x="521" y="51"/>
                    <a:pt x="559" y="63"/>
                    <a:pt x="595" y="80"/>
                  </a:cubicBezTo>
                  <a:cubicBezTo>
                    <a:pt x="598" y="81"/>
                    <a:pt x="598" y="84"/>
                    <a:pt x="593" y="86"/>
                  </a:cubicBezTo>
                  <a:lnTo>
                    <a:pt x="506" y="121"/>
                  </a:lnTo>
                  <a:lnTo>
                    <a:pt x="506" y="121"/>
                  </a:lnTo>
                  <a:cubicBezTo>
                    <a:pt x="503" y="122"/>
                    <a:pt x="500" y="122"/>
                    <a:pt x="497" y="122"/>
                  </a:cubicBezTo>
                  <a:lnTo>
                    <a:pt x="496" y="122"/>
                  </a:lnTo>
                  <a:lnTo>
                    <a:pt x="496" y="122"/>
                  </a:lnTo>
                  <a:lnTo>
                    <a:pt x="496" y="122"/>
                  </a:lnTo>
                  <a:cubicBezTo>
                    <a:pt x="493" y="122"/>
                    <a:pt x="491" y="121"/>
                    <a:pt x="488" y="120"/>
                  </a:cubicBezTo>
                  <a:cubicBezTo>
                    <a:pt x="474" y="111"/>
                    <a:pt x="451" y="102"/>
                    <a:pt x="420" y="95"/>
                  </a:cubicBezTo>
                  <a:lnTo>
                    <a:pt x="382" y="128"/>
                  </a:lnTo>
                  <a:cubicBezTo>
                    <a:pt x="423" y="141"/>
                    <a:pt x="451" y="156"/>
                    <a:pt x="464" y="172"/>
                  </a:cubicBezTo>
                  <a:cubicBezTo>
                    <a:pt x="477" y="188"/>
                    <a:pt x="474" y="205"/>
                    <a:pt x="454" y="221"/>
                  </a:cubicBezTo>
                  <a:cubicBezTo>
                    <a:pt x="432" y="240"/>
                    <a:pt x="399" y="253"/>
                    <a:pt x="356" y="260"/>
                  </a:cubicBezTo>
                  <a:lnTo>
                    <a:pt x="356" y="260"/>
                  </a:lnTo>
                  <a:cubicBezTo>
                    <a:pt x="331" y="263"/>
                    <a:pt x="306" y="265"/>
                    <a:pt x="281" y="265"/>
                  </a:cubicBezTo>
                  <a:cubicBezTo>
                    <a:pt x="261" y="265"/>
                    <a:pt x="241" y="264"/>
                    <a:pt x="221" y="262"/>
                  </a:cubicBezTo>
                  <a:lnTo>
                    <a:pt x="198" y="281"/>
                  </a:lnTo>
                  <a:lnTo>
                    <a:pt x="198" y="281"/>
                  </a:lnTo>
                  <a:cubicBezTo>
                    <a:pt x="194" y="283"/>
                    <a:pt x="191" y="284"/>
                    <a:pt x="187" y="284"/>
                  </a:cubicBezTo>
                  <a:cubicBezTo>
                    <a:pt x="186" y="284"/>
                    <a:pt x="184" y="283"/>
                    <a:pt x="182" y="283"/>
                  </a:cubicBezTo>
                  <a:moveTo>
                    <a:pt x="140" y="265"/>
                  </a:moveTo>
                  <a:lnTo>
                    <a:pt x="182" y="273"/>
                  </a:lnTo>
                  <a:lnTo>
                    <a:pt x="205" y="254"/>
                  </a:lnTo>
                  <a:lnTo>
                    <a:pt x="205" y="254"/>
                  </a:lnTo>
                  <a:lnTo>
                    <a:pt x="205" y="254"/>
                  </a:lnTo>
                  <a:cubicBezTo>
                    <a:pt x="208" y="252"/>
                    <a:pt x="212" y="251"/>
                    <a:pt x="216" y="251"/>
                  </a:cubicBezTo>
                  <a:cubicBezTo>
                    <a:pt x="217" y="251"/>
                    <a:pt x="218" y="251"/>
                    <a:pt x="219" y="251"/>
                  </a:cubicBezTo>
                  <a:cubicBezTo>
                    <a:pt x="268" y="257"/>
                    <a:pt x="312" y="257"/>
                    <a:pt x="349" y="251"/>
                  </a:cubicBezTo>
                  <a:cubicBezTo>
                    <a:pt x="386" y="245"/>
                    <a:pt x="414" y="234"/>
                    <a:pt x="434" y="217"/>
                  </a:cubicBezTo>
                  <a:cubicBezTo>
                    <a:pt x="451" y="203"/>
                    <a:pt x="453" y="190"/>
                    <a:pt x="442" y="175"/>
                  </a:cubicBezTo>
                  <a:cubicBezTo>
                    <a:pt x="431" y="161"/>
                    <a:pt x="405" y="147"/>
                    <a:pt x="367" y="135"/>
                  </a:cubicBezTo>
                  <a:lnTo>
                    <a:pt x="359" y="132"/>
                  </a:lnTo>
                  <a:cubicBezTo>
                    <a:pt x="355" y="131"/>
                    <a:pt x="354" y="129"/>
                    <a:pt x="356" y="127"/>
                  </a:cubicBezTo>
                  <a:lnTo>
                    <a:pt x="405" y="86"/>
                  </a:lnTo>
                  <a:lnTo>
                    <a:pt x="405" y="86"/>
                  </a:lnTo>
                  <a:cubicBezTo>
                    <a:pt x="406" y="85"/>
                    <a:pt x="406" y="85"/>
                    <a:pt x="406" y="85"/>
                  </a:cubicBezTo>
                  <a:cubicBezTo>
                    <a:pt x="408" y="84"/>
                    <a:pt x="411" y="83"/>
                    <a:pt x="413" y="83"/>
                  </a:cubicBezTo>
                  <a:lnTo>
                    <a:pt x="413" y="83"/>
                  </a:lnTo>
                  <a:cubicBezTo>
                    <a:pt x="414" y="83"/>
                    <a:pt x="415" y="83"/>
                    <a:pt x="417" y="83"/>
                  </a:cubicBezTo>
                  <a:cubicBezTo>
                    <a:pt x="418" y="83"/>
                    <a:pt x="420" y="83"/>
                    <a:pt x="422" y="83"/>
                  </a:cubicBezTo>
                  <a:cubicBezTo>
                    <a:pt x="457" y="91"/>
                    <a:pt x="483" y="100"/>
                    <a:pt x="501" y="110"/>
                  </a:cubicBezTo>
                  <a:lnTo>
                    <a:pt x="570" y="82"/>
                  </a:lnTo>
                  <a:lnTo>
                    <a:pt x="570" y="82"/>
                  </a:lnTo>
                  <a:cubicBezTo>
                    <a:pt x="535" y="67"/>
                    <a:pt x="499" y="56"/>
                    <a:pt x="462" y="48"/>
                  </a:cubicBezTo>
                  <a:cubicBezTo>
                    <a:pt x="456" y="47"/>
                    <a:pt x="455" y="44"/>
                    <a:pt x="457" y="42"/>
                  </a:cubicBezTo>
                  <a:lnTo>
                    <a:pt x="487" y="17"/>
                  </a:lnTo>
                  <a:lnTo>
                    <a:pt x="445" y="10"/>
                  </a:lnTo>
                  <a:lnTo>
                    <a:pt x="415" y="35"/>
                  </a:lnTo>
                  <a:lnTo>
                    <a:pt x="415" y="35"/>
                  </a:lnTo>
                  <a:lnTo>
                    <a:pt x="415" y="35"/>
                  </a:lnTo>
                  <a:cubicBezTo>
                    <a:pt x="412" y="37"/>
                    <a:pt x="408" y="38"/>
                    <a:pt x="404" y="38"/>
                  </a:cubicBezTo>
                  <a:cubicBezTo>
                    <a:pt x="403" y="38"/>
                    <a:pt x="402" y="38"/>
                    <a:pt x="401" y="38"/>
                  </a:cubicBezTo>
                  <a:cubicBezTo>
                    <a:pt x="352" y="31"/>
                    <a:pt x="307" y="32"/>
                    <a:pt x="269" y="37"/>
                  </a:cubicBezTo>
                  <a:cubicBezTo>
                    <a:pt x="231" y="43"/>
                    <a:pt x="203" y="52"/>
                    <a:pt x="185" y="68"/>
                  </a:cubicBezTo>
                  <a:cubicBezTo>
                    <a:pt x="168" y="82"/>
                    <a:pt x="166" y="96"/>
                    <a:pt x="177" y="110"/>
                  </a:cubicBezTo>
                  <a:cubicBezTo>
                    <a:pt x="189" y="125"/>
                    <a:pt x="214" y="139"/>
                    <a:pt x="253" y="152"/>
                  </a:cubicBezTo>
                  <a:lnTo>
                    <a:pt x="263" y="155"/>
                  </a:lnTo>
                  <a:cubicBezTo>
                    <a:pt x="267" y="156"/>
                    <a:pt x="268" y="159"/>
                    <a:pt x="265" y="161"/>
                  </a:cubicBezTo>
                  <a:lnTo>
                    <a:pt x="214" y="204"/>
                  </a:lnTo>
                  <a:lnTo>
                    <a:pt x="214" y="204"/>
                  </a:lnTo>
                  <a:lnTo>
                    <a:pt x="213" y="204"/>
                  </a:lnTo>
                  <a:cubicBezTo>
                    <a:pt x="211" y="205"/>
                    <a:pt x="209" y="206"/>
                    <a:pt x="207" y="206"/>
                  </a:cubicBezTo>
                  <a:lnTo>
                    <a:pt x="207" y="206"/>
                  </a:lnTo>
                  <a:cubicBezTo>
                    <a:pt x="205" y="207"/>
                    <a:pt x="204" y="207"/>
                    <a:pt x="202" y="207"/>
                  </a:cubicBezTo>
                  <a:cubicBezTo>
                    <a:pt x="201" y="207"/>
                    <a:pt x="199" y="207"/>
                    <a:pt x="198" y="206"/>
                  </a:cubicBezTo>
                  <a:cubicBezTo>
                    <a:pt x="179" y="202"/>
                    <a:pt x="159" y="197"/>
                    <a:pt x="138" y="191"/>
                  </a:cubicBezTo>
                  <a:lnTo>
                    <a:pt x="138" y="191"/>
                  </a:lnTo>
                  <a:cubicBezTo>
                    <a:pt x="123" y="186"/>
                    <a:pt x="108" y="180"/>
                    <a:pt x="93" y="174"/>
                  </a:cubicBezTo>
                  <a:lnTo>
                    <a:pt x="28" y="203"/>
                  </a:lnTo>
                  <a:cubicBezTo>
                    <a:pt x="62" y="218"/>
                    <a:pt x="105" y="231"/>
                    <a:pt x="157" y="241"/>
                  </a:cubicBezTo>
                  <a:cubicBezTo>
                    <a:pt x="163" y="242"/>
                    <a:pt x="165" y="245"/>
                    <a:pt x="162" y="247"/>
                  </a:cubicBezTo>
                  <a:lnTo>
                    <a:pt x="140" y="2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6"/>
            <p:cNvSpPr/>
            <p:nvPr/>
          </p:nvSpPr>
          <p:spPr>
            <a:xfrm>
              <a:off x="6632153" y="4549738"/>
              <a:ext cx="46393" cy="25063"/>
            </a:xfrm>
            <a:custGeom>
              <a:avLst/>
              <a:gdLst/>
              <a:ahLst/>
              <a:cxnLst/>
              <a:rect l="l" t="t" r="r" b="b"/>
              <a:pathLst>
                <a:path w="87" h="47" extrusionOk="0">
                  <a:moveTo>
                    <a:pt x="29" y="46"/>
                  </a:moveTo>
                  <a:lnTo>
                    <a:pt x="29" y="46"/>
                  </a:lnTo>
                  <a:cubicBezTo>
                    <a:pt x="28" y="45"/>
                    <a:pt x="26" y="45"/>
                    <a:pt x="25" y="45"/>
                  </a:cubicBezTo>
                  <a:cubicBezTo>
                    <a:pt x="12" y="39"/>
                    <a:pt x="5" y="34"/>
                    <a:pt x="2" y="30"/>
                  </a:cubicBezTo>
                  <a:cubicBezTo>
                    <a:pt x="0" y="26"/>
                    <a:pt x="0" y="21"/>
                    <a:pt x="6" y="16"/>
                  </a:cubicBezTo>
                  <a:cubicBezTo>
                    <a:pt x="15" y="8"/>
                    <a:pt x="34" y="0"/>
                    <a:pt x="77" y="3"/>
                  </a:cubicBezTo>
                  <a:lnTo>
                    <a:pt x="77" y="3"/>
                  </a:lnTo>
                  <a:cubicBezTo>
                    <a:pt x="79" y="3"/>
                    <a:pt x="82" y="4"/>
                    <a:pt x="84" y="5"/>
                  </a:cubicBezTo>
                  <a:lnTo>
                    <a:pt x="85" y="5"/>
                  </a:lnTo>
                  <a:lnTo>
                    <a:pt x="85" y="5"/>
                  </a:lnTo>
                  <a:cubicBezTo>
                    <a:pt x="85" y="6"/>
                    <a:pt x="85" y="6"/>
                    <a:pt x="85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8"/>
                    <a:pt x="86" y="8"/>
                    <a:pt x="85" y="9"/>
                  </a:cubicBezTo>
                  <a:lnTo>
                    <a:pt x="85" y="9"/>
                  </a:lnTo>
                  <a:lnTo>
                    <a:pt x="45" y="43"/>
                  </a:lnTo>
                  <a:lnTo>
                    <a:pt x="45" y="43"/>
                  </a:lnTo>
                  <a:cubicBezTo>
                    <a:pt x="44" y="43"/>
                    <a:pt x="44" y="43"/>
                    <a:pt x="44" y="43"/>
                  </a:cubicBezTo>
                  <a:cubicBezTo>
                    <a:pt x="41" y="45"/>
                    <a:pt x="38" y="46"/>
                    <a:pt x="36" y="46"/>
                  </a:cubicBezTo>
                  <a:lnTo>
                    <a:pt x="36" y="46"/>
                  </a:lnTo>
                  <a:cubicBezTo>
                    <a:pt x="35" y="46"/>
                    <a:pt x="34" y="46"/>
                    <a:pt x="33" y="46"/>
                  </a:cubicBezTo>
                  <a:cubicBezTo>
                    <a:pt x="31" y="46"/>
                    <a:pt x="30" y="46"/>
                    <a:pt x="29" y="46"/>
                  </a:cubicBezTo>
                  <a:moveTo>
                    <a:pt x="57" y="12"/>
                  </a:moveTo>
                  <a:cubicBezTo>
                    <a:pt x="38" y="12"/>
                    <a:pt x="31" y="16"/>
                    <a:pt x="27" y="19"/>
                  </a:cubicBezTo>
                  <a:cubicBezTo>
                    <a:pt x="23" y="22"/>
                    <a:pt x="22" y="25"/>
                    <a:pt x="24" y="27"/>
                  </a:cubicBezTo>
                  <a:lnTo>
                    <a:pt x="24" y="27"/>
                  </a:lnTo>
                  <a:cubicBezTo>
                    <a:pt x="26" y="29"/>
                    <a:pt x="27" y="30"/>
                    <a:pt x="30" y="32"/>
                  </a:cubicBezTo>
                  <a:cubicBezTo>
                    <a:pt x="30" y="32"/>
                    <a:pt x="31" y="32"/>
                    <a:pt x="32" y="33"/>
                  </a:cubicBezTo>
                  <a:lnTo>
                    <a:pt x="57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6"/>
            <p:cNvSpPr/>
            <p:nvPr/>
          </p:nvSpPr>
          <p:spPr>
            <a:xfrm>
              <a:off x="6619888" y="4605729"/>
              <a:ext cx="44793" cy="23996"/>
            </a:xfrm>
            <a:custGeom>
              <a:avLst/>
              <a:gdLst/>
              <a:ahLst/>
              <a:cxnLst/>
              <a:rect l="l" t="t" r="r" b="b"/>
              <a:pathLst>
                <a:path w="84" h="45" extrusionOk="0">
                  <a:moveTo>
                    <a:pt x="7" y="41"/>
                  </a:moveTo>
                  <a:lnTo>
                    <a:pt x="7" y="41"/>
                  </a:lnTo>
                  <a:cubicBezTo>
                    <a:pt x="5" y="41"/>
                    <a:pt x="4" y="41"/>
                    <a:pt x="2" y="40"/>
                  </a:cubicBezTo>
                  <a:lnTo>
                    <a:pt x="2" y="39"/>
                  </a:lnTo>
                  <a:lnTo>
                    <a:pt x="2" y="39"/>
                  </a:lnTo>
                  <a:lnTo>
                    <a:pt x="1" y="39"/>
                  </a:lnTo>
                  <a:cubicBezTo>
                    <a:pt x="1" y="39"/>
                    <a:pt x="2" y="39"/>
                    <a:pt x="1" y="38"/>
                  </a:cubicBezTo>
                  <a:cubicBezTo>
                    <a:pt x="1" y="37"/>
                    <a:pt x="0" y="38"/>
                    <a:pt x="0" y="37"/>
                  </a:cubicBezTo>
                  <a:cubicBezTo>
                    <a:pt x="0" y="37"/>
                    <a:pt x="0" y="36"/>
                    <a:pt x="1" y="36"/>
                  </a:cubicBezTo>
                  <a:lnTo>
                    <a:pt x="1" y="35"/>
                  </a:lnTo>
                  <a:cubicBezTo>
                    <a:pt x="2" y="35"/>
                    <a:pt x="2" y="35"/>
                    <a:pt x="2" y="35"/>
                  </a:cubicBezTo>
                  <a:lnTo>
                    <a:pt x="40" y="3"/>
                  </a:lnTo>
                  <a:lnTo>
                    <a:pt x="40" y="3"/>
                  </a:lnTo>
                  <a:cubicBezTo>
                    <a:pt x="41" y="2"/>
                    <a:pt x="41" y="2"/>
                    <a:pt x="41" y="2"/>
                  </a:cubicBezTo>
                  <a:cubicBezTo>
                    <a:pt x="44" y="1"/>
                    <a:pt x="46" y="0"/>
                    <a:pt x="49" y="0"/>
                  </a:cubicBezTo>
                  <a:lnTo>
                    <a:pt x="49" y="0"/>
                  </a:lnTo>
                  <a:cubicBezTo>
                    <a:pt x="50" y="0"/>
                    <a:pt x="51" y="0"/>
                    <a:pt x="52" y="0"/>
                  </a:cubicBezTo>
                  <a:cubicBezTo>
                    <a:pt x="54" y="0"/>
                    <a:pt x="57" y="0"/>
                    <a:pt x="59" y="1"/>
                  </a:cubicBezTo>
                  <a:cubicBezTo>
                    <a:pt x="72" y="6"/>
                    <a:pt x="79" y="11"/>
                    <a:pt x="81" y="15"/>
                  </a:cubicBezTo>
                  <a:cubicBezTo>
                    <a:pt x="83" y="20"/>
                    <a:pt x="81" y="25"/>
                    <a:pt x="75" y="30"/>
                  </a:cubicBezTo>
                  <a:cubicBezTo>
                    <a:pt x="67" y="36"/>
                    <a:pt x="49" y="44"/>
                    <a:pt x="10" y="42"/>
                  </a:cubicBezTo>
                  <a:lnTo>
                    <a:pt x="10" y="42"/>
                  </a:lnTo>
                  <a:cubicBezTo>
                    <a:pt x="9" y="42"/>
                    <a:pt x="8" y="41"/>
                    <a:pt x="7" y="41"/>
                  </a:cubicBezTo>
                  <a:moveTo>
                    <a:pt x="53" y="13"/>
                  </a:moveTo>
                  <a:lnTo>
                    <a:pt x="30" y="33"/>
                  </a:lnTo>
                  <a:cubicBezTo>
                    <a:pt x="45" y="32"/>
                    <a:pt x="51" y="29"/>
                    <a:pt x="54" y="26"/>
                  </a:cubicBezTo>
                  <a:cubicBezTo>
                    <a:pt x="58" y="23"/>
                    <a:pt x="59" y="20"/>
                    <a:pt x="58" y="18"/>
                  </a:cubicBezTo>
                  <a:cubicBezTo>
                    <a:pt x="58" y="17"/>
                    <a:pt x="57" y="15"/>
                    <a:pt x="53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6"/>
            <p:cNvSpPr/>
            <p:nvPr/>
          </p:nvSpPr>
          <p:spPr>
            <a:xfrm>
              <a:off x="6816659" y="3981824"/>
              <a:ext cx="342883" cy="499658"/>
            </a:xfrm>
            <a:custGeom>
              <a:avLst/>
              <a:gdLst/>
              <a:ahLst/>
              <a:cxnLst/>
              <a:rect l="l" t="t" r="r" b="b"/>
              <a:pathLst>
                <a:path w="643" h="937" extrusionOk="0">
                  <a:moveTo>
                    <a:pt x="271" y="26"/>
                  </a:moveTo>
                  <a:cubicBezTo>
                    <a:pt x="440" y="0"/>
                    <a:pt x="600" y="177"/>
                    <a:pt x="628" y="421"/>
                  </a:cubicBezTo>
                  <a:cubicBezTo>
                    <a:pt x="642" y="541"/>
                    <a:pt x="620" y="656"/>
                    <a:pt x="575" y="744"/>
                  </a:cubicBezTo>
                  <a:cubicBezTo>
                    <a:pt x="528" y="834"/>
                    <a:pt x="456" y="897"/>
                    <a:pt x="371" y="910"/>
                  </a:cubicBezTo>
                  <a:cubicBezTo>
                    <a:pt x="201" y="936"/>
                    <a:pt x="41" y="759"/>
                    <a:pt x="14" y="515"/>
                  </a:cubicBezTo>
                  <a:cubicBezTo>
                    <a:pt x="0" y="394"/>
                    <a:pt x="22" y="280"/>
                    <a:pt x="67" y="192"/>
                  </a:cubicBezTo>
                  <a:cubicBezTo>
                    <a:pt x="114" y="101"/>
                    <a:pt x="186" y="39"/>
                    <a:pt x="271" y="26"/>
                  </a:cubicBezTo>
                  <a:moveTo>
                    <a:pt x="570" y="430"/>
                  </a:moveTo>
                  <a:cubicBezTo>
                    <a:pt x="559" y="329"/>
                    <a:pt x="520" y="243"/>
                    <a:pt x="466" y="185"/>
                  </a:cubicBezTo>
                  <a:cubicBezTo>
                    <a:pt x="414" y="128"/>
                    <a:pt x="348" y="99"/>
                    <a:pt x="281" y="109"/>
                  </a:cubicBezTo>
                  <a:cubicBezTo>
                    <a:pt x="211" y="120"/>
                    <a:pt x="153" y="171"/>
                    <a:pt x="115" y="244"/>
                  </a:cubicBezTo>
                  <a:cubicBezTo>
                    <a:pt x="78" y="315"/>
                    <a:pt x="61" y="408"/>
                    <a:pt x="72" y="506"/>
                  </a:cubicBezTo>
                  <a:cubicBezTo>
                    <a:pt x="83" y="606"/>
                    <a:pt x="122" y="693"/>
                    <a:pt x="176" y="751"/>
                  </a:cubicBezTo>
                  <a:cubicBezTo>
                    <a:pt x="228" y="807"/>
                    <a:pt x="294" y="837"/>
                    <a:pt x="361" y="826"/>
                  </a:cubicBezTo>
                  <a:cubicBezTo>
                    <a:pt x="431" y="816"/>
                    <a:pt x="489" y="765"/>
                    <a:pt x="527" y="692"/>
                  </a:cubicBezTo>
                  <a:cubicBezTo>
                    <a:pt x="564" y="620"/>
                    <a:pt x="581" y="527"/>
                    <a:pt x="570" y="4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6"/>
            <p:cNvSpPr/>
            <p:nvPr/>
          </p:nvSpPr>
          <p:spPr>
            <a:xfrm>
              <a:off x="6849187" y="4034616"/>
              <a:ext cx="277826" cy="394074"/>
            </a:xfrm>
            <a:custGeom>
              <a:avLst/>
              <a:gdLst/>
              <a:ahLst/>
              <a:cxnLst/>
              <a:rect l="l" t="t" r="r" b="b"/>
              <a:pathLst>
                <a:path w="521" h="739" extrusionOk="0">
                  <a:moveTo>
                    <a:pt x="466" y="593"/>
                  </a:moveTo>
                  <a:cubicBezTo>
                    <a:pt x="428" y="666"/>
                    <a:pt x="370" y="717"/>
                    <a:pt x="300" y="727"/>
                  </a:cubicBezTo>
                  <a:cubicBezTo>
                    <a:pt x="233" y="738"/>
                    <a:pt x="167" y="708"/>
                    <a:pt x="115" y="652"/>
                  </a:cubicBezTo>
                  <a:cubicBezTo>
                    <a:pt x="61" y="594"/>
                    <a:pt x="22" y="507"/>
                    <a:pt x="11" y="407"/>
                  </a:cubicBezTo>
                  <a:cubicBezTo>
                    <a:pt x="0" y="310"/>
                    <a:pt x="17" y="216"/>
                    <a:pt x="54" y="145"/>
                  </a:cubicBezTo>
                  <a:cubicBezTo>
                    <a:pt x="92" y="72"/>
                    <a:pt x="150" y="21"/>
                    <a:pt x="220" y="10"/>
                  </a:cubicBezTo>
                  <a:cubicBezTo>
                    <a:pt x="287" y="0"/>
                    <a:pt x="353" y="29"/>
                    <a:pt x="405" y="86"/>
                  </a:cubicBezTo>
                  <a:cubicBezTo>
                    <a:pt x="458" y="144"/>
                    <a:pt x="498" y="230"/>
                    <a:pt x="509" y="331"/>
                  </a:cubicBezTo>
                  <a:cubicBezTo>
                    <a:pt x="520" y="428"/>
                    <a:pt x="503" y="521"/>
                    <a:pt x="466" y="5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6"/>
            <p:cNvSpPr/>
            <p:nvPr/>
          </p:nvSpPr>
          <p:spPr>
            <a:xfrm>
              <a:off x="6970236" y="3985557"/>
              <a:ext cx="226100" cy="483127"/>
            </a:xfrm>
            <a:custGeom>
              <a:avLst/>
              <a:gdLst/>
              <a:ahLst/>
              <a:cxnLst/>
              <a:rect l="l" t="t" r="r" b="b"/>
              <a:pathLst>
                <a:path w="424" h="906" extrusionOk="0">
                  <a:moveTo>
                    <a:pt x="0" y="17"/>
                  </a:moveTo>
                  <a:lnTo>
                    <a:pt x="70" y="12"/>
                  </a:lnTo>
                  <a:cubicBezTo>
                    <a:pt x="233" y="0"/>
                    <a:pt x="383" y="173"/>
                    <a:pt x="409" y="408"/>
                  </a:cubicBezTo>
                  <a:cubicBezTo>
                    <a:pt x="423" y="529"/>
                    <a:pt x="402" y="644"/>
                    <a:pt x="356" y="732"/>
                  </a:cubicBezTo>
                  <a:cubicBezTo>
                    <a:pt x="309" y="822"/>
                    <a:pt x="238" y="885"/>
                    <a:pt x="152" y="898"/>
                  </a:cubicBezTo>
                  <a:cubicBezTo>
                    <a:pt x="147" y="899"/>
                    <a:pt x="141" y="899"/>
                    <a:pt x="135" y="900"/>
                  </a:cubicBezTo>
                  <a:lnTo>
                    <a:pt x="66" y="905"/>
                  </a:lnTo>
                  <a:cubicBezTo>
                    <a:pt x="72" y="904"/>
                    <a:pt x="77" y="904"/>
                    <a:pt x="83" y="903"/>
                  </a:cubicBezTo>
                  <a:cubicBezTo>
                    <a:pt x="168" y="890"/>
                    <a:pt x="240" y="827"/>
                    <a:pt x="287" y="737"/>
                  </a:cubicBezTo>
                  <a:cubicBezTo>
                    <a:pt x="332" y="649"/>
                    <a:pt x="354" y="534"/>
                    <a:pt x="340" y="414"/>
                  </a:cubicBezTo>
                  <a:cubicBezTo>
                    <a:pt x="313" y="178"/>
                    <a:pt x="163" y="5"/>
                    <a:pt x="0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6"/>
            <p:cNvSpPr/>
            <p:nvPr/>
          </p:nvSpPr>
          <p:spPr>
            <a:xfrm>
              <a:off x="6812926" y="3986623"/>
              <a:ext cx="350349" cy="486326"/>
            </a:xfrm>
            <a:custGeom>
              <a:avLst/>
              <a:gdLst/>
              <a:ahLst/>
              <a:cxnLst/>
              <a:rect l="l" t="t" r="r" b="b"/>
              <a:pathLst>
                <a:path w="657" h="912" extrusionOk="0">
                  <a:moveTo>
                    <a:pt x="345" y="911"/>
                  </a:moveTo>
                  <a:cubicBezTo>
                    <a:pt x="291" y="911"/>
                    <a:pt x="238" y="892"/>
                    <a:pt x="189" y="854"/>
                  </a:cubicBezTo>
                  <a:cubicBezTo>
                    <a:pt x="96" y="783"/>
                    <a:pt x="30" y="653"/>
                    <a:pt x="14" y="507"/>
                  </a:cubicBezTo>
                  <a:cubicBezTo>
                    <a:pt x="0" y="389"/>
                    <a:pt x="20" y="273"/>
                    <a:pt x="68" y="179"/>
                  </a:cubicBezTo>
                  <a:cubicBezTo>
                    <a:pt x="117" y="83"/>
                    <a:pt x="192" y="22"/>
                    <a:pt x="277" y="10"/>
                  </a:cubicBezTo>
                  <a:cubicBezTo>
                    <a:pt x="342" y="0"/>
                    <a:pt x="408" y="18"/>
                    <a:pt x="467" y="63"/>
                  </a:cubicBezTo>
                  <a:cubicBezTo>
                    <a:pt x="560" y="135"/>
                    <a:pt x="626" y="265"/>
                    <a:pt x="642" y="411"/>
                  </a:cubicBezTo>
                  <a:cubicBezTo>
                    <a:pt x="656" y="529"/>
                    <a:pt x="636" y="645"/>
                    <a:pt x="588" y="739"/>
                  </a:cubicBezTo>
                  <a:cubicBezTo>
                    <a:pt x="538" y="835"/>
                    <a:pt x="464" y="895"/>
                    <a:pt x="379" y="908"/>
                  </a:cubicBezTo>
                  <a:lnTo>
                    <a:pt x="379" y="908"/>
                  </a:lnTo>
                  <a:cubicBezTo>
                    <a:pt x="368" y="910"/>
                    <a:pt x="356" y="911"/>
                    <a:pt x="345" y="911"/>
                  </a:cubicBezTo>
                  <a:moveTo>
                    <a:pt x="311" y="22"/>
                  </a:moveTo>
                  <a:lnTo>
                    <a:pt x="311" y="22"/>
                  </a:lnTo>
                  <a:lnTo>
                    <a:pt x="311" y="22"/>
                  </a:lnTo>
                  <a:cubicBezTo>
                    <a:pt x="301" y="22"/>
                    <a:pt x="290" y="22"/>
                    <a:pt x="279" y="24"/>
                  </a:cubicBezTo>
                  <a:lnTo>
                    <a:pt x="279" y="24"/>
                  </a:lnTo>
                  <a:cubicBezTo>
                    <a:pt x="199" y="36"/>
                    <a:pt x="128" y="94"/>
                    <a:pt x="81" y="186"/>
                  </a:cubicBezTo>
                  <a:cubicBezTo>
                    <a:pt x="34" y="277"/>
                    <a:pt x="15" y="390"/>
                    <a:pt x="28" y="505"/>
                  </a:cubicBezTo>
                  <a:cubicBezTo>
                    <a:pt x="44" y="647"/>
                    <a:pt x="108" y="774"/>
                    <a:pt x="198" y="843"/>
                  </a:cubicBezTo>
                  <a:cubicBezTo>
                    <a:pt x="254" y="885"/>
                    <a:pt x="316" y="903"/>
                    <a:pt x="377" y="894"/>
                  </a:cubicBezTo>
                  <a:cubicBezTo>
                    <a:pt x="457" y="881"/>
                    <a:pt x="528" y="824"/>
                    <a:pt x="575" y="732"/>
                  </a:cubicBezTo>
                  <a:cubicBezTo>
                    <a:pt x="622" y="641"/>
                    <a:pt x="641" y="528"/>
                    <a:pt x="628" y="412"/>
                  </a:cubicBezTo>
                  <a:cubicBezTo>
                    <a:pt x="612" y="270"/>
                    <a:pt x="548" y="144"/>
                    <a:pt x="458" y="75"/>
                  </a:cubicBezTo>
                  <a:cubicBezTo>
                    <a:pt x="412" y="40"/>
                    <a:pt x="362" y="22"/>
                    <a:pt x="311" y="22"/>
                  </a:cubicBezTo>
                  <a:moveTo>
                    <a:pt x="278" y="17"/>
                  </a:moveTo>
                  <a:lnTo>
                    <a:pt x="278" y="17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6"/>
            <p:cNvSpPr/>
            <p:nvPr/>
          </p:nvSpPr>
          <p:spPr>
            <a:xfrm>
              <a:off x="6845455" y="4030883"/>
              <a:ext cx="285291" cy="397273"/>
            </a:xfrm>
            <a:custGeom>
              <a:avLst/>
              <a:gdLst/>
              <a:ahLst/>
              <a:cxnLst/>
              <a:rect l="l" t="t" r="r" b="b"/>
              <a:pathLst>
                <a:path w="535" h="745" extrusionOk="0">
                  <a:moveTo>
                    <a:pt x="280" y="744"/>
                  </a:moveTo>
                  <a:cubicBezTo>
                    <a:pt x="222" y="744"/>
                    <a:pt x="165" y="716"/>
                    <a:pt x="117" y="664"/>
                  </a:cubicBezTo>
                  <a:cubicBezTo>
                    <a:pt x="59" y="602"/>
                    <a:pt x="22" y="514"/>
                    <a:pt x="11" y="415"/>
                  </a:cubicBezTo>
                  <a:cubicBezTo>
                    <a:pt x="0" y="319"/>
                    <a:pt x="15" y="224"/>
                    <a:pt x="55" y="148"/>
                  </a:cubicBezTo>
                  <a:cubicBezTo>
                    <a:pt x="95" y="70"/>
                    <a:pt x="156" y="21"/>
                    <a:pt x="225" y="10"/>
                  </a:cubicBezTo>
                  <a:cubicBezTo>
                    <a:pt x="293" y="0"/>
                    <a:pt x="361" y="27"/>
                    <a:pt x="417" y="88"/>
                  </a:cubicBezTo>
                  <a:cubicBezTo>
                    <a:pt x="474" y="150"/>
                    <a:pt x="512" y="238"/>
                    <a:pt x="523" y="337"/>
                  </a:cubicBezTo>
                  <a:cubicBezTo>
                    <a:pt x="534" y="433"/>
                    <a:pt x="518" y="527"/>
                    <a:pt x="479" y="603"/>
                  </a:cubicBezTo>
                  <a:cubicBezTo>
                    <a:pt x="439" y="682"/>
                    <a:pt x="378" y="731"/>
                    <a:pt x="308" y="742"/>
                  </a:cubicBezTo>
                  <a:lnTo>
                    <a:pt x="308" y="742"/>
                  </a:lnTo>
                  <a:cubicBezTo>
                    <a:pt x="299" y="743"/>
                    <a:pt x="290" y="744"/>
                    <a:pt x="280" y="744"/>
                  </a:cubicBezTo>
                  <a:moveTo>
                    <a:pt x="253" y="23"/>
                  </a:moveTo>
                  <a:lnTo>
                    <a:pt x="253" y="23"/>
                  </a:lnTo>
                  <a:lnTo>
                    <a:pt x="253" y="23"/>
                  </a:lnTo>
                  <a:cubicBezTo>
                    <a:pt x="245" y="23"/>
                    <a:pt x="236" y="23"/>
                    <a:pt x="228" y="25"/>
                  </a:cubicBezTo>
                  <a:cubicBezTo>
                    <a:pt x="163" y="35"/>
                    <a:pt x="106" y="81"/>
                    <a:pt x="68" y="155"/>
                  </a:cubicBezTo>
                  <a:cubicBezTo>
                    <a:pt x="30" y="229"/>
                    <a:pt x="15" y="320"/>
                    <a:pt x="25" y="413"/>
                  </a:cubicBezTo>
                  <a:cubicBezTo>
                    <a:pt x="36" y="509"/>
                    <a:pt x="72" y="594"/>
                    <a:pt x="128" y="654"/>
                  </a:cubicBezTo>
                  <a:cubicBezTo>
                    <a:pt x="180" y="711"/>
                    <a:pt x="244" y="737"/>
                    <a:pt x="306" y="727"/>
                  </a:cubicBezTo>
                  <a:cubicBezTo>
                    <a:pt x="371" y="717"/>
                    <a:pt x="428" y="671"/>
                    <a:pt x="466" y="596"/>
                  </a:cubicBezTo>
                  <a:cubicBezTo>
                    <a:pt x="504" y="523"/>
                    <a:pt x="519" y="431"/>
                    <a:pt x="509" y="338"/>
                  </a:cubicBezTo>
                  <a:cubicBezTo>
                    <a:pt x="498" y="243"/>
                    <a:pt x="462" y="157"/>
                    <a:pt x="407" y="98"/>
                  </a:cubicBezTo>
                  <a:cubicBezTo>
                    <a:pt x="361" y="49"/>
                    <a:pt x="308" y="23"/>
                    <a:pt x="253" y="23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6"/>
            <p:cNvSpPr/>
            <p:nvPr/>
          </p:nvSpPr>
          <p:spPr>
            <a:xfrm>
              <a:off x="6845455" y="4030883"/>
              <a:ext cx="285291" cy="397273"/>
            </a:xfrm>
            <a:custGeom>
              <a:avLst/>
              <a:gdLst/>
              <a:ahLst/>
              <a:cxnLst/>
              <a:rect l="l" t="t" r="r" b="b"/>
              <a:pathLst>
                <a:path w="535" h="745" extrusionOk="0">
                  <a:moveTo>
                    <a:pt x="280" y="744"/>
                  </a:moveTo>
                  <a:cubicBezTo>
                    <a:pt x="222" y="744"/>
                    <a:pt x="165" y="716"/>
                    <a:pt x="117" y="664"/>
                  </a:cubicBezTo>
                  <a:cubicBezTo>
                    <a:pt x="59" y="602"/>
                    <a:pt x="22" y="514"/>
                    <a:pt x="11" y="415"/>
                  </a:cubicBezTo>
                  <a:cubicBezTo>
                    <a:pt x="0" y="319"/>
                    <a:pt x="15" y="224"/>
                    <a:pt x="55" y="148"/>
                  </a:cubicBezTo>
                  <a:cubicBezTo>
                    <a:pt x="95" y="70"/>
                    <a:pt x="156" y="21"/>
                    <a:pt x="225" y="10"/>
                  </a:cubicBezTo>
                  <a:lnTo>
                    <a:pt x="225" y="10"/>
                  </a:lnTo>
                  <a:cubicBezTo>
                    <a:pt x="293" y="0"/>
                    <a:pt x="361" y="27"/>
                    <a:pt x="417" y="88"/>
                  </a:cubicBezTo>
                  <a:cubicBezTo>
                    <a:pt x="474" y="150"/>
                    <a:pt x="512" y="238"/>
                    <a:pt x="523" y="337"/>
                  </a:cubicBezTo>
                  <a:cubicBezTo>
                    <a:pt x="534" y="433"/>
                    <a:pt x="518" y="527"/>
                    <a:pt x="479" y="603"/>
                  </a:cubicBezTo>
                  <a:cubicBezTo>
                    <a:pt x="439" y="682"/>
                    <a:pt x="378" y="731"/>
                    <a:pt x="308" y="742"/>
                  </a:cubicBezTo>
                  <a:lnTo>
                    <a:pt x="308" y="742"/>
                  </a:lnTo>
                  <a:cubicBezTo>
                    <a:pt x="299" y="743"/>
                    <a:pt x="290" y="744"/>
                    <a:pt x="280" y="744"/>
                  </a:cubicBezTo>
                  <a:moveTo>
                    <a:pt x="228" y="25"/>
                  </a:moveTo>
                  <a:lnTo>
                    <a:pt x="228" y="25"/>
                  </a:lnTo>
                  <a:cubicBezTo>
                    <a:pt x="163" y="35"/>
                    <a:pt x="106" y="81"/>
                    <a:pt x="68" y="155"/>
                  </a:cubicBezTo>
                  <a:cubicBezTo>
                    <a:pt x="30" y="229"/>
                    <a:pt x="15" y="320"/>
                    <a:pt x="25" y="413"/>
                  </a:cubicBezTo>
                  <a:cubicBezTo>
                    <a:pt x="36" y="509"/>
                    <a:pt x="72" y="594"/>
                    <a:pt x="127" y="654"/>
                  </a:cubicBezTo>
                  <a:cubicBezTo>
                    <a:pt x="180" y="711"/>
                    <a:pt x="244" y="737"/>
                    <a:pt x="306" y="727"/>
                  </a:cubicBezTo>
                  <a:cubicBezTo>
                    <a:pt x="371" y="717"/>
                    <a:pt x="428" y="671"/>
                    <a:pt x="466" y="596"/>
                  </a:cubicBezTo>
                  <a:cubicBezTo>
                    <a:pt x="504" y="523"/>
                    <a:pt x="519" y="431"/>
                    <a:pt x="509" y="338"/>
                  </a:cubicBezTo>
                  <a:cubicBezTo>
                    <a:pt x="498" y="243"/>
                    <a:pt x="462" y="157"/>
                    <a:pt x="407" y="98"/>
                  </a:cubicBezTo>
                  <a:cubicBezTo>
                    <a:pt x="354" y="41"/>
                    <a:pt x="290" y="15"/>
                    <a:pt x="228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6"/>
            <p:cNvSpPr/>
            <p:nvPr/>
          </p:nvSpPr>
          <p:spPr>
            <a:xfrm>
              <a:off x="6966503" y="3981291"/>
              <a:ext cx="233566" cy="491126"/>
            </a:xfrm>
            <a:custGeom>
              <a:avLst/>
              <a:gdLst/>
              <a:ahLst/>
              <a:cxnLst/>
              <a:rect l="l" t="t" r="r" b="b"/>
              <a:pathLst>
                <a:path w="438" h="921" extrusionOk="0">
                  <a:moveTo>
                    <a:pt x="73" y="920"/>
                  </a:moveTo>
                  <a:lnTo>
                    <a:pt x="73" y="920"/>
                  </a:lnTo>
                  <a:lnTo>
                    <a:pt x="73" y="920"/>
                  </a:lnTo>
                  <a:cubicBezTo>
                    <a:pt x="72" y="920"/>
                    <a:pt x="71" y="920"/>
                    <a:pt x="69" y="919"/>
                  </a:cubicBezTo>
                  <a:cubicBezTo>
                    <a:pt x="68" y="919"/>
                    <a:pt x="67" y="918"/>
                    <a:pt x="66" y="916"/>
                  </a:cubicBezTo>
                  <a:cubicBezTo>
                    <a:pt x="66" y="915"/>
                    <a:pt x="65" y="914"/>
                    <a:pt x="65" y="913"/>
                  </a:cubicBezTo>
                  <a:cubicBezTo>
                    <a:pt x="65" y="912"/>
                    <a:pt x="66" y="910"/>
                    <a:pt x="66" y="909"/>
                  </a:cubicBezTo>
                  <a:cubicBezTo>
                    <a:pt x="67" y="908"/>
                    <a:pt x="68" y="907"/>
                    <a:pt x="69" y="906"/>
                  </a:cubicBezTo>
                  <a:cubicBezTo>
                    <a:pt x="70" y="906"/>
                    <a:pt x="71" y="906"/>
                    <a:pt x="73" y="905"/>
                  </a:cubicBezTo>
                  <a:lnTo>
                    <a:pt x="73" y="905"/>
                  </a:lnTo>
                  <a:cubicBezTo>
                    <a:pt x="78" y="905"/>
                    <a:pt x="84" y="904"/>
                    <a:pt x="89" y="904"/>
                  </a:cubicBezTo>
                  <a:cubicBezTo>
                    <a:pt x="169" y="891"/>
                    <a:pt x="240" y="834"/>
                    <a:pt x="287" y="742"/>
                  </a:cubicBezTo>
                  <a:cubicBezTo>
                    <a:pt x="334" y="651"/>
                    <a:pt x="353" y="538"/>
                    <a:pt x="340" y="422"/>
                  </a:cubicBezTo>
                  <a:cubicBezTo>
                    <a:pt x="314" y="192"/>
                    <a:pt x="168" y="20"/>
                    <a:pt x="8" y="32"/>
                  </a:cubicBezTo>
                  <a:lnTo>
                    <a:pt x="7" y="32"/>
                  </a:lnTo>
                  <a:lnTo>
                    <a:pt x="7" y="32"/>
                  </a:lnTo>
                  <a:lnTo>
                    <a:pt x="7" y="32"/>
                  </a:lnTo>
                  <a:cubicBezTo>
                    <a:pt x="6" y="32"/>
                    <a:pt x="5" y="32"/>
                    <a:pt x="3" y="31"/>
                  </a:cubicBezTo>
                  <a:cubicBezTo>
                    <a:pt x="2" y="31"/>
                    <a:pt x="2" y="31"/>
                    <a:pt x="1" y="29"/>
                  </a:cubicBezTo>
                  <a:cubicBezTo>
                    <a:pt x="1" y="28"/>
                    <a:pt x="0" y="26"/>
                    <a:pt x="0" y="25"/>
                  </a:cubicBezTo>
                  <a:cubicBezTo>
                    <a:pt x="0" y="24"/>
                    <a:pt x="1" y="22"/>
                    <a:pt x="1" y="21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5" y="19"/>
                    <a:pt x="6" y="18"/>
                    <a:pt x="7" y="18"/>
                  </a:cubicBezTo>
                  <a:lnTo>
                    <a:pt x="76" y="12"/>
                  </a:lnTo>
                  <a:cubicBezTo>
                    <a:pt x="244" y="0"/>
                    <a:pt x="397" y="177"/>
                    <a:pt x="424" y="416"/>
                  </a:cubicBezTo>
                  <a:cubicBezTo>
                    <a:pt x="437" y="534"/>
                    <a:pt x="418" y="650"/>
                    <a:pt x="370" y="743"/>
                  </a:cubicBezTo>
                  <a:cubicBezTo>
                    <a:pt x="320" y="840"/>
                    <a:pt x="246" y="900"/>
                    <a:pt x="161" y="913"/>
                  </a:cubicBezTo>
                  <a:cubicBezTo>
                    <a:pt x="155" y="914"/>
                    <a:pt x="149" y="914"/>
                    <a:pt x="143" y="915"/>
                  </a:cubicBezTo>
                  <a:lnTo>
                    <a:pt x="74" y="920"/>
                  </a:lnTo>
                  <a:lnTo>
                    <a:pt x="73" y="920"/>
                  </a:lnTo>
                  <a:moveTo>
                    <a:pt x="89" y="26"/>
                  </a:moveTo>
                  <a:cubicBezTo>
                    <a:pt x="222" y="66"/>
                    <a:pt x="332" y="222"/>
                    <a:pt x="354" y="421"/>
                  </a:cubicBezTo>
                  <a:cubicBezTo>
                    <a:pt x="368" y="539"/>
                    <a:pt x="349" y="655"/>
                    <a:pt x="300" y="748"/>
                  </a:cubicBezTo>
                  <a:cubicBezTo>
                    <a:pt x="263" y="820"/>
                    <a:pt x="213" y="872"/>
                    <a:pt x="154" y="899"/>
                  </a:cubicBezTo>
                  <a:cubicBezTo>
                    <a:pt x="155" y="899"/>
                    <a:pt x="157" y="899"/>
                    <a:pt x="158" y="898"/>
                  </a:cubicBezTo>
                  <a:cubicBezTo>
                    <a:pt x="239" y="886"/>
                    <a:pt x="309" y="828"/>
                    <a:pt x="357" y="736"/>
                  </a:cubicBezTo>
                  <a:cubicBezTo>
                    <a:pt x="403" y="646"/>
                    <a:pt x="422" y="532"/>
                    <a:pt x="409" y="417"/>
                  </a:cubicBezTo>
                  <a:cubicBezTo>
                    <a:pt x="384" y="192"/>
                    <a:pt x="245" y="23"/>
                    <a:pt x="89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6"/>
            <p:cNvSpPr/>
            <p:nvPr/>
          </p:nvSpPr>
          <p:spPr>
            <a:xfrm>
              <a:off x="6917444" y="4106072"/>
              <a:ext cx="121582" cy="247962"/>
            </a:xfrm>
            <a:custGeom>
              <a:avLst/>
              <a:gdLst/>
              <a:ahLst/>
              <a:cxnLst/>
              <a:rect l="l" t="t" r="r" b="b"/>
              <a:pathLst>
                <a:path w="228" h="465" extrusionOk="0">
                  <a:moveTo>
                    <a:pt x="149" y="461"/>
                  </a:moveTo>
                  <a:lnTo>
                    <a:pt x="116" y="464"/>
                  </a:lnTo>
                  <a:cubicBezTo>
                    <a:pt x="113" y="464"/>
                    <a:pt x="110" y="461"/>
                    <a:pt x="110" y="457"/>
                  </a:cubicBezTo>
                  <a:lnTo>
                    <a:pt x="107" y="426"/>
                  </a:lnTo>
                  <a:lnTo>
                    <a:pt x="107" y="426"/>
                  </a:lnTo>
                  <a:lnTo>
                    <a:pt x="106" y="426"/>
                  </a:lnTo>
                  <a:cubicBezTo>
                    <a:pt x="78" y="426"/>
                    <a:pt x="50" y="419"/>
                    <a:pt x="25" y="406"/>
                  </a:cubicBezTo>
                  <a:lnTo>
                    <a:pt x="25" y="406"/>
                  </a:lnTo>
                  <a:cubicBezTo>
                    <a:pt x="24" y="406"/>
                    <a:pt x="24" y="405"/>
                    <a:pt x="23" y="404"/>
                  </a:cubicBezTo>
                  <a:cubicBezTo>
                    <a:pt x="23" y="402"/>
                    <a:pt x="22" y="401"/>
                    <a:pt x="22" y="399"/>
                  </a:cubicBezTo>
                  <a:lnTo>
                    <a:pt x="22" y="398"/>
                  </a:lnTo>
                  <a:lnTo>
                    <a:pt x="32" y="325"/>
                  </a:lnTo>
                  <a:lnTo>
                    <a:pt x="32" y="325"/>
                  </a:lnTo>
                  <a:cubicBezTo>
                    <a:pt x="32" y="324"/>
                    <a:pt x="33" y="323"/>
                    <a:pt x="33" y="322"/>
                  </a:cubicBezTo>
                  <a:cubicBezTo>
                    <a:pt x="34" y="321"/>
                    <a:pt x="34" y="320"/>
                    <a:pt x="35" y="320"/>
                  </a:cubicBezTo>
                  <a:lnTo>
                    <a:pt x="35" y="320"/>
                  </a:lnTo>
                  <a:lnTo>
                    <a:pt x="35" y="320"/>
                  </a:lnTo>
                  <a:cubicBezTo>
                    <a:pt x="36" y="319"/>
                    <a:pt x="36" y="319"/>
                    <a:pt x="37" y="319"/>
                  </a:cubicBezTo>
                  <a:cubicBezTo>
                    <a:pt x="38" y="319"/>
                    <a:pt x="39" y="319"/>
                    <a:pt x="39" y="320"/>
                  </a:cubicBezTo>
                  <a:lnTo>
                    <a:pt x="40" y="320"/>
                  </a:lnTo>
                  <a:lnTo>
                    <a:pt x="40" y="320"/>
                  </a:lnTo>
                  <a:lnTo>
                    <a:pt x="40" y="320"/>
                  </a:lnTo>
                  <a:cubicBezTo>
                    <a:pt x="51" y="326"/>
                    <a:pt x="62" y="331"/>
                    <a:pt x="73" y="333"/>
                  </a:cubicBezTo>
                  <a:lnTo>
                    <a:pt x="73" y="333"/>
                  </a:lnTo>
                  <a:cubicBezTo>
                    <a:pt x="82" y="335"/>
                    <a:pt x="91" y="337"/>
                    <a:pt x="101" y="338"/>
                  </a:cubicBezTo>
                  <a:lnTo>
                    <a:pt x="96" y="278"/>
                  </a:lnTo>
                  <a:lnTo>
                    <a:pt x="94" y="278"/>
                  </a:lnTo>
                  <a:lnTo>
                    <a:pt x="94" y="278"/>
                  </a:lnTo>
                  <a:cubicBezTo>
                    <a:pt x="83" y="275"/>
                    <a:pt x="72" y="271"/>
                    <a:pt x="62" y="265"/>
                  </a:cubicBezTo>
                  <a:cubicBezTo>
                    <a:pt x="50" y="258"/>
                    <a:pt x="39" y="249"/>
                    <a:pt x="30" y="238"/>
                  </a:cubicBezTo>
                  <a:lnTo>
                    <a:pt x="30" y="238"/>
                  </a:lnTo>
                  <a:cubicBezTo>
                    <a:pt x="26" y="233"/>
                    <a:pt x="22" y="228"/>
                    <a:pt x="18" y="222"/>
                  </a:cubicBezTo>
                  <a:cubicBezTo>
                    <a:pt x="9" y="206"/>
                    <a:pt x="3" y="187"/>
                    <a:pt x="2" y="168"/>
                  </a:cubicBezTo>
                  <a:cubicBezTo>
                    <a:pt x="0" y="137"/>
                    <a:pt x="6" y="111"/>
                    <a:pt x="21" y="91"/>
                  </a:cubicBezTo>
                  <a:lnTo>
                    <a:pt x="21" y="91"/>
                  </a:lnTo>
                  <a:cubicBezTo>
                    <a:pt x="29" y="80"/>
                    <a:pt x="40" y="71"/>
                    <a:pt x="51" y="64"/>
                  </a:cubicBezTo>
                  <a:cubicBezTo>
                    <a:pt x="60" y="59"/>
                    <a:pt x="69" y="55"/>
                    <a:pt x="78" y="53"/>
                  </a:cubicBezTo>
                  <a:lnTo>
                    <a:pt x="75" y="10"/>
                  </a:lnTo>
                  <a:lnTo>
                    <a:pt x="75" y="10"/>
                  </a:lnTo>
                  <a:lnTo>
                    <a:pt x="75" y="9"/>
                  </a:lnTo>
                  <a:cubicBezTo>
                    <a:pt x="75" y="8"/>
                    <a:pt x="76" y="7"/>
                    <a:pt x="76" y="6"/>
                  </a:cubicBezTo>
                  <a:cubicBezTo>
                    <a:pt x="77" y="5"/>
                    <a:pt x="77" y="4"/>
                    <a:pt x="78" y="3"/>
                  </a:cubicBezTo>
                  <a:cubicBezTo>
                    <a:pt x="79" y="3"/>
                    <a:pt x="79" y="3"/>
                    <a:pt x="80" y="3"/>
                  </a:cubicBezTo>
                  <a:lnTo>
                    <a:pt x="113" y="0"/>
                  </a:lnTo>
                  <a:cubicBezTo>
                    <a:pt x="116" y="0"/>
                    <a:pt x="119" y="3"/>
                    <a:pt x="119" y="7"/>
                  </a:cubicBezTo>
                  <a:lnTo>
                    <a:pt x="123" y="50"/>
                  </a:lnTo>
                  <a:lnTo>
                    <a:pt x="123" y="50"/>
                  </a:lnTo>
                  <a:cubicBezTo>
                    <a:pt x="147" y="51"/>
                    <a:pt x="172" y="58"/>
                    <a:pt x="194" y="70"/>
                  </a:cubicBezTo>
                  <a:lnTo>
                    <a:pt x="194" y="70"/>
                  </a:lnTo>
                  <a:cubicBezTo>
                    <a:pt x="195" y="70"/>
                    <a:pt x="196" y="71"/>
                    <a:pt x="196" y="73"/>
                  </a:cubicBezTo>
                  <a:cubicBezTo>
                    <a:pt x="197" y="75"/>
                    <a:pt x="197" y="75"/>
                    <a:pt x="197" y="77"/>
                  </a:cubicBezTo>
                  <a:cubicBezTo>
                    <a:pt x="197" y="77"/>
                    <a:pt x="197" y="78"/>
                    <a:pt x="197" y="79"/>
                  </a:cubicBezTo>
                  <a:lnTo>
                    <a:pt x="182" y="150"/>
                  </a:lnTo>
                  <a:lnTo>
                    <a:pt x="182" y="150"/>
                  </a:lnTo>
                  <a:cubicBezTo>
                    <a:pt x="182" y="151"/>
                    <a:pt x="182" y="152"/>
                    <a:pt x="182" y="152"/>
                  </a:cubicBezTo>
                  <a:cubicBezTo>
                    <a:pt x="181" y="153"/>
                    <a:pt x="180" y="154"/>
                    <a:pt x="179" y="155"/>
                  </a:cubicBezTo>
                  <a:lnTo>
                    <a:pt x="179" y="155"/>
                  </a:lnTo>
                  <a:cubicBezTo>
                    <a:pt x="179" y="155"/>
                    <a:pt x="178" y="155"/>
                    <a:pt x="177" y="155"/>
                  </a:cubicBezTo>
                  <a:cubicBezTo>
                    <a:pt x="176" y="155"/>
                    <a:pt x="176" y="155"/>
                    <a:pt x="175" y="155"/>
                  </a:cubicBezTo>
                  <a:lnTo>
                    <a:pt x="175" y="154"/>
                  </a:lnTo>
                  <a:lnTo>
                    <a:pt x="175" y="154"/>
                  </a:lnTo>
                  <a:cubicBezTo>
                    <a:pt x="172" y="153"/>
                    <a:pt x="170" y="151"/>
                    <a:pt x="168" y="150"/>
                  </a:cubicBezTo>
                  <a:cubicBezTo>
                    <a:pt x="156" y="143"/>
                    <a:pt x="143" y="139"/>
                    <a:pt x="129" y="138"/>
                  </a:cubicBezTo>
                  <a:lnTo>
                    <a:pt x="134" y="194"/>
                  </a:lnTo>
                  <a:lnTo>
                    <a:pt x="134" y="194"/>
                  </a:lnTo>
                  <a:cubicBezTo>
                    <a:pt x="146" y="196"/>
                    <a:pt x="157" y="201"/>
                    <a:pt x="167" y="207"/>
                  </a:cubicBezTo>
                  <a:cubicBezTo>
                    <a:pt x="185" y="217"/>
                    <a:pt x="199" y="231"/>
                    <a:pt x="209" y="249"/>
                  </a:cubicBezTo>
                  <a:cubicBezTo>
                    <a:pt x="218" y="265"/>
                    <a:pt x="224" y="283"/>
                    <a:pt x="224" y="301"/>
                  </a:cubicBezTo>
                  <a:cubicBezTo>
                    <a:pt x="227" y="333"/>
                    <a:pt x="221" y="360"/>
                    <a:pt x="208" y="381"/>
                  </a:cubicBezTo>
                  <a:lnTo>
                    <a:pt x="208" y="381"/>
                  </a:lnTo>
                  <a:cubicBezTo>
                    <a:pt x="199" y="393"/>
                    <a:pt x="190" y="404"/>
                    <a:pt x="176" y="411"/>
                  </a:cubicBezTo>
                  <a:cubicBezTo>
                    <a:pt x="169" y="415"/>
                    <a:pt x="160" y="419"/>
                    <a:pt x="152" y="421"/>
                  </a:cubicBezTo>
                  <a:lnTo>
                    <a:pt x="154" y="453"/>
                  </a:lnTo>
                  <a:lnTo>
                    <a:pt x="154" y="453"/>
                  </a:lnTo>
                  <a:cubicBezTo>
                    <a:pt x="154" y="454"/>
                    <a:pt x="154" y="454"/>
                    <a:pt x="154" y="455"/>
                  </a:cubicBezTo>
                  <a:cubicBezTo>
                    <a:pt x="154" y="456"/>
                    <a:pt x="154" y="457"/>
                    <a:pt x="153" y="458"/>
                  </a:cubicBezTo>
                  <a:cubicBezTo>
                    <a:pt x="153" y="459"/>
                    <a:pt x="152" y="460"/>
                    <a:pt x="151" y="460"/>
                  </a:cubicBezTo>
                  <a:cubicBezTo>
                    <a:pt x="150" y="461"/>
                    <a:pt x="150" y="461"/>
                    <a:pt x="149" y="461"/>
                  </a:cubicBezTo>
                  <a:moveTo>
                    <a:pt x="120" y="449"/>
                  </a:moveTo>
                  <a:lnTo>
                    <a:pt x="143" y="447"/>
                  </a:lnTo>
                  <a:lnTo>
                    <a:pt x="140" y="415"/>
                  </a:lnTo>
                  <a:lnTo>
                    <a:pt x="140" y="415"/>
                  </a:lnTo>
                  <a:lnTo>
                    <a:pt x="140" y="414"/>
                  </a:lnTo>
                  <a:cubicBezTo>
                    <a:pt x="140" y="413"/>
                    <a:pt x="141" y="412"/>
                    <a:pt x="141" y="411"/>
                  </a:cubicBezTo>
                  <a:cubicBezTo>
                    <a:pt x="142" y="410"/>
                    <a:pt x="142" y="409"/>
                    <a:pt x="143" y="408"/>
                  </a:cubicBezTo>
                  <a:cubicBezTo>
                    <a:pt x="144" y="408"/>
                    <a:pt x="144" y="408"/>
                    <a:pt x="144" y="408"/>
                  </a:cubicBezTo>
                  <a:cubicBezTo>
                    <a:pt x="169" y="402"/>
                    <a:pt x="187" y="390"/>
                    <a:pt x="199" y="371"/>
                  </a:cubicBezTo>
                  <a:cubicBezTo>
                    <a:pt x="211" y="353"/>
                    <a:pt x="216" y="331"/>
                    <a:pt x="213" y="302"/>
                  </a:cubicBezTo>
                  <a:lnTo>
                    <a:pt x="213" y="302"/>
                  </a:lnTo>
                  <a:cubicBezTo>
                    <a:pt x="213" y="286"/>
                    <a:pt x="208" y="270"/>
                    <a:pt x="200" y="257"/>
                  </a:cubicBezTo>
                  <a:cubicBezTo>
                    <a:pt x="197" y="252"/>
                    <a:pt x="194" y="247"/>
                    <a:pt x="190" y="242"/>
                  </a:cubicBezTo>
                  <a:lnTo>
                    <a:pt x="190" y="242"/>
                  </a:lnTo>
                  <a:cubicBezTo>
                    <a:pt x="182" y="234"/>
                    <a:pt x="174" y="226"/>
                    <a:pt x="163" y="220"/>
                  </a:cubicBezTo>
                  <a:cubicBezTo>
                    <a:pt x="154" y="215"/>
                    <a:pt x="143" y="211"/>
                    <a:pt x="133" y="208"/>
                  </a:cubicBezTo>
                  <a:lnTo>
                    <a:pt x="128" y="207"/>
                  </a:lnTo>
                  <a:lnTo>
                    <a:pt x="128" y="207"/>
                  </a:lnTo>
                  <a:cubicBezTo>
                    <a:pt x="127" y="207"/>
                    <a:pt x="127" y="207"/>
                    <a:pt x="127" y="207"/>
                  </a:cubicBezTo>
                  <a:cubicBezTo>
                    <a:pt x="126" y="206"/>
                    <a:pt x="125" y="205"/>
                    <a:pt x="124" y="204"/>
                  </a:cubicBezTo>
                  <a:cubicBezTo>
                    <a:pt x="123" y="203"/>
                    <a:pt x="123" y="202"/>
                    <a:pt x="123" y="200"/>
                  </a:cubicBezTo>
                  <a:lnTo>
                    <a:pt x="118" y="131"/>
                  </a:lnTo>
                  <a:lnTo>
                    <a:pt x="118" y="131"/>
                  </a:lnTo>
                  <a:cubicBezTo>
                    <a:pt x="118" y="130"/>
                    <a:pt x="118" y="130"/>
                    <a:pt x="118" y="130"/>
                  </a:cubicBezTo>
                  <a:cubicBezTo>
                    <a:pt x="118" y="128"/>
                    <a:pt x="118" y="127"/>
                    <a:pt x="119" y="126"/>
                  </a:cubicBezTo>
                  <a:cubicBezTo>
                    <a:pt x="119" y="125"/>
                    <a:pt x="119" y="125"/>
                    <a:pt x="119" y="125"/>
                  </a:cubicBezTo>
                  <a:lnTo>
                    <a:pt x="119" y="125"/>
                  </a:lnTo>
                  <a:cubicBezTo>
                    <a:pt x="119" y="124"/>
                    <a:pt x="121" y="125"/>
                    <a:pt x="121" y="124"/>
                  </a:cubicBezTo>
                  <a:cubicBezTo>
                    <a:pt x="122" y="124"/>
                    <a:pt x="122" y="123"/>
                    <a:pt x="123" y="123"/>
                  </a:cubicBezTo>
                  <a:lnTo>
                    <a:pt x="123" y="123"/>
                  </a:lnTo>
                  <a:lnTo>
                    <a:pt x="123" y="123"/>
                  </a:lnTo>
                  <a:cubicBezTo>
                    <a:pt x="141" y="124"/>
                    <a:pt x="158" y="129"/>
                    <a:pt x="173" y="137"/>
                  </a:cubicBezTo>
                  <a:lnTo>
                    <a:pt x="173" y="138"/>
                  </a:lnTo>
                  <a:lnTo>
                    <a:pt x="185" y="81"/>
                  </a:lnTo>
                  <a:lnTo>
                    <a:pt x="185" y="81"/>
                  </a:lnTo>
                  <a:cubicBezTo>
                    <a:pt x="164" y="71"/>
                    <a:pt x="141" y="65"/>
                    <a:pt x="118" y="64"/>
                  </a:cubicBezTo>
                  <a:lnTo>
                    <a:pt x="118" y="64"/>
                  </a:lnTo>
                  <a:cubicBezTo>
                    <a:pt x="117" y="64"/>
                    <a:pt x="117" y="64"/>
                    <a:pt x="115" y="63"/>
                  </a:cubicBezTo>
                  <a:cubicBezTo>
                    <a:pt x="115" y="63"/>
                    <a:pt x="114" y="62"/>
                    <a:pt x="113" y="61"/>
                  </a:cubicBezTo>
                  <a:cubicBezTo>
                    <a:pt x="112" y="60"/>
                    <a:pt x="112" y="59"/>
                    <a:pt x="112" y="57"/>
                  </a:cubicBezTo>
                  <a:lnTo>
                    <a:pt x="112" y="57"/>
                  </a:lnTo>
                  <a:lnTo>
                    <a:pt x="109" y="15"/>
                  </a:lnTo>
                  <a:lnTo>
                    <a:pt x="86" y="17"/>
                  </a:lnTo>
                  <a:lnTo>
                    <a:pt x="90" y="59"/>
                  </a:lnTo>
                  <a:lnTo>
                    <a:pt x="90" y="59"/>
                  </a:lnTo>
                  <a:cubicBezTo>
                    <a:pt x="90" y="60"/>
                    <a:pt x="90" y="60"/>
                    <a:pt x="90" y="61"/>
                  </a:cubicBezTo>
                  <a:cubicBezTo>
                    <a:pt x="90" y="62"/>
                    <a:pt x="90" y="63"/>
                    <a:pt x="89" y="64"/>
                  </a:cubicBezTo>
                  <a:cubicBezTo>
                    <a:pt x="88" y="65"/>
                    <a:pt x="88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61" y="72"/>
                    <a:pt x="42" y="83"/>
                    <a:pt x="29" y="101"/>
                  </a:cubicBezTo>
                  <a:cubicBezTo>
                    <a:pt x="16" y="119"/>
                    <a:pt x="11" y="141"/>
                    <a:pt x="13" y="167"/>
                  </a:cubicBezTo>
                  <a:lnTo>
                    <a:pt x="13" y="167"/>
                  </a:lnTo>
                  <a:cubicBezTo>
                    <a:pt x="14" y="184"/>
                    <a:pt x="19" y="199"/>
                    <a:pt x="27" y="213"/>
                  </a:cubicBezTo>
                  <a:cubicBezTo>
                    <a:pt x="30" y="218"/>
                    <a:pt x="33" y="223"/>
                    <a:pt x="37" y="228"/>
                  </a:cubicBezTo>
                  <a:lnTo>
                    <a:pt x="37" y="228"/>
                  </a:lnTo>
                  <a:cubicBezTo>
                    <a:pt x="46" y="237"/>
                    <a:pt x="55" y="246"/>
                    <a:pt x="66" y="252"/>
                  </a:cubicBezTo>
                  <a:cubicBezTo>
                    <a:pt x="76" y="258"/>
                    <a:pt x="86" y="261"/>
                    <a:pt x="96" y="264"/>
                  </a:cubicBezTo>
                  <a:lnTo>
                    <a:pt x="102" y="265"/>
                  </a:lnTo>
                  <a:lnTo>
                    <a:pt x="102" y="265"/>
                  </a:lnTo>
                  <a:lnTo>
                    <a:pt x="103" y="266"/>
                  </a:lnTo>
                  <a:cubicBezTo>
                    <a:pt x="104" y="266"/>
                    <a:pt x="106" y="267"/>
                    <a:pt x="106" y="269"/>
                  </a:cubicBezTo>
                  <a:cubicBezTo>
                    <a:pt x="107" y="270"/>
                    <a:pt x="107" y="271"/>
                    <a:pt x="107" y="272"/>
                  </a:cubicBezTo>
                  <a:lnTo>
                    <a:pt x="112" y="345"/>
                  </a:lnTo>
                  <a:lnTo>
                    <a:pt x="112" y="345"/>
                  </a:lnTo>
                  <a:lnTo>
                    <a:pt x="112" y="346"/>
                  </a:lnTo>
                  <a:cubicBezTo>
                    <a:pt x="112" y="347"/>
                    <a:pt x="112" y="349"/>
                    <a:pt x="111" y="350"/>
                  </a:cubicBezTo>
                  <a:lnTo>
                    <a:pt x="111" y="350"/>
                  </a:lnTo>
                  <a:lnTo>
                    <a:pt x="111" y="350"/>
                  </a:lnTo>
                  <a:cubicBezTo>
                    <a:pt x="111" y="351"/>
                    <a:pt x="110" y="352"/>
                    <a:pt x="109" y="352"/>
                  </a:cubicBezTo>
                  <a:cubicBezTo>
                    <a:pt x="109" y="353"/>
                    <a:pt x="108" y="353"/>
                    <a:pt x="107" y="353"/>
                  </a:cubicBezTo>
                  <a:lnTo>
                    <a:pt x="107" y="353"/>
                  </a:lnTo>
                  <a:lnTo>
                    <a:pt x="107" y="353"/>
                  </a:lnTo>
                  <a:cubicBezTo>
                    <a:pt x="95" y="352"/>
                    <a:pt x="83" y="351"/>
                    <a:pt x="72" y="348"/>
                  </a:cubicBezTo>
                  <a:lnTo>
                    <a:pt x="72" y="348"/>
                  </a:lnTo>
                  <a:cubicBezTo>
                    <a:pt x="62" y="346"/>
                    <a:pt x="51" y="342"/>
                    <a:pt x="42" y="337"/>
                  </a:cubicBezTo>
                  <a:lnTo>
                    <a:pt x="33" y="395"/>
                  </a:lnTo>
                  <a:lnTo>
                    <a:pt x="33" y="395"/>
                  </a:lnTo>
                  <a:cubicBezTo>
                    <a:pt x="56" y="406"/>
                    <a:pt x="81" y="412"/>
                    <a:pt x="106" y="412"/>
                  </a:cubicBezTo>
                  <a:cubicBezTo>
                    <a:pt x="108" y="412"/>
                    <a:pt x="110" y="412"/>
                    <a:pt x="112" y="411"/>
                  </a:cubicBezTo>
                  <a:lnTo>
                    <a:pt x="112" y="411"/>
                  </a:lnTo>
                  <a:cubicBezTo>
                    <a:pt x="113" y="412"/>
                    <a:pt x="114" y="412"/>
                    <a:pt x="114" y="412"/>
                  </a:cubicBezTo>
                  <a:cubicBezTo>
                    <a:pt x="115" y="413"/>
                    <a:pt x="117" y="414"/>
                    <a:pt x="117" y="415"/>
                  </a:cubicBezTo>
                  <a:cubicBezTo>
                    <a:pt x="118" y="416"/>
                    <a:pt x="118" y="417"/>
                    <a:pt x="118" y="418"/>
                  </a:cubicBezTo>
                  <a:lnTo>
                    <a:pt x="118" y="418"/>
                  </a:lnTo>
                  <a:lnTo>
                    <a:pt x="120" y="4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6"/>
            <p:cNvSpPr/>
            <p:nvPr/>
          </p:nvSpPr>
          <p:spPr>
            <a:xfrm>
              <a:off x="6952106" y="4172728"/>
              <a:ext cx="19197" cy="38927"/>
            </a:xfrm>
            <a:custGeom>
              <a:avLst/>
              <a:gdLst/>
              <a:ahLst/>
              <a:cxnLst/>
              <a:rect l="l" t="t" r="r" b="b"/>
              <a:pathLst>
                <a:path w="36" h="73" extrusionOk="0">
                  <a:moveTo>
                    <a:pt x="30" y="72"/>
                  </a:moveTo>
                  <a:lnTo>
                    <a:pt x="30" y="72"/>
                  </a:lnTo>
                  <a:lnTo>
                    <a:pt x="30" y="72"/>
                  </a:lnTo>
                  <a:cubicBezTo>
                    <a:pt x="29" y="72"/>
                    <a:pt x="28" y="72"/>
                    <a:pt x="28" y="71"/>
                  </a:cubicBezTo>
                  <a:lnTo>
                    <a:pt x="28" y="71"/>
                  </a:lnTo>
                  <a:cubicBezTo>
                    <a:pt x="25" y="70"/>
                    <a:pt x="23" y="69"/>
                    <a:pt x="21" y="68"/>
                  </a:cubicBezTo>
                  <a:cubicBezTo>
                    <a:pt x="16" y="65"/>
                    <a:pt x="12" y="62"/>
                    <a:pt x="9" y="58"/>
                  </a:cubicBezTo>
                  <a:lnTo>
                    <a:pt x="9" y="58"/>
                  </a:lnTo>
                  <a:cubicBezTo>
                    <a:pt x="8" y="57"/>
                    <a:pt x="7" y="56"/>
                    <a:pt x="6" y="55"/>
                  </a:cubicBezTo>
                  <a:cubicBezTo>
                    <a:pt x="3" y="49"/>
                    <a:pt x="2" y="43"/>
                    <a:pt x="1" y="37"/>
                  </a:cubicBezTo>
                  <a:cubicBezTo>
                    <a:pt x="0" y="25"/>
                    <a:pt x="3" y="8"/>
                    <a:pt x="23" y="1"/>
                  </a:cubicBezTo>
                  <a:lnTo>
                    <a:pt x="23" y="1"/>
                  </a:lnTo>
                  <a:cubicBezTo>
                    <a:pt x="24" y="0"/>
                    <a:pt x="24" y="0"/>
                    <a:pt x="25" y="0"/>
                  </a:cubicBezTo>
                  <a:cubicBezTo>
                    <a:pt x="26" y="0"/>
                    <a:pt x="26" y="1"/>
                    <a:pt x="27" y="1"/>
                  </a:cubicBezTo>
                  <a:cubicBezTo>
                    <a:pt x="27" y="1"/>
                    <a:pt x="28" y="1"/>
                    <a:pt x="28" y="2"/>
                  </a:cubicBezTo>
                  <a:lnTo>
                    <a:pt x="28" y="2"/>
                  </a:lnTo>
                  <a:cubicBezTo>
                    <a:pt x="29" y="2"/>
                    <a:pt x="29" y="3"/>
                    <a:pt x="29" y="3"/>
                  </a:cubicBezTo>
                  <a:cubicBezTo>
                    <a:pt x="30" y="5"/>
                    <a:pt x="30" y="6"/>
                    <a:pt x="30" y="7"/>
                  </a:cubicBezTo>
                  <a:lnTo>
                    <a:pt x="35" y="64"/>
                  </a:lnTo>
                  <a:lnTo>
                    <a:pt x="35" y="64"/>
                  </a:lnTo>
                  <a:lnTo>
                    <a:pt x="35" y="65"/>
                  </a:lnTo>
                  <a:cubicBezTo>
                    <a:pt x="35" y="66"/>
                    <a:pt x="35" y="69"/>
                    <a:pt x="34" y="69"/>
                  </a:cubicBezTo>
                  <a:cubicBezTo>
                    <a:pt x="34" y="70"/>
                    <a:pt x="33" y="70"/>
                    <a:pt x="33" y="70"/>
                  </a:cubicBezTo>
                  <a:lnTo>
                    <a:pt x="33" y="70"/>
                  </a:lnTo>
                  <a:cubicBezTo>
                    <a:pt x="32" y="71"/>
                    <a:pt x="32" y="71"/>
                    <a:pt x="32" y="71"/>
                  </a:cubicBezTo>
                  <a:cubicBezTo>
                    <a:pt x="31" y="71"/>
                    <a:pt x="31" y="72"/>
                    <a:pt x="30" y="72"/>
                  </a:cubicBezTo>
                  <a:moveTo>
                    <a:pt x="20" y="18"/>
                  </a:moveTo>
                  <a:lnTo>
                    <a:pt x="20" y="18"/>
                  </a:lnTo>
                  <a:cubicBezTo>
                    <a:pt x="18" y="20"/>
                    <a:pt x="17" y="22"/>
                    <a:pt x="15" y="24"/>
                  </a:cubicBezTo>
                  <a:cubicBezTo>
                    <a:pt x="14" y="27"/>
                    <a:pt x="12" y="30"/>
                    <a:pt x="12" y="33"/>
                  </a:cubicBezTo>
                  <a:cubicBezTo>
                    <a:pt x="12" y="34"/>
                    <a:pt x="12" y="35"/>
                    <a:pt x="12" y="36"/>
                  </a:cubicBezTo>
                  <a:lnTo>
                    <a:pt x="12" y="36"/>
                  </a:lnTo>
                  <a:cubicBezTo>
                    <a:pt x="12" y="40"/>
                    <a:pt x="14" y="43"/>
                    <a:pt x="15" y="46"/>
                  </a:cubicBezTo>
                  <a:cubicBezTo>
                    <a:pt x="16" y="47"/>
                    <a:pt x="16" y="47"/>
                    <a:pt x="16" y="48"/>
                  </a:cubicBezTo>
                  <a:lnTo>
                    <a:pt x="16" y="48"/>
                  </a:lnTo>
                  <a:cubicBezTo>
                    <a:pt x="18" y="50"/>
                    <a:pt x="20" y="52"/>
                    <a:pt x="23" y="53"/>
                  </a:cubicBezTo>
                  <a:lnTo>
                    <a:pt x="23" y="53"/>
                  </a:lnTo>
                  <a:lnTo>
                    <a:pt x="20" y="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6"/>
            <p:cNvSpPr/>
            <p:nvPr/>
          </p:nvSpPr>
          <p:spPr>
            <a:xfrm>
              <a:off x="6986767" y="4253783"/>
              <a:ext cx="17597" cy="37861"/>
            </a:xfrm>
            <a:custGeom>
              <a:avLst/>
              <a:gdLst/>
              <a:ahLst/>
              <a:cxnLst/>
              <a:rect l="l" t="t" r="r" b="b"/>
              <a:pathLst>
                <a:path w="33" h="71" extrusionOk="0">
                  <a:moveTo>
                    <a:pt x="10" y="70"/>
                  </a:moveTo>
                  <a:lnTo>
                    <a:pt x="10" y="70"/>
                  </a:lnTo>
                  <a:lnTo>
                    <a:pt x="10" y="70"/>
                  </a:lnTo>
                  <a:cubicBezTo>
                    <a:pt x="9" y="70"/>
                    <a:pt x="8" y="69"/>
                    <a:pt x="8" y="69"/>
                  </a:cubicBezTo>
                  <a:cubicBezTo>
                    <a:pt x="7" y="69"/>
                    <a:pt x="7" y="69"/>
                    <a:pt x="7" y="68"/>
                  </a:cubicBezTo>
                  <a:lnTo>
                    <a:pt x="7" y="68"/>
                  </a:lnTo>
                  <a:cubicBezTo>
                    <a:pt x="6" y="68"/>
                    <a:pt x="6" y="68"/>
                    <a:pt x="5" y="67"/>
                  </a:cubicBezTo>
                  <a:cubicBezTo>
                    <a:pt x="5" y="65"/>
                    <a:pt x="4" y="64"/>
                    <a:pt x="4" y="63"/>
                  </a:cubicBezTo>
                  <a:lnTo>
                    <a:pt x="0" y="8"/>
                  </a:lnTo>
                  <a:lnTo>
                    <a:pt x="0" y="8"/>
                  </a:ln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1" y="4"/>
                    <a:pt x="1" y="3"/>
                  </a:cubicBezTo>
                  <a:cubicBezTo>
                    <a:pt x="2" y="2"/>
                    <a:pt x="1" y="2"/>
                    <a:pt x="2" y="1"/>
                  </a:cubicBezTo>
                  <a:lnTo>
                    <a:pt x="2" y="1"/>
                  </a:lnTo>
                  <a:lnTo>
                    <a:pt x="3" y="0"/>
                  </a:ln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lnTo>
                    <a:pt x="7" y="0"/>
                  </a:lnTo>
                  <a:cubicBezTo>
                    <a:pt x="9" y="1"/>
                    <a:pt x="12" y="2"/>
                    <a:pt x="13" y="3"/>
                  </a:cubicBezTo>
                  <a:cubicBezTo>
                    <a:pt x="19" y="6"/>
                    <a:pt x="22" y="10"/>
                    <a:pt x="25" y="14"/>
                  </a:cubicBezTo>
                  <a:lnTo>
                    <a:pt x="25" y="14"/>
                  </a:lnTo>
                  <a:lnTo>
                    <a:pt x="25" y="15"/>
                  </a:lnTo>
                  <a:cubicBezTo>
                    <a:pt x="29" y="21"/>
                    <a:pt x="31" y="28"/>
                    <a:pt x="32" y="36"/>
                  </a:cubicBezTo>
                  <a:lnTo>
                    <a:pt x="32" y="36"/>
                  </a:lnTo>
                  <a:cubicBezTo>
                    <a:pt x="32" y="37"/>
                    <a:pt x="32" y="38"/>
                    <a:pt x="32" y="40"/>
                  </a:cubicBezTo>
                  <a:cubicBezTo>
                    <a:pt x="32" y="45"/>
                    <a:pt x="31" y="51"/>
                    <a:pt x="28" y="56"/>
                  </a:cubicBezTo>
                  <a:cubicBezTo>
                    <a:pt x="26" y="61"/>
                    <a:pt x="21" y="65"/>
                    <a:pt x="16" y="67"/>
                  </a:cubicBezTo>
                  <a:cubicBezTo>
                    <a:pt x="15" y="68"/>
                    <a:pt x="13" y="69"/>
                    <a:pt x="12" y="69"/>
                  </a:cubicBezTo>
                  <a:lnTo>
                    <a:pt x="12" y="69"/>
                  </a:lnTo>
                  <a:cubicBezTo>
                    <a:pt x="11" y="70"/>
                    <a:pt x="11" y="70"/>
                    <a:pt x="10" y="70"/>
                  </a:cubicBezTo>
                  <a:moveTo>
                    <a:pt x="12" y="18"/>
                  </a:moveTo>
                  <a:lnTo>
                    <a:pt x="14" y="52"/>
                  </a:lnTo>
                  <a:lnTo>
                    <a:pt x="14" y="52"/>
                  </a:lnTo>
                  <a:cubicBezTo>
                    <a:pt x="16" y="50"/>
                    <a:pt x="17" y="49"/>
                    <a:pt x="18" y="47"/>
                  </a:cubicBezTo>
                  <a:cubicBezTo>
                    <a:pt x="20" y="44"/>
                    <a:pt x="21" y="41"/>
                    <a:pt x="21" y="39"/>
                  </a:cubicBezTo>
                  <a:cubicBezTo>
                    <a:pt x="21" y="38"/>
                    <a:pt x="21" y="37"/>
                    <a:pt x="21" y="36"/>
                  </a:cubicBezTo>
                  <a:lnTo>
                    <a:pt x="21" y="36"/>
                  </a:lnTo>
                  <a:cubicBezTo>
                    <a:pt x="20" y="32"/>
                    <a:pt x="19" y="27"/>
                    <a:pt x="17" y="23"/>
                  </a:cubicBezTo>
                  <a:lnTo>
                    <a:pt x="17" y="23"/>
                  </a:lnTo>
                  <a:cubicBezTo>
                    <a:pt x="15" y="21"/>
                    <a:pt x="14" y="20"/>
                    <a:pt x="12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6"/>
            <p:cNvSpPr/>
            <p:nvPr/>
          </p:nvSpPr>
          <p:spPr>
            <a:xfrm>
              <a:off x="6439647" y="4189259"/>
              <a:ext cx="402074" cy="239430"/>
            </a:xfrm>
            <a:custGeom>
              <a:avLst/>
              <a:gdLst/>
              <a:ahLst/>
              <a:cxnLst/>
              <a:rect l="l" t="t" r="r" b="b"/>
              <a:pathLst>
                <a:path w="754" h="449" extrusionOk="0">
                  <a:moveTo>
                    <a:pt x="440" y="372"/>
                  </a:moveTo>
                  <a:cubicBezTo>
                    <a:pt x="425" y="366"/>
                    <a:pt x="410" y="360"/>
                    <a:pt x="395" y="353"/>
                  </a:cubicBezTo>
                  <a:cubicBezTo>
                    <a:pt x="223" y="277"/>
                    <a:pt x="67" y="162"/>
                    <a:pt x="35" y="87"/>
                  </a:cubicBezTo>
                  <a:cubicBezTo>
                    <a:pt x="0" y="5"/>
                    <a:pt x="125" y="0"/>
                    <a:pt x="314" y="76"/>
                  </a:cubicBezTo>
                  <a:cubicBezTo>
                    <a:pt x="332" y="83"/>
                    <a:pt x="349" y="90"/>
                    <a:pt x="367" y="98"/>
                  </a:cubicBezTo>
                  <a:cubicBezTo>
                    <a:pt x="535" y="175"/>
                    <a:pt x="687" y="287"/>
                    <a:pt x="719" y="361"/>
                  </a:cubicBezTo>
                  <a:cubicBezTo>
                    <a:pt x="753" y="443"/>
                    <a:pt x="628" y="448"/>
                    <a:pt x="440" y="37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6"/>
            <p:cNvSpPr/>
            <p:nvPr/>
          </p:nvSpPr>
          <p:spPr>
            <a:xfrm>
              <a:off x="6392721" y="4161267"/>
              <a:ext cx="495927" cy="294889"/>
            </a:xfrm>
            <a:custGeom>
              <a:avLst/>
              <a:gdLst/>
              <a:ahLst/>
              <a:cxnLst/>
              <a:rect l="l" t="t" r="r" b="b"/>
              <a:pathLst>
                <a:path w="930" h="553" extrusionOk="0">
                  <a:moveTo>
                    <a:pt x="542" y="459"/>
                  </a:moveTo>
                  <a:cubicBezTo>
                    <a:pt x="310" y="366"/>
                    <a:pt x="86" y="208"/>
                    <a:pt x="43" y="107"/>
                  </a:cubicBezTo>
                  <a:cubicBezTo>
                    <a:pt x="0" y="6"/>
                    <a:pt x="155" y="0"/>
                    <a:pt x="387" y="93"/>
                  </a:cubicBezTo>
                  <a:cubicBezTo>
                    <a:pt x="619" y="186"/>
                    <a:pt x="843" y="344"/>
                    <a:pt x="886" y="445"/>
                  </a:cubicBezTo>
                  <a:cubicBezTo>
                    <a:pt x="929" y="546"/>
                    <a:pt x="775" y="552"/>
                    <a:pt x="542" y="459"/>
                  </a:cubicBezTo>
                  <a:moveTo>
                    <a:pt x="402" y="128"/>
                  </a:moveTo>
                  <a:cubicBezTo>
                    <a:pt x="213" y="52"/>
                    <a:pt x="88" y="57"/>
                    <a:pt x="123" y="139"/>
                  </a:cubicBezTo>
                  <a:cubicBezTo>
                    <a:pt x="158" y="221"/>
                    <a:pt x="340" y="349"/>
                    <a:pt x="528" y="424"/>
                  </a:cubicBezTo>
                  <a:cubicBezTo>
                    <a:pt x="717" y="500"/>
                    <a:pt x="841" y="495"/>
                    <a:pt x="806" y="413"/>
                  </a:cubicBezTo>
                  <a:cubicBezTo>
                    <a:pt x="772" y="331"/>
                    <a:pt x="590" y="203"/>
                    <a:pt x="402" y="1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6"/>
            <p:cNvSpPr/>
            <p:nvPr/>
          </p:nvSpPr>
          <p:spPr>
            <a:xfrm>
              <a:off x="6384722" y="4192459"/>
              <a:ext cx="482596" cy="310886"/>
            </a:xfrm>
            <a:custGeom>
              <a:avLst/>
              <a:gdLst/>
              <a:ahLst/>
              <a:cxnLst/>
              <a:rect l="l" t="t" r="r" b="b"/>
              <a:pathLst>
                <a:path w="905" h="583" extrusionOk="0">
                  <a:moveTo>
                    <a:pt x="904" y="436"/>
                  </a:moveTo>
                  <a:lnTo>
                    <a:pt x="855" y="532"/>
                  </a:lnTo>
                  <a:cubicBezTo>
                    <a:pt x="829" y="582"/>
                    <a:pt x="693" y="571"/>
                    <a:pt x="508" y="496"/>
                  </a:cubicBezTo>
                  <a:cubicBezTo>
                    <a:pt x="276" y="403"/>
                    <a:pt x="52" y="245"/>
                    <a:pt x="9" y="145"/>
                  </a:cubicBezTo>
                  <a:cubicBezTo>
                    <a:pt x="0" y="124"/>
                    <a:pt x="0" y="108"/>
                    <a:pt x="6" y="95"/>
                  </a:cubicBezTo>
                  <a:lnTo>
                    <a:pt x="55" y="0"/>
                  </a:lnTo>
                  <a:cubicBezTo>
                    <a:pt x="49" y="12"/>
                    <a:pt x="50" y="29"/>
                    <a:pt x="58" y="49"/>
                  </a:cubicBezTo>
                  <a:cubicBezTo>
                    <a:pt x="101" y="150"/>
                    <a:pt x="325" y="307"/>
                    <a:pt x="557" y="401"/>
                  </a:cubicBezTo>
                  <a:cubicBezTo>
                    <a:pt x="743" y="475"/>
                    <a:pt x="878" y="486"/>
                    <a:pt x="904" y="436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6"/>
            <p:cNvSpPr/>
            <p:nvPr/>
          </p:nvSpPr>
          <p:spPr>
            <a:xfrm>
              <a:off x="6447646" y="4188726"/>
              <a:ext cx="386077" cy="231965"/>
            </a:xfrm>
            <a:custGeom>
              <a:avLst/>
              <a:gdLst/>
              <a:ahLst/>
              <a:cxnLst/>
              <a:rect l="l" t="t" r="r" b="b"/>
              <a:pathLst>
                <a:path w="724" h="435" extrusionOk="0">
                  <a:moveTo>
                    <a:pt x="639" y="434"/>
                  </a:moveTo>
                  <a:cubicBezTo>
                    <a:pt x="587" y="434"/>
                    <a:pt x="511" y="416"/>
                    <a:pt x="422" y="380"/>
                  </a:cubicBezTo>
                  <a:cubicBezTo>
                    <a:pt x="232" y="304"/>
                    <a:pt x="48" y="174"/>
                    <a:pt x="13" y="91"/>
                  </a:cubicBezTo>
                  <a:cubicBezTo>
                    <a:pt x="0" y="61"/>
                    <a:pt x="9" y="44"/>
                    <a:pt x="18" y="35"/>
                  </a:cubicBezTo>
                  <a:cubicBezTo>
                    <a:pt x="52" y="0"/>
                    <a:pt x="161" y="13"/>
                    <a:pt x="301" y="70"/>
                  </a:cubicBezTo>
                  <a:cubicBezTo>
                    <a:pt x="491" y="146"/>
                    <a:pt x="675" y="276"/>
                    <a:pt x="710" y="359"/>
                  </a:cubicBezTo>
                  <a:cubicBezTo>
                    <a:pt x="723" y="388"/>
                    <a:pt x="714" y="406"/>
                    <a:pt x="705" y="415"/>
                  </a:cubicBezTo>
                  <a:cubicBezTo>
                    <a:pt x="693" y="428"/>
                    <a:pt x="670" y="434"/>
                    <a:pt x="639" y="434"/>
                  </a:cubicBezTo>
                  <a:moveTo>
                    <a:pt x="84" y="30"/>
                  </a:moveTo>
                  <a:cubicBezTo>
                    <a:pt x="56" y="30"/>
                    <a:pt x="37" y="36"/>
                    <a:pt x="28" y="45"/>
                  </a:cubicBezTo>
                  <a:cubicBezTo>
                    <a:pt x="20" y="54"/>
                    <a:pt x="19" y="67"/>
                    <a:pt x="27" y="85"/>
                  </a:cubicBezTo>
                  <a:cubicBezTo>
                    <a:pt x="61" y="165"/>
                    <a:pt x="241" y="291"/>
                    <a:pt x="428" y="366"/>
                  </a:cubicBezTo>
                  <a:lnTo>
                    <a:pt x="428" y="366"/>
                  </a:lnTo>
                  <a:cubicBezTo>
                    <a:pt x="579" y="427"/>
                    <a:pt x="671" y="429"/>
                    <a:pt x="695" y="405"/>
                  </a:cubicBezTo>
                  <a:cubicBezTo>
                    <a:pt x="704" y="396"/>
                    <a:pt x="704" y="382"/>
                    <a:pt x="697" y="365"/>
                  </a:cubicBezTo>
                  <a:cubicBezTo>
                    <a:pt x="663" y="284"/>
                    <a:pt x="483" y="158"/>
                    <a:pt x="296" y="83"/>
                  </a:cubicBezTo>
                  <a:cubicBezTo>
                    <a:pt x="201" y="45"/>
                    <a:pt x="130" y="30"/>
                    <a:pt x="84" y="30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6"/>
            <p:cNvSpPr/>
            <p:nvPr/>
          </p:nvSpPr>
          <p:spPr>
            <a:xfrm>
              <a:off x="6403919" y="4161530"/>
              <a:ext cx="473530" cy="284224"/>
            </a:xfrm>
            <a:custGeom>
              <a:avLst/>
              <a:gdLst/>
              <a:ahLst/>
              <a:cxnLst/>
              <a:rect l="l" t="t" r="r" b="b"/>
              <a:pathLst>
                <a:path w="888" h="533" extrusionOk="0">
                  <a:moveTo>
                    <a:pt x="786" y="532"/>
                  </a:moveTo>
                  <a:cubicBezTo>
                    <a:pt x="722" y="532"/>
                    <a:pt x="628" y="509"/>
                    <a:pt x="519" y="466"/>
                  </a:cubicBezTo>
                  <a:cubicBezTo>
                    <a:pt x="285" y="372"/>
                    <a:pt x="59" y="212"/>
                    <a:pt x="15" y="110"/>
                  </a:cubicBezTo>
                  <a:cubicBezTo>
                    <a:pt x="0" y="74"/>
                    <a:pt x="10" y="54"/>
                    <a:pt x="21" y="43"/>
                  </a:cubicBezTo>
                  <a:cubicBezTo>
                    <a:pt x="63" y="0"/>
                    <a:pt x="196" y="17"/>
                    <a:pt x="369" y="86"/>
                  </a:cubicBezTo>
                  <a:cubicBezTo>
                    <a:pt x="603" y="180"/>
                    <a:pt x="828" y="339"/>
                    <a:pt x="872" y="442"/>
                  </a:cubicBezTo>
                  <a:cubicBezTo>
                    <a:pt x="887" y="477"/>
                    <a:pt x="877" y="498"/>
                    <a:pt x="866" y="509"/>
                  </a:cubicBezTo>
                  <a:cubicBezTo>
                    <a:pt x="851" y="525"/>
                    <a:pt x="824" y="532"/>
                    <a:pt x="786" y="532"/>
                  </a:cubicBezTo>
                  <a:moveTo>
                    <a:pt x="101" y="34"/>
                  </a:moveTo>
                  <a:cubicBezTo>
                    <a:pt x="66" y="34"/>
                    <a:pt x="44" y="41"/>
                    <a:pt x="32" y="53"/>
                  </a:cubicBezTo>
                  <a:cubicBezTo>
                    <a:pt x="21" y="65"/>
                    <a:pt x="19" y="82"/>
                    <a:pt x="29" y="104"/>
                  </a:cubicBezTo>
                  <a:cubicBezTo>
                    <a:pt x="71" y="203"/>
                    <a:pt x="293" y="359"/>
                    <a:pt x="524" y="452"/>
                  </a:cubicBezTo>
                  <a:lnTo>
                    <a:pt x="524" y="452"/>
                  </a:lnTo>
                  <a:cubicBezTo>
                    <a:pt x="711" y="527"/>
                    <a:pt x="826" y="529"/>
                    <a:pt x="856" y="498"/>
                  </a:cubicBezTo>
                  <a:cubicBezTo>
                    <a:pt x="867" y="487"/>
                    <a:pt x="868" y="470"/>
                    <a:pt x="858" y="448"/>
                  </a:cubicBezTo>
                  <a:cubicBezTo>
                    <a:pt x="816" y="348"/>
                    <a:pt x="594" y="192"/>
                    <a:pt x="363" y="100"/>
                  </a:cubicBezTo>
                  <a:cubicBezTo>
                    <a:pt x="247" y="53"/>
                    <a:pt x="159" y="34"/>
                    <a:pt x="101" y="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6"/>
            <p:cNvSpPr/>
            <p:nvPr/>
          </p:nvSpPr>
          <p:spPr>
            <a:xfrm>
              <a:off x="6447646" y="4188726"/>
              <a:ext cx="386077" cy="231965"/>
            </a:xfrm>
            <a:custGeom>
              <a:avLst/>
              <a:gdLst/>
              <a:ahLst/>
              <a:cxnLst/>
              <a:rect l="l" t="t" r="r" b="b"/>
              <a:pathLst>
                <a:path w="724" h="435" extrusionOk="0">
                  <a:moveTo>
                    <a:pt x="639" y="434"/>
                  </a:moveTo>
                  <a:cubicBezTo>
                    <a:pt x="587" y="434"/>
                    <a:pt x="511" y="416"/>
                    <a:pt x="422" y="380"/>
                  </a:cubicBezTo>
                  <a:cubicBezTo>
                    <a:pt x="232" y="304"/>
                    <a:pt x="48" y="174"/>
                    <a:pt x="13" y="91"/>
                  </a:cubicBezTo>
                  <a:cubicBezTo>
                    <a:pt x="0" y="61"/>
                    <a:pt x="9" y="44"/>
                    <a:pt x="18" y="35"/>
                  </a:cubicBezTo>
                  <a:cubicBezTo>
                    <a:pt x="52" y="0"/>
                    <a:pt x="161" y="13"/>
                    <a:pt x="301" y="70"/>
                  </a:cubicBezTo>
                  <a:lnTo>
                    <a:pt x="301" y="70"/>
                  </a:lnTo>
                  <a:cubicBezTo>
                    <a:pt x="491" y="146"/>
                    <a:pt x="675" y="276"/>
                    <a:pt x="710" y="359"/>
                  </a:cubicBezTo>
                  <a:cubicBezTo>
                    <a:pt x="723" y="388"/>
                    <a:pt x="714" y="406"/>
                    <a:pt x="705" y="415"/>
                  </a:cubicBezTo>
                  <a:cubicBezTo>
                    <a:pt x="693" y="428"/>
                    <a:pt x="670" y="434"/>
                    <a:pt x="639" y="434"/>
                  </a:cubicBezTo>
                  <a:moveTo>
                    <a:pt x="84" y="30"/>
                  </a:moveTo>
                  <a:cubicBezTo>
                    <a:pt x="56" y="30"/>
                    <a:pt x="37" y="36"/>
                    <a:pt x="28" y="45"/>
                  </a:cubicBezTo>
                  <a:cubicBezTo>
                    <a:pt x="20" y="54"/>
                    <a:pt x="19" y="67"/>
                    <a:pt x="27" y="85"/>
                  </a:cubicBezTo>
                  <a:cubicBezTo>
                    <a:pt x="61" y="165"/>
                    <a:pt x="241" y="291"/>
                    <a:pt x="428" y="366"/>
                  </a:cubicBezTo>
                  <a:cubicBezTo>
                    <a:pt x="579" y="427"/>
                    <a:pt x="671" y="429"/>
                    <a:pt x="695" y="405"/>
                  </a:cubicBezTo>
                  <a:cubicBezTo>
                    <a:pt x="704" y="396"/>
                    <a:pt x="704" y="382"/>
                    <a:pt x="697" y="365"/>
                  </a:cubicBezTo>
                  <a:cubicBezTo>
                    <a:pt x="663" y="284"/>
                    <a:pt x="483" y="158"/>
                    <a:pt x="296" y="83"/>
                  </a:cubicBezTo>
                  <a:lnTo>
                    <a:pt x="296" y="83"/>
                  </a:lnTo>
                  <a:cubicBezTo>
                    <a:pt x="201" y="45"/>
                    <a:pt x="130" y="30"/>
                    <a:pt x="84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6"/>
            <p:cNvSpPr/>
            <p:nvPr/>
          </p:nvSpPr>
          <p:spPr>
            <a:xfrm>
              <a:off x="6380456" y="4188193"/>
              <a:ext cx="490595" cy="309286"/>
            </a:xfrm>
            <a:custGeom>
              <a:avLst/>
              <a:gdLst/>
              <a:ahLst/>
              <a:cxnLst/>
              <a:rect l="l" t="t" r="r" b="b"/>
              <a:pathLst>
                <a:path w="920" h="580" extrusionOk="0">
                  <a:moveTo>
                    <a:pt x="781" y="578"/>
                  </a:moveTo>
                  <a:cubicBezTo>
                    <a:pt x="717" y="578"/>
                    <a:pt x="623" y="555"/>
                    <a:pt x="513" y="511"/>
                  </a:cubicBezTo>
                  <a:cubicBezTo>
                    <a:pt x="279" y="417"/>
                    <a:pt x="54" y="258"/>
                    <a:pt x="10" y="155"/>
                  </a:cubicBezTo>
                  <a:cubicBezTo>
                    <a:pt x="1" y="133"/>
                    <a:pt x="0" y="115"/>
                    <a:pt x="8" y="100"/>
                  </a:cubicBezTo>
                  <a:lnTo>
                    <a:pt x="57" y="4"/>
                  </a:lnTo>
                  <a:lnTo>
                    <a:pt x="57" y="4"/>
                  </a:lnTo>
                  <a:lnTo>
                    <a:pt x="57" y="4"/>
                  </a:lnTo>
                  <a:cubicBezTo>
                    <a:pt x="58" y="3"/>
                    <a:pt x="59" y="2"/>
                    <a:pt x="60" y="1"/>
                  </a:cubicBezTo>
                  <a:cubicBezTo>
                    <a:pt x="62" y="1"/>
                    <a:pt x="62" y="0"/>
                    <a:pt x="63" y="0"/>
                  </a:cubicBezTo>
                  <a:cubicBezTo>
                    <a:pt x="65" y="0"/>
                    <a:pt x="66" y="1"/>
                    <a:pt x="67" y="1"/>
                  </a:cubicBezTo>
                  <a:cubicBezTo>
                    <a:pt x="69" y="2"/>
                    <a:pt x="70" y="3"/>
                    <a:pt x="70" y="4"/>
                  </a:cubicBezTo>
                  <a:cubicBezTo>
                    <a:pt x="71" y="5"/>
                    <a:pt x="71" y="6"/>
                    <a:pt x="71" y="8"/>
                  </a:cubicBezTo>
                  <a:cubicBezTo>
                    <a:pt x="71" y="9"/>
                    <a:pt x="70" y="10"/>
                    <a:pt x="70" y="11"/>
                  </a:cubicBezTo>
                  <a:cubicBezTo>
                    <a:pt x="64" y="22"/>
                    <a:pt x="65" y="36"/>
                    <a:pt x="73" y="54"/>
                  </a:cubicBezTo>
                  <a:cubicBezTo>
                    <a:pt x="115" y="153"/>
                    <a:pt x="337" y="309"/>
                    <a:pt x="568" y="402"/>
                  </a:cubicBezTo>
                  <a:cubicBezTo>
                    <a:pt x="771" y="484"/>
                    <a:pt x="886" y="479"/>
                    <a:pt x="905" y="441"/>
                  </a:cubicBezTo>
                  <a:lnTo>
                    <a:pt x="905" y="441"/>
                  </a:lnTo>
                  <a:cubicBezTo>
                    <a:pt x="906" y="441"/>
                    <a:pt x="906" y="441"/>
                    <a:pt x="906" y="441"/>
                  </a:cubicBezTo>
                  <a:cubicBezTo>
                    <a:pt x="906" y="440"/>
                    <a:pt x="907" y="439"/>
                    <a:pt x="908" y="438"/>
                  </a:cubicBezTo>
                  <a:cubicBezTo>
                    <a:pt x="909" y="437"/>
                    <a:pt x="911" y="437"/>
                    <a:pt x="912" y="437"/>
                  </a:cubicBezTo>
                  <a:cubicBezTo>
                    <a:pt x="913" y="437"/>
                    <a:pt x="915" y="437"/>
                    <a:pt x="916" y="438"/>
                  </a:cubicBezTo>
                  <a:cubicBezTo>
                    <a:pt x="917" y="439"/>
                    <a:pt x="918" y="440"/>
                    <a:pt x="918" y="441"/>
                  </a:cubicBezTo>
                  <a:cubicBezTo>
                    <a:pt x="919" y="442"/>
                    <a:pt x="919" y="443"/>
                    <a:pt x="919" y="444"/>
                  </a:cubicBezTo>
                  <a:cubicBezTo>
                    <a:pt x="919" y="446"/>
                    <a:pt x="919" y="447"/>
                    <a:pt x="919" y="448"/>
                  </a:cubicBezTo>
                  <a:lnTo>
                    <a:pt x="919" y="448"/>
                  </a:lnTo>
                  <a:lnTo>
                    <a:pt x="869" y="543"/>
                  </a:lnTo>
                  <a:cubicBezTo>
                    <a:pt x="857" y="566"/>
                    <a:pt x="826" y="578"/>
                    <a:pt x="781" y="578"/>
                  </a:cubicBezTo>
                  <a:moveTo>
                    <a:pt x="54" y="43"/>
                  </a:moveTo>
                  <a:lnTo>
                    <a:pt x="21" y="106"/>
                  </a:lnTo>
                  <a:cubicBezTo>
                    <a:pt x="15" y="117"/>
                    <a:pt x="16" y="132"/>
                    <a:pt x="24" y="150"/>
                  </a:cubicBezTo>
                  <a:cubicBezTo>
                    <a:pt x="66" y="249"/>
                    <a:pt x="288" y="405"/>
                    <a:pt x="519" y="498"/>
                  </a:cubicBezTo>
                  <a:cubicBezTo>
                    <a:pt x="722" y="579"/>
                    <a:pt x="836" y="575"/>
                    <a:pt x="856" y="537"/>
                  </a:cubicBezTo>
                  <a:lnTo>
                    <a:pt x="889" y="473"/>
                  </a:lnTo>
                  <a:cubicBezTo>
                    <a:pt x="833" y="496"/>
                    <a:pt x="713" y="476"/>
                    <a:pt x="563" y="416"/>
                  </a:cubicBezTo>
                  <a:cubicBezTo>
                    <a:pt x="329" y="322"/>
                    <a:pt x="103" y="162"/>
                    <a:pt x="59" y="60"/>
                  </a:cubicBezTo>
                  <a:lnTo>
                    <a:pt x="59" y="60"/>
                  </a:lnTo>
                  <a:cubicBezTo>
                    <a:pt x="57" y="54"/>
                    <a:pt x="55" y="49"/>
                    <a:pt x="54" y="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6"/>
            <p:cNvSpPr/>
            <p:nvPr/>
          </p:nvSpPr>
          <p:spPr>
            <a:xfrm>
              <a:off x="6508437" y="4217521"/>
              <a:ext cx="269294" cy="173307"/>
            </a:xfrm>
            <a:custGeom>
              <a:avLst/>
              <a:gdLst/>
              <a:ahLst/>
              <a:cxnLst/>
              <a:rect l="l" t="t" r="r" b="b"/>
              <a:pathLst>
                <a:path w="505" h="325" extrusionOk="0">
                  <a:moveTo>
                    <a:pt x="501" y="324"/>
                  </a:moveTo>
                  <a:lnTo>
                    <a:pt x="464" y="324"/>
                  </a:lnTo>
                  <a:lnTo>
                    <a:pt x="464" y="324"/>
                  </a:lnTo>
                  <a:cubicBezTo>
                    <a:pt x="461" y="324"/>
                    <a:pt x="457" y="322"/>
                    <a:pt x="453" y="320"/>
                  </a:cubicBezTo>
                  <a:cubicBezTo>
                    <a:pt x="453" y="320"/>
                    <a:pt x="452" y="319"/>
                    <a:pt x="451" y="319"/>
                  </a:cubicBezTo>
                  <a:lnTo>
                    <a:pt x="420" y="297"/>
                  </a:lnTo>
                  <a:lnTo>
                    <a:pt x="420" y="297"/>
                  </a:lnTo>
                  <a:cubicBezTo>
                    <a:pt x="382" y="295"/>
                    <a:pt x="344" y="289"/>
                    <a:pt x="307" y="279"/>
                  </a:cubicBezTo>
                  <a:lnTo>
                    <a:pt x="307" y="279"/>
                  </a:lnTo>
                  <a:cubicBezTo>
                    <a:pt x="304" y="279"/>
                    <a:pt x="301" y="278"/>
                    <a:pt x="299" y="276"/>
                  </a:cubicBezTo>
                  <a:cubicBezTo>
                    <a:pt x="298" y="275"/>
                    <a:pt x="296" y="274"/>
                    <a:pt x="295" y="273"/>
                  </a:cubicBezTo>
                  <a:lnTo>
                    <a:pt x="240" y="223"/>
                  </a:lnTo>
                  <a:cubicBezTo>
                    <a:pt x="239" y="221"/>
                    <a:pt x="238" y="220"/>
                    <a:pt x="239" y="220"/>
                  </a:cubicBezTo>
                  <a:lnTo>
                    <a:pt x="239" y="220"/>
                  </a:lnTo>
                  <a:cubicBezTo>
                    <a:pt x="240" y="219"/>
                    <a:pt x="241" y="219"/>
                    <a:pt x="242" y="219"/>
                  </a:cubicBezTo>
                  <a:cubicBezTo>
                    <a:pt x="243" y="219"/>
                    <a:pt x="244" y="219"/>
                    <a:pt x="245" y="220"/>
                  </a:cubicBezTo>
                  <a:lnTo>
                    <a:pt x="245" y="220"/>
                  </a:lnTo>
                  <a:cubicBezTo>
                    <a:pt x="262" y="224"/>
                    <a:pt x="279" y="228"/>
                    <a:pt x="296" y="231"/>
                  </a:cubicBezTo>
                  <a:cubicBezTo>
                    <a:pt x="310" y="233"/>
                    <a:pt x="322" y="234"/>
                    <a:pt x="332" y="235"/>
                  </a:cubicBezTo>
                  <a:lnTo>
                    <a:pt x="272" y="193"/>
                  </a:lnTo>
                  <a:lnTo>
                    <a:pt x="270" y="193"/>
                  </a:lnTo>
                  <a:lnTo>
                    <a:pt x="270" y="193"/>
                  </a:lnTo>
                  <a:cubicBezTo>
                    <a:pt x="232" y="186"/>
                    <a:pt x="195" y="176"/>
                    <a:pt x="159" y="162"/>
                  </a:cubicBezTo>
                  <a:lnTo>
                    <a:pt x="159" y="162"/>
                  </a:lnTo>
                  <a:cubicBezTo>
                    <a:pt x="136" y="153"/>
                    <a:pt x="116" y="143"/>
                    <a:pt x="94" y="131"/>
                  </a:cubicBezTo>
                  <a:cubicBezTo>
                    <a:pt x="84" y="125"/>
                    <a:pt x="73" y="119"/>
                    <a:pt x="63" y="112"/>
                  </a:cubicBezTo>
                  <a:cubicBezTo>
                    <a:pt x="33" y="90"/>
                    <a:pt x="16" y="73"/>
                    <a:pt x="15" y="59"/>
                  </a:cubicBezTo>
                  <a:cubicBezTo>
                    <a:pt x="13" y="46"/>
                    <a:pt x="24" y="38"/>
                    <a:pt x="47" y="35"/>
                  </a:cubicBezTo>
                  <a:lnTo>
                    <a:pt x="5" y="5"/>
                  </a:lnTo>
                  <a:cubicBezTo>
                    <a:pt x="1" y="3"/>
                    <a:pt x="0" y="0"/>
                    <a:pt x="3" y="0"/>
                  </a:cubicBezTo>
                  <a:lnTo>
                    <a:pt x="40" y="0"/>
                  </a:lnTo>
                  <a:lnTo>
                    <a:pt x="40" y="0"/>
                  </a:lnTo>
                  <a:cubicBezTo>
                    <a:pt x="44" y="1"/>
                    <a:pt x="47" y="2"/>
                    <a:pt x="51" y="4"/>
                  </a:cubicBezTo>
                  <a:cubicBezTo>
                    <a:pt x="52" y="4"/>
                    <a:pt x="52" y="5"/>
                    <a:pt x="53" y="5"/>
                  </a:cubicBezTo>
                  <a:lnTo>
                    <a:pt x="96" y="35"/>
                  </a:lnTo>
                  <a:lnTo>
                    <a:pt x="96" y="35"/>
                  </a:lnTo>
                  <a:cubicBezTo>
                    <a:pt x="130" y="38"/>
                    <a:pt x="164" y="44"/>
                    <a:pt x="197" y="53"/>
                  </a:cubicBezTo>
                  <a:lnTo>
                    <a:pt x="197" y="53"/>
                  </a:lnTo>
                  <a:cubicBezTo>
                    <a:pt x="200" y="54"/>
                    <a:pt x="203" y="55"/>
                    <a:pt x="205" y="56"/>
                  </a:cubicBezTo>
                  <a:cubicBezTo>
                    <a:pt x="207" y="57"/>
                    <a:pt x="208" y="58"/>
                    <a:pt x="209" y="59"/>
                  </a:cubicBezTo>
                  <a:lnTo>
                    <a:pt x="257" y="108"/>
                  </a:lnTo>
                  <a:cubicBezTo>
                    <a:pt x="258" y="110"/>
                    <a:pt x="258" y="111"/>
                    <a:pt x="257" y="111"/>
                  </a:cubicBezTo>
                  <a:lnTo>
                    <a:pt x="257" y="111"/>
                  </a:lnTo>
                  <a:cubicBezTo>
                    <a:pt x="257" y="112"/>
                    <a:pt x="256" y="112"/>
                    <a:pt x="255" y="112"/>
                  </a:cubicBezTo>
                  <a:cubicBezTo>
                    <a:pt x="254" y="112"/>
                    <a:pt x="253" y="111"/>
                    <a:pt x="251" y="111"/>
                  </a:cubicBezTo>
                  <a:lnTo>
                    <a:pt x="251" y="111"/>
                  </a:lnTo>
                  <a:cubicBezTo>
                    <a:pt x="229" y="104"/>
                    <a:pt x="207" y="100"/>
                    <a:pt x="184" y="97"/>
                  </a:cubicBezTo>
                  <a:lnTo>
                    <a:pt x="241" y="137"/>
                  </a:lnTo>
                  <a:lnTo>
                    <a:pt x="241" y="137"/>
                  </a:lnTo>
                  <a:cubicBezTo>
                    <a:pt x="277" y="143"/>
                    <a:pt x="313" y="153"/>
                    <a:pt x="348" y="166"/>
                  </a:cubicBezTo>
                  <a:lnTo>
                    <a:pt x="348" y="166"/>
                  </a:lnTo>
                  <a:cubicBezTo>
                    <a:pt x="370" y="175"/>
                    <a:pt x="393" y="185"/>
                    <a:pt x="413" y="197"/>
                  </a:cubicBezTo>
                  <a:cubicBezTo>
                    <a:pt x="424" y="203"/>
                    <a:pt x="433" y="209"/>
                    <a:pt x="443" y="216"/>
                  </a:cubicBezTo>
                  <a:cubicBezTo>
                    <a:pt x="475" y="239"/>
                    <a:pt x="493" y="257"/>
                    <a:pt x="496" y="271"/>
                  </a:cubicBezTo>
                  <a:cubicBezTo>
                    <a:pt x="499" y="284"/>
                    <a:pt x="489" y="293"/>
                    <a:pt x="467" y="296"/>
                  </a:cubicBezTo>
                  <a:lnTo>
                    <a:pt x="499" y="319"/>
                  </a:lnTo>
                  <a:cubicBezTo>
                    <a:pt x="504" y="322"/>
                    <a:pt x="504" y="324"/>
                    <a:pt x="501" y="324"/>
                  </a:cubicBezTo>
                  <a:moveTo>
                    <a:pt x="456" y="314"/>
                  </a:moveTo>
                  <a:lnTo>
                    <a:pt x="480" y="314"/>
                  </a:lnTo>
                  <a:lnTo>
                    <a:pt x="448" y="292"/>
                  </a:lnTo>
                  <a:cubicBezTo>
                    <a:pt x="445" y="289"/>
                    <a:pt x="444" y="287"/>
                    <a:pt x="447" y="287"/>
                  </a:cubicBezTo>
                  <a:cubicBezTo>
                    <a:pt x="470" y="284"/>
                    <a:pt x="480" y="276"/>
                    <a:pt x="477" y="264"/>
                  </a:cubicBezTo>
                  <a:cubicBezTo>
                    <a:pt x="475" y="252"/>
                    <a:pt x="460" y="236"/>
                    <a:pt x="431" y="216"/>
                  </a:cubicBezTo>
                  <a:lnTo>
                    <a:pt x="431" y="216"/>
                  </a:lnTo>
                  <a:cubicBezTo>
                    <a:pt x="423" y="210"/>
                    <a:pt x="414" y="205"/>
                    <a:pt x="405" y="200"/>
                  </a:cubicBezTo>
                  <a:cubicBezTo>
                    <a:pt x="387" y="190"/>
                    <a:pt x="369" y="181"/>
                    <a:pt x="350" y="173"/>
                  </a:cubicBezTo>
                  <a:lnTo>
                    <a:pt x="350" y="173"/>
                  </a:lnTo>
                  <a:cubicBezTo>
                    <a:pt x="318" y="161"/>
                    <a:pt x="285" y="152"/>
                    <a:pt x="252" y="147"/>
                  </a:cubicBezTo>
                  <a:lnTo>
                    <a:pt x="245" y="146"/>
                  </a:lnTo>
                  <a:lnTo>
                    <a:pt x="245" y="146"/>
                  </a:lnTo>
                  <a:cubicBezTo>
                    <a:pt x="242" y="145"/>
                    <a:pt x="240" y="144"/>
                    <a:pt x="236" y="142"/>
                  </a:cubicBezTo>
                  <a:lnTo>
                    <a:pt x="234" y="141"/>
                  </a:lnTo>
                  <a:lnTo>
                    <a:pt x="164" y="92"/>
                  </a:lnTo>
                  <a:cubicBezTo>
                    <a:pt x="162" y="90"/>
                    <a:pt x="161" y="89"/>
                    <a:pt x="160" y="88"/>
                  </a:cubicBezTo>
                  <a:cubicBezTo>
                    <a:pt x="160" y="87"/>
                    <a:pt x="161" y="87"/>
                    <a:pt x="163" y="87"/>
                  </a:cubicBezTo>
                  <a:lnTo>
                    <a:pt x="163" y="87"/>
                  </a:lnTo>
                  <a:cubicBezTo>
                    <a:pt x="187" y="89"/>
                    <a:pt x="211" y="93"/>
                    <a:pt x="235" y="99"/>
                  </a:cubicBezTo>
                  <a:lnTo>
                    <a:pt x="197" y="61"/>
                  </a:lnTo>
                  <a:lnTo>
                    <a:pt x="197" y="61"/>
                  </a:lnTo>
                  <a:cubicBezTo>
                    <a:pt x="166" y="53"/>
                    <a:pt x="135" y="48"/>
                    <a:pt x="103" y="46"/>
                  </a:cubicBezTo>
                  <a:lnTo>
                    <a:pt x="103" y="46"/>
                  </a:lnTo>
                  <a:cubicBezTo>
                    <a:pt x="100" y="45"/>
                    <a:pt x="96" y="44"/>
                    <a:pt x="93" y="42"/>
                  </a:cubicBezTo>
                  <a:cubicBezTo>
                    <a:pt x="92" y="41"/>
                    <a:pt x="91" y="41"/>
                    <a:pt x="91" y="40"/>
                  </a:cubicBezTo>
                  <a:lnTo>
                    <a:pt x="49" y="11"/>
                  </a:lnTo>
                  <a:lnTo>
                    <a:pt x="24" y="11"/>
                  </a:lnTo>
                  <a:lnTo>
                    <a:pt x="66" y="40"/>
                  </a:lnTo>
                  <a:cubicBezTo>
                    <a:pt x="70" y="43"/>
                    <a:pt x="71" y="45"/>
                    <a:pt x="68" y="46"/>
                  </a:cubicBezTo>
                  <a:cubicBezTo>
                    <a:pt x="44" y="48"/>
                    <a:pt x="33" y="55"/>
                    <a:pt x="34" y="67"/>
                  </a:cubicBezTo>
                  <a:cubicBezTo>
                    <a:pt x="36" y="79"/>
                    <a:pt x="49" y="93"/>
                    <a:pt x="75" y="112"/>
                  </a:cubicBezTo>
                  <a:lnTo>
                    <a:pt x="75" y="112"/>
                  </a:lnTo>
                  <a:cubicBezTo>
                    <a:pt x="84" y="118"/>
                    <a:pt x="93" y="123"/>
                    <a:pt x="102" y="129"/>
                  </a:cubicBezTo>
                  <a:cubicBezTo>
                    <a:pt x="120" y="139"/>
                    <a:pt x="138" y="148"/>
                    <a:pt x="158" y="155"/>
                  </a:cubicBezTo>
                  <a:lnTo>
                    <a:pt x="158" y="155"/>
                  </a:lnTo>
                  <a:cubicBezTo>
                    <a:pt x="191" y="168"/>
                    <a:pt x="224" y="177"/>
                    <a:pt x="259" y="183"/>
                  </a:cubicBezTo>
                  <a:lnTo>
                    <a:pt x="268" y="185"/>
                  </a:lnTo>
                  <a:lnTo>
                    <a:pt x="268" y="185"/>
                  </a:lnTo>
                  <a:cubicBezTo>
                    <a:pt x="271" y="185"/>
                    <a:pt x="274" y="187"/>
                    <a:pt x="277" y="188"/>
                  </a:cubicBezTo>
                  <a:cubicBezTo>
                    <a:pt x="278" y="189"/>
                    <a:pt x="278" y="189"/>
                    <a:pt x="279" y="190"/>
                  </a:cubicBezTo>
                  <a:lnTo>
                    <a:pt x="352" y="241"/>
                  </a:lnTo>
                  <a:cubicBezTo>
                    <a:pt x="354" y="242"/>
                    <a:pt x="355" y="244"/>
                    <a:pt x="355" y="245"/>
                  </a:cubicBezTo>
                  <a:cubicBezTo>
                    <a:pt x="356" y="246"/>
                    <a:pt x="355" y="246"/>
                    <a:pt x="353" y="246"/>
                  </a:cubicBezTo>
                  <a:cubicBezTo>
                    <a:pt x="340" y="245"/>
                    <a:pt x="325" y="244"/>
                    <a:pt x="308" y="241"/>
                  </a:cubicBezTo>
                  <a:cubicBezTo>
                    <a:pt x="293" y="239"/>
                    <a:pt x="278" y="236"/>
                    <a:pt x="263" y="232"/>
                  </a:cubicBezTo>
                  <a:lnTo>
                    <a:pt x="306" y="272"/>
                  </a:lnTo>
                  <a:lnTo>
                    <a:pt x="306" y="272"/>
                  </a:lnTo>
                  <a:cubicBezTo>
                    <a:pt x="341" y="281"/>
                    <a:pt x="376" y="286"/>
                    <a:pt x="412" y="287"/>
                  </a:cubicBezTo>
                  <a:lnTo>
                    <a:pt x="412" y="287"/>
                  </a:lnTo>
                  <a:cubicBezTo>
                    <a:pt x="416" y="288"/>
                    <a:pt x="420" y="290"/>
                    <a:pt x="423" y="291"/>
                  </a:cubicBezTo>
                  <a:cubicBezTo>
                    <a:pt x="424" y="292"/>
                    <a:pt x="425" y="292"/>
                    <a:pt x="425" y="292"/>
                  </a:cubicBezTo>
                  <a:lnTo>
                    <a:pt x="456" y="3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6"/>
            <p:cNvSpPr/>
            <p:nvPr/>
          </p:nvSpPr>
          <p:spPr>
            <a:xfrm>
              <a:off x="6566562" y="4263914"/>
              <a:ext cx="49593" cy="27196"/>
            </a:xfrm>
            <a:custGeom>
              <a:avLst/>
              <a:gdLst/>
              <a:ahLst/>
              <a:cxnLst/>
              <a:rect l="l" t="t" r="r" b="b"/>
              <a:pathLst>
                <a:path w="93" h="51" extrusionOk="0">
                  <a:moveTo>
                    <a:pt x="89" y="50"/>
                  </a:moveTo>
                  <a:lnTo>
                    <a:pt x="89" y="50"/>
                  </a:lnTo>
                  <a:cubicBezTo>
                    <a:pt x="88" y="50"/>
                    <a:pt x="87" y="50"/>
                    <a:pt x="86" y="49"/>
                  </a:cubicBezTo>
                  <a:lnTo>
                    <a:pt x="86" y="49"/>
                  </a:lnTo>
                  <a:cubicBezTo>
                    <a:pt x="74" y="47"/>
                    <a:pt x="62" y="44"/>
                    <a:pt x="51" y="39"/>
                  </a:cubicBezTo>
                  <a:lnTo>
                    <a:pt x="51" y="39"/>
                  </a:lnTo>
                  <a:cubicBezTo>
                    <a:pt x="45" y="37"/>
                    <a:pt x="40" y="34"/>
                    <a:pt x="34" y="31"/>
                  </a:cubicBezTo>
                  <a:cubicBezTo>
                    <a:pt x="31" y="29"/>
                    <a:pt x="27" y="27"/>
                    <a:pt x="24" y="24"/>
                  </a:cubicBezTo>
                  <a:cubicBezTo>
                    <a:pt x="11" y="15"/>
                    <a:pt x="0" y="4"/>
                    <a:pt x="16" y="0"/>
                  </a:cubicBezTo>
                  <a:lnTo>
                    <a:pt x="16" y="0"/>
                  </a:ln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lnTo>
                    <a:pt x="23" y="1"/>
                  </a:lnTo>
                  <a:cubicBezTo>
                    <a:pt x="25" y="2"/>
                    <a:pt x="27" y="3"/>
                    <a:pt x="28" y="4"/>
                  </a:cubicBezTo>
                  <a:cubicBezTo>
                    <a:pt x="29" y="5"/>
                    <a:pt x="30" y="4"/>
                    <a:pt x="31" y="5"/>
                  </a:cubicBezTo>
                  <a:lnTo>
                    <a:pt x="87" y="45"/>
                  </a:lnTo>
                  <a:cubicBezTo>
                    <a:pt x="90" y="46"/>
                    <a:pt x="92" y="48"/>
                    <a:pt x="91" y="49"/>
                  </a:cubicBezTo>
                  <a:cubicBezTo>
                    <a:pt x="91" y="50"/>
                    <a:pt x="90" y="50"/>
                    <a:pt x="89" y="50"/>
                  </a:cubicBezTo>
                  <a:moveTo>
                    <a:pt x="28" y="12"/>
                  </a:moveTo>
                  <a:cubicBezTo>
                    <a:pt x="24" y="15"/>
                    <a:pt x="30" y="20"/>
                    <a:pt x="36" y="24"/>
                  </a:cubicBezTo>
                  <a:lnTo>
                    <a:pt x="36" y="24"/>
                  </a:lnTo>
                  <a:cubicBezTo>
                    <a:pt x="38" y="26"/>
                    <a:pt x="41" y="27"/>
                    <a:pt x="42" y="28"/>
                  </a:cubicBezTo>
                  <a:cubicBezTo>
                    <a:pt x="46" y="30"/>
                    <a:pt x="48" y="31"/>
                    <a:pt x="51" y="33"/>
                  </a:cubicBezTo>
                  <a:lnTo>
                    <a:pt x="51" y="33"/>
                  </a:lnTo>
                  <a:cubicBezTo>
                    <a:pt x="55" y="34"/>
                    <a:pt x="59" y="36"/>
                    <a:pt x="64" y="37"/>
                  </a:cubicBezTo>
                  <a:lnTo>
                    <a:pt x="28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6"/>
            <p:cNvSpPr/>
            <p:nvPr/>
          </p:nvSpPr>
          <p:spPr>
            <a:xfrm>
              <a:off x="6676413" y="4320972"/>
              <a:ext cx="46926" cy="27196"/>
            </a:xfrm>
            <a:custGeom>
              <a:avLst/>
              <a:gdLst/>
              <a:ahLst/>
              <a:cxnLst/>
              <a:rect l="l" t="t" r="r" b="b"/>
              <a:pathLst>
                <a:path w="88" h="51" extrusionOk="0">
                  <a:moveTo>
                    <a:pt x="71" y="50"/>
                  </a:moveTo>
                  <a:lnTo>
                    <a:pt x="71" y="50"/>
                  </a:lnTo>
                  <a:cubicBezTo>
                    <a:pt x="70" y="50"/>
                    <a:pt x="68" y="49"/>
                    <a:pt x="66" y="49"/>
                  </a:cubicBezTo>
                  <a:lnTo>
                    <a:pt x="66" y="49"/>
                  </a:lnTo>
                  <a:cubicBezTo>
                    <a:pt x="64" y="48"/>
                    <a:pt x="63" y="47"/>
                    <a:pt x="61" y="46"/>
                  </a:cubicBezTo>
                  <a:cubicBezTo>
                    <a:pt x="61" y="46"/>
                    <a:pt x="59" y="45"/>
                    <a:pt x="58" y="44"/>
                  </a:cubicBezTo>
                  <a:lnTo>
                    <a:pt x="3" y="6"/>
                  </a:lnTo>
                  <a:cubicBezTo>
                    <a:pt x="1" y="4"/>
                    <a:pt x="0" y="2"/>
                    <a:pt x="0" y="1"/>
                  </a:cubicBezTo>
                  <a:cubicBezTo>
                    <a:pt x="1" y="0"/>
                    <a:pt x="2" y="0"/>
                    <a:pt x="4" y="1"/>
                  </a:cubicBezTo>
                  <a:lnTo>
                    <a:pt x="4" y="1"/>
                  </a:lnTo>
                  <a:cubicBezTo>
                    <a:pt x="16" y="3"/>
                    <a:pt x="27" y="7"/>
                    <a:pt x="38" y="11"/>
                  </a:cubicBezTo>
                  <a:lnTo>
                    <a:pt x="38" y="11"/>
                  </a:lnTo>
                  <a:cubicBezTo>
                    <a:pt x="43" y="14"/>
                    <a:pt x="48" y="16"/>
                    <a:pt x="53" y="19"/>
                  </a:cubicBezTo>
                  <a:cubicBezTo>
                    <a:pt x="57" y="21"/>
                    <a:pt x="61" y="24"/>
                    <a:pt x="65" y="27"/>
                  </a:cubicBezTo>
                  <a:cubicBezTo>
                    <a:pt x="76" y="34"/>
                    <a:pt x="87" y="45"/>
                    <a:pt x="73" y="49"/>
                  </a:cubicBezTo>
                  <a:lnTo>
                    <a:pt x="73" y="49"/>
                  </a:lnTo>
                  <a:cubicBezTo>
                    <a:pt x="72" y="49"/>
                    <a:pt x="72" y="50"/>
                    <a:pt x="71" y="50"/>
                  </a:cubicBezTo>
                  <a:moveTo>
                    <a:pt x="27" y="14"/>
                  </a:moveTo>
                  <a:lnTo>
                    <a:pt x="60" y="37"/>
                  </a:lnTo>
                  <a:cubicBezTo>
                    <a:pt x="62" y="34"/>
                    <a:pt x="58" y="30"/>
                    <a:pt x="53" y="27"/>
                  </a:cubicBezTo>
                  <a:lnTo>
                    <a:pt x="53" y="27"/>
                  </a:lnTo>
                  <a:cubicBezTo>
                    <a:pt x="51" y="25"/>
                    <a:pt x="48" y="23"/>
                    <a:pt x="45" y="22"/>
                  </a:cubicBezTo>
                  <a:cubicBezTo>
                    <a:pt x="43" y="20"/>
                    <a:pt x="40" y="19"/>
                    <a:pt x="37" y="18"/>
                  </a:cubicBezTo>
                  <a:lnTo>
                    <a:pt x="37" y="18"/>
                  </a:lnTo>
                  <a:cubicBezTo>
                    <a:pt x="34" y="16"/>
                    <a:pt x="30" y="15"/>
                    <a:pt x="27" y="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6"/>
            <p:cNvSpPr/>
            <p:nvPr/>
          </p:nvSpPr>
          <p:spPr>
            <a:xfrm>
              <a:off x="6521769" y="3891171"/>
              <a:ext cx="453267" cy="333816"/>
            </a:xfrm>
            <a:custGeom>
              <a:avLst/>
              <a:gdLst/>
              <a:ahLst/>
              <a:cxnLst/>
              <a:rect l="l" t="t" r="r" b="b"/>
              <a:pathLst>
                <a:path w="850" h="626" extrusionOk="0">
                  <a:moveTo>
                    <a:pt x="849" y="435"/>
                  </a:moveTo>
                  <a:lnTo>
                    <a:pt x="815" y="496"/>
                  </a:lnTo>
                  <a:cubicBezTo>
                    <a:pt x="771" y="574"/>
                    <a:pt x="678" y="625"/>
                    <a:pt x="554" y="625"/>
                  </a:cubicBezTo>
                  <a:cubicBezTo>
                    <a:pt x="335" y="625"/>
                    <a:pt x="100" y="469"/>
                    <a:pt x="30" y="279"/>
                  </a:cubicBezTo>
                  <a:cubicBezTo>
                    <a:pt x="0" y="196"/>
                    <a:pt x="5" y="121"/>
                    <a:pt x="38" y="61"/>
                  </a:cubicBezTo>
                  <a:lnTo>
                    <a:pt x="73" y="0"/>
                  </a:lnTo>
                  <a:cubicBezTo>
                    <a:pt x="39" y="59"/>
                    <a:pt x="34" y="135"/>
                    <a:pt x="64" y="217"/>
                  </a:cubicBezTo>
                  <a:cubicBezTo>
                    <a:pt x="134" y="408"/>
                    <a:pt x="369" y="563"/>
                    <a:pt x="588" y="563"/>
                  </a:cubicBezTo>
                  <a:cubicBezTo>
                    <a:pt x="713" y="563"/>
                    <a:pt x="805" y="513"/>
                    <a:pt x="849" y="435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6"/>
            <p:cNvSpPr/>
            <p:nvPr/>
          </p:nvSpPr>
          <p:spPr>
            <a:xfrm>
              <a:off x="6518569" y="3822914"/>
              <a:ext cx="499127" cy="369011"/>
            </a:xfrm>
            <a:custGeom>
              <a:avLst/>
              <a:gdLst/>
              <a:ahLst/>
              <a:cxnLst/>
              <a:rect l="l" t="t" r="r" b="b"/>
              <a:pathLst>
                <a:path w="936" h="692" extrusionOk="0">
                  <a:moveTo>
                    <a:pt x="340" y="0"/>
                  </a:moveTo>
                  <a:cubicBezTo>
                    <a:pt x="558" y="0"/>
                    <a:pt x="794" y="155"/>
                    <a:pt x="864" y="345"/>
                  </a:cubicBezTo>
                  <a:cubicBezTo>
                    <a:pt x="935" y="536"/>
                    <a:pt x="813" y="691"/>
                    <a:pt x="594" y="691"/>
                  </a:cubicBezTo>
                  <a:cubicBezTo>
                    <a:pt x="376" y="691"/>
                    <a:pt x="140" y="536"/>
                    <a:pt x="70" y="345"/>
                  </a:cubicBezTo>
                  <a:cubicBezTo>
                    <a:pt x="0" y="155"/>
                    <a:pt x="121" y="0"/>
                    <a:pt x="340" y="0"/>
                  </a:cubicBezTo>
                  <a:moveTo>
                    <a:pt x="570" y="626"/>
                  </a:moveTo>
                  <a:cubicBezTo>
                    <a:pt x="747" y="626"/>
                    <a:pt x="846" y="500"/>
                    <a:pt x="789" y="345"/>
                  </a:cubicBezTo>
                  <a:cubicBezTo>
                    <a:pt x="732" y="191"/>
                    <a:pt x="542" y="65"/>
                    <a:pt x="364" y="65"/>
                  </a:cubicBezTo>
                  <a:cubicBezTo>
                    <a:pt x="187" y="65"/>
                    <a:pt x="88" y="191"/>
                    <a:pt x="145" y="345"/>
                  </a:cubicBezTo>
                  <a:cubicBezTo>
                    <a:pt x="202" y="500"/>
                    <a:pt x="393" y="626"/>
                    <a:pt x="570" y="6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6"/>
            <p:cNvSpPr/>
            <p:nvPr/>
          </p:nvSpPr>
          <p:spPr>
            <a:xfrm>
              <a:off x="6565496" y="3857576"/>
              <a:ext cx="404741" cy="299688"/>
            </a:xfrm>
            <a:custGeom>
              <a:avLst/>
              <a:gdLst/>
              <a:ahLst/>
              <a:cxnLst/>
              <a:rect l="l" t="t" r="r" b="b"/>
              <a:pathLst>
                <a:path w="759" h="562" extrusionOk="0">
                  <a:moveTo>
                    <a:pt x="482" y="561"/>
                  </a:moveTo>
                  <a:cubicBezTo>
                    <a:pt x="305" y="561"/>
                    <a:pt x="114" y="435"/>
                    <a:pt x="57" y="280"/>
                  </a:cubicBezTo>
                  <a:cubicBezTo>
                    <a:pt x="0" y="126"/>
                    <a:pt x="99" y="0"/>
                    <a:pt x="276" y="0"/>
                  </a:cubicBezTo>
                  <a:cubicBezTo>
                    <a:pt x="454" y="0"/>
                    <a:pt x="644" y="126"/>
                    <a:pt x="701" y="280"/>
                  </a:cubicBezTo>
                  <a:cubicBezTo>
                    <a:pt x="758" y="435"/>
                    <a:pt x="659" y="561"/>
                    <a:pt x="482" y="56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6"/>
            <p:cNvSpPr/>
            <p:nvPr/>
          </p:nvSpPr>
          <p:spPr>
            <a:xfrm>
              <a:off x="6518036" y="3887971"/>
              <a:ext cx="461266" cy="340748"/>
            </a:xfrm>
            <a:custGeom>
              <a:avLst/>
              <a:gdLst/>
              <a:ahLst/>
              <a:cxnLst/>
              <a:rect l="l" t="t" r="r" b="b"/>
              <a:pathLst>
                <a:path w="865" h="639" extrusionOk="0">
                  <a:moveTo>
                    <a:pt x="561" y="638"/>
                  </a:moveTo>
                  <a:cubicBezTo>
                    <a:pt x="339" y="638"/>
                    <a:pt x="101" y="481"/>
                    <a:pt x="30" y="287"/>
                  </a:cubicBezTo>
                  <a:cubicBezTo>
                    <a:pt x="0" y="206"/>
                    <a:pt x="3" y="127"/>
                    <a:pt x="39" y="64"/>
                  </a:cubicBezTo>
                  <a:lnTo>
                    <a:pt x="73" y="3"/>
                  </a:lnTo>
                  <a:lnTo>
                    <a:pt x="73" y="3"/>
                  </a:lnTo>
                  <a:lnTo>
                    <a:pt x="73" y="3"/>
                  </a:lnTo>
                  <a:cubicBezTo>
                    <a:pt x="74" y="2"/>
                    <a:pt x="75" y="1"/>
                    <a:pt x="75" y="1"/>
                  </a:cubicBezTo>
                  <a:cubicBezTo>
                    <a:pt x="77" y="0"/>
                    <a:pt x="78" y="0"/>
                    <a:pt x="79" y="0"/>
                  </a:cubicBezTo>
                  <a:cubicBezTo>
                    <a:pt x="80" y="0"/>
                    <a:pt x="82" y="1"/>
                    <a:pt x="83" y="1"/>
                  </a:cubicBezTo>
                  <a:cubicBezTo>
                    <a:pt x="85" y="2"/>
                    <a:pt x="85" y="2"/>
                    <a:pt x="85" y="3"/>
                  </a:cubicBezTo>
                  <a:cubicBezTo>
                    <a:pt x="86" y="4"/>
                    <a:pt x="86" y="6"/>
                    <a:pt x="86" y="7"/>
                  </a:cubicBezTo>
                  <a:cubicBezTo>
                    <a:pt x="86" y="8"/>
                    <a:pt x="86" y="9"/>
                    <a:pt x="86" y="10"/>
                  </a:cubicBezTo>
                  <a:cubicBezTo>
                    <a:pt x="52" y="69"/>
                    <a:pt x="50" y="144"/>
                    <a:pt x="78" y="221"/>
                  </a:cubicBezTo>
                  <a:cubicBezTo>
                    <a:pt x="147" y="409"/>
                    <a:pt x="379" y="562"/>
                    <a:pt x="595" y="562"/>
                  </a:cubicBezTo>
                  <a:cubicBezTo>
                    <a:pt x="712" y="562"/>
                    <a:pt x="805" y="517"/>
                    <a:pt x="850" y="437"/>
                  </a:cubicBezTo>
                  <a:lnTo>
                    <a:pt x="850" y="437"/>
                  </a:lnTo>
                  <a:lnTo>
                    <a:pt x="850" y="437"/>
                  </a:lnTo>
                  <a:cubicBezTo>
                    <a:pt x="851" y="436"/>
                    <a:pt x="852" y="435"/>
                    <a:pt x="853" y="434"/>
                  </a:cubicBezTo>
                  <a:cubicBezTo>
                    <a:pt x="854" y="433"/>
                    <a:pt x="855" y="433"/>
                    <a:pt x="856" y="433"/>
                  </a:cubicBezTo>
                  <a:cubicBezTo>
                    <a:pt x="858" y="433"/>
                    <a:pt x="859" y="433"/>
                    <a:pt x="860" y="434"/>
                  </a:cubicBezTo>
                  <a:cubicBezTo>
                    <a:pt x="861" y="435"/>
                    <a:pt x="863" y="436"/>
                    <a:pt x="863" y="437"/>
                  </a:cubicBezTo>
                  <a:cubicBezTo>
                    <a:pt x="864" y="438"/>
                    <a:pt x="864" y="439"/>
                    <a:pt x="864" y="440"/>
                  </a:cubicBezTo>
                  <a:cubicBezTo>
                    <a:pt x="864" y="442"/>
                    <a:pt x="863" y="443"/>
                    <a:pt x="863" y="444"/>
                  </a:cubicBezTo>
                  <a:cubicBezTo>
                    <a:pt x="863" y="444"/>
                    <a:pt x="862" y="444"/>
                    <a:pt x="862" y="445"/>
                  </a:cubicBezTo>
                  <a:lnTo>
                    <a:pt x="828" y="506"/>
                  </a:lnTo>
                  <a:cubicBezTo>
                    <a:pt x="781" y="590"/>
                    <a:pt x="684" y="638"/>
                    <a:pt x="561" y="638"/>
                  </a:cubicBezTo>
                  <a:moveTo>
                    <a:pt x="47" y="80"/>
                  </a:moveTo>
                  <a:cubicBezTo>
                    <a:pt x="18" y="138"/>
                    <a:pt x="17" y="209"/>
                    <a:pt x="44" y="282"/>
                  </a:cubicBezTo>
                  <a:cubicBezTo>
                    <a:pt x="113" y="470"/>
                    <a:pt x="345" y="623"/>
                    <a:pt x="561" y="623"/>
                  </a:cubicBezTo>
                  <a:cubicBezTo>
                    <a:pt x="673" y="623"/>
                    <a:pt x="763" y="582"/>
                    <a:pt x="810" y="508"/>
                  </a:cubicBezTo>
                  <a:cubicBezTo>
                    <a:pt x="757" y="553"/>
                    <a:pt x="683" y="577"/>
                    <a:pt x="595" y="577"/>
                  </a:cubicBezTo>
                  <a:cubicBezTo>
                    <a:pt x="374" y="577"/>
                    <a:pt x="135" y="420"/>
                    <a:pt x="64" y="226"/>
                  </a:cubicBezTo>
                  <a:cubicBezTo>
                    <a:pt x="46" y="175"/>
                    <a:pt x="40" y="126"/>
                    <a:pt x="47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6"/>
            <p:cNvSpPr/>
            <p:nvPr/>
          </p:nvSpPr>
          <p:spPr>
            <a:xfrm>
              <a:off x="6534567" y="3818648"/>
              <a:ext cx="466065" cy="377543"/>
            </a:xfrm>
            <a:custGeom>
              <a:avLst/>
              <a:gdLst/>
              <a:ahLst/>
              <a:cxnLst/>
              <a:rect l="l" t="t" r="r" b="b"/>
              <a:pathLst>
                <a:path w="874" h="708" extrusionOk="0">
                  <a:moveTo>
                    <a:pt x="564" y="707"/>
                  </a:moveTo>
                  <a:cubicBezTo>
                    <a:pt x="343" y="707"/>
                    <a:pt x="104" y="549"/>
                    <a:pt x="33" y="356"/>
                  </a:cubicBezTo>
                  <a:cubicBezTo>
                    <a:pt x="0" y="266"/>
                    <a:pt x="8" y="180"/>
                    <a:pt x="54" y="114"/>
                  </a:cubicBezTo>
                  <a:cubicBezTo>
                    <a:pt x="104" y="42"/>
                    <a:pt x="198" y="0"/>
                    <a:pt x="310" y="0"/>
                  </a:cubicBezTo>
                  <a:cubicBezTo>
                    <a:pt x="531" y="0"/>
                    <a:pt x="769" y="157"/>
                    <a:pt x="840" y="351"/>
                  </a:cubicBezTo>
                  <a:cubicBezTo>
                    <a:pt x="873" y="441"/>
                    <a:pt x="866" y="527"/>
                    <a:pt x="820" y="593"/>
                  </a:cubicBezTo>
                  <a:cubicBezTo>
                    <a:pt x="770" y="665"/>
                    <a:pt x="676" y="707"/>
                    <a:pt x="564" y="707"/>
                  </a:cubicBezTo>
                  <a:moveTo>
                    <a:pt x="310" y="15"/>
                  </a:moveTo>
                  <a:cubicBezTo>
                    <a:pt x="203" y="15"/>
                    <a:pt x="114" y="54"/>
                    <a:pt x="66" y="122"/>
                  </a:cubicBezTo>
                  <a:cubicBezTo>
                    <a:pt x="23" y="185"/>
                    <a:pt x="16" y="266"/>
                    <a:pt x="47" y="351"/>
                  </a:cubicBezTo>
                  <a:cubicBezTo>
                    <a:pt x="116" y="539"/>
                    <a:pt x="348" y="692"/>
                    <a:pt x="564" y="692"/>
                  </a:cubicBezTo>
                  <a:cubicBezTo>
                    <a:pt x="671" y="692"/>
                    <a:pt x="760" y="653"/>
                    <a:pt x="808" y="585"/>
                  </a:cubicBezTo>
                  <a:cubicBezTo>
                    <a:pt x="851" y="522"/>
                    <a:pt x="858" y="441"/>
                    <a:pt x="827" y="356"/>
                  </a:cubicBezTo>
                  <a:cubicBezTo>
                    <a:pt x="758" y="168"/>
                    <a:pt x="526" y="15"/>
                    <a:pt x="310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6"/>
            <p:cNvSpPr/>
            <p:nvPr/>
          </p:nvSpPr>
          <p:spPr>
            <a:xfrm>
              <a:off x="6577761" y="3853843"/>
              <a:ext cx="380211" cy="307153"/>
            </a:xfrm>
            <a:custGeom>
              <a:avLst/>
              <a:gdLst/>
              <a:ahLst/>
              <a:cxnLst/>
              <a:rect l="l" t="t" r="r" b="b"/>
              <a:pathLst>
                <a:path w="713" h="576" extrusionOk="0">
                  <a:moveTo>
                    <a:pt x="459" y="575"/>
                  </a:moveTo>
                  <a:cubicBezTo>
                    <a:pt x="279" y="575"/>
                    <a:pt x="85" y="447"/>
                    <a:pt x="27" y="290"/>
                  </a:cubicBezTo>
                  <a:cubicBezTo>
                    <a:pt x="0" y="217"/>
                    <a:pt x="6" y="147"/>
                    <a:pt x="44" y="92"/>
                  </a:cubicBezTo>
                  <a:cubicBezTo>
                    <a:pt x="85" y="33"/>
                    <a:pt x="161" y="0"/>
                    <a:pt x="253" y="0"/>
                  </a:cubicBezTo>
                  <a:cubicBezTo>
                    <a:pt x="433" y="0"/>
                    <a:pt x="627" y="128"/>
                    <a:pt x="685" y="285"/>
                  </a:cubicBezTo>
                  <a:cubicBezTo>
                    <a:pt x="712" y="358"/>
                    <a:pt x="706" y="428"/>
                    <a:pt x="668" y="482"/>
                  </a:cubicBezTo>
                  <a:cubicBezTo>
                    <a:pt x="627" y="542"/>
                    <a:pt x="550" y="575"/>
                    <a:pt x="459" y="575"/>
                  </a:cubicBezTo>
                  <a:moveTo>
                    <a:pt x="253" y="14"/>
                  </a:moveTo>
                  <a:cubicBezTo>
                    <a:pt x="166" y="14"/>
                    <a:pt x="95" y="46"/>
                    <a:pt x="56" y="101"/>
                  </a:cubicBezTo>
                  <a:cubicBezTo>
                    <a:pt x="21" y="151"/>
                    <a:pt x="16" y="216"/>
                    <a:pt x="41" y="285"/>
                  </a:cubicBezTo>
                  <a:cubicBezTo>
                    <a:pt x="97" y="437"/>
                    <a:pt x="285" y="561"/>
                    <a:pt x="459" y="561"/>
                  </a:cubicBezTo>
                  <a:cubicBezTo>
                    <a:pt x="546" y="561"/>
                    <a:pt x="617" y="529"/>
                    <a:pt x="656" y="474"/>
                  </a:cubicBezTo>
                  <a:cubicBezTo>
                    <a:pt x="691" y="424"/>
                    <a:pt x="696" y="359"/>
                    <a:pt x="671" y="290"/>
                  </a:cubicBezTo>
                  <a:cubicBezTo>
                    <a:pt x="615" y="138"/>
                    <a:pt x="427" y="14"/>
                    <a:pt x="253" y="14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6"/>
            <p:cNvSpPr/>
            <p:nvPr/>
          </p:nvSpPr>
          <p:spPr>
            <a:xfrm>
              <a:off x="6577761" y="3853843"/>
              <a:ext cx="380211" cy="307153"/>
            </a:xfrm>
            <a:custGeom>
              <a:avLst/>
              <a:gdLst/>
              <a:ahLst/>
              <a:cxnLst/>
              <a:rect l="l" t="t" r="r" b="b"/>
              <a:pathLst>
                <a:path w="713" h="576" extrusionOk="0">
                  <a:moveTo>
                    <a:pt x="459" y="575"/>
                  </a:moveTo>
                  <a:cubicBezTo>
                    <a:pt x="279" y="575"/>
                    <a:pt x="85" y="447"/>
                    <a:pt x="27" y="290"/>
                  </a:cubicBezTo>
                  <a:cubicBezTo>
                    <a:pt x="0" y="217"/>
                    <a:pt x="6" y="147"/>
                    <a:pt x="44" y="92"/>
                  </a:cubicBezTo>
                  <a:cubicBezTo>
                    <a:pt x="85" y="33"/>
                    <a:pt x="161" y="0"/>
                    <a:pt x="253" y="0"/>
                  </a:cubicBezTo>
                  <a:cubicBezTo>
                    <a:pt x="433" y="0"/>
                    <a:pt x="627" y="128"/>
                    <a:pt x="685" y="285"/>
                  </a:cubicBezTo>
                  <a:cubicBezTo>
                    <a:pt x="712" y="358"/>
                    <a:pt x="706" y="428"/>
                    <a:pt x="668" y="482"/>
                  </a:cubicBezTo>
                  <a:cubicBezTo>
                    <a:pt x="627" y="542"/>
                    <a:pt x="550" y="575"/>
                    <a:pt x="459" y="575"/>
                  </a:cubicBezTo>
                  <a:moveTo>
                    <a:pt x="253" y="14"/>
                  </a:moveTo>
                  <a:cubicBezTo>
                    <a:pt x="166" y="14"/>
                    <a:pt x="95" y="46"/>
                    <a:pt x="56" y="101"/>
                  </a:cubicBezTo>
                  <a:cubicBezTo>
                    <a:pt x="21" y="151"/>
                    <a:pt x="16" y="216"/>
                    <a:pt x="41" y="285"/>
                  </a:cubicBezTo>
                  <a:cubicBezTo>
                    <a:pt x="97" y="437"/>
                    <a:pt x="285" y="561"/>
                    <a:pt x="459" y="561"/>
                  </a:cubicBezTo>
                  <a:cubicBezTo>
                    <a:pt x="546" y="561"/>
                    <a:pt x="617" y="529"/>
                    <a:pt x="656" y="474"/>
                  </a:cubicBezTo>
                  <a:cubicBezTo>
                    <a:pt x="691" y="424"/>
                    <a:pt x="696" y="359"/>
                    <a:pt x="671" y="290"/>
                  </a:cubicBezTo>
                  <a:cubicBezTo>
                    <a:pt x="615" y="138"/>
                    <a:pt x="427" y="14"/>
                    <a:pt x="253" y="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6"/>
            <p:cNvSpPr/>
            <p:nvPr/>
          </p:nvSpPr>
          <p:spPr>
            <a:xfrm>
              <a:off x="6659882" y="3884772"/>
              <a:ext cx="223434" cy="244763"/>
            </a:xfrm>
            <a:custGeom>
              <a:avLst/>
              <a:gdLst/>
              <a:ahLst/>
              <a:cxnLst/>
              <a:rect l="l" t="t" r="r" b="b"/>
              <a:pathLst>
                <a:path w="419" h="459" extrusionOk="0">
                  <a:moveTo>
                    <a:pt x="367" y="458"/>
                  </a:moveTo>
                  <a:lnTo>
                    <a:pt x="322" y="458"/>
                  </a:lnTo>
                  <a:lnTo>
                    <a:pt x="322" y="458"/>
                  </a:lnTo>
                  <a:cubicBezTo>
                    <a:pt x="320" y="458"/>
                    <a:pt x="318" y="457"/>
                    <a:pt x="316" y="456"/>
                  </a:cubicBezTo>
                  <a:cubicBezTo>
                    <a:pt x="314" y="455"/>
                    <a:pt x="312" y="453"/>
                    <a:pt x="311" y="451"/>
                  </a:cubicBezTo>
                  <a:lnTo>
                    <a:pt x="292" y="420"/>
                  </a:lnTo>
                  <a:lnTo>
                    <a:pt x="292" y="420"/>
                  </a:lnTo>
                  <a:cubicBezTo>
                    <a:pt x="250" y="417"/>
                    <a:pt x="209" y="409"/>
                    <a:pt x="169" y="394"/>
                  </a:cubicBezTo>
                  <a:lnTo>
                    <a:pt x="169" y="394"/>
                  </a:lnTo>
                  <a:cubicBezTo>
                    <a:pt x="168" y="394"/>
                    <a:pt x="168" y="394"/>
                    <a:pt x="166" y="393"/>
                  </a:cubicBezTo>
                  <a:cubicBezTo>
                    <a:pt x="165" y="392"/>
                    <a:pt x="162" y="390"/>
                    <a:pt x="161" y="388"/>
                  </a:cubicBezTo>
                  <a:cubicBezTo>
                    <a:pt x="161" y="387"/>
                    <a:pt x="160" y="387"/>
                    <a:pt x="160" y="386"/>
                  </a:cubicBezTo>
                  <a:lnTo>
                    <a:pt x="139" y="315"/>
                  </a:lnTo>
                  <a:lnTo>
                    <a:pt x="139" y="315"/>
                  </a:lnTo>
                  <a:cubicBezTo>
                    <a:pt x="139" y="314"/>
                    <a:pt x="139" y="314"/>
                    <a:pt x="139" y="313"/>
                  </a:cubicBezTo>
                  <a:cubicBezTo>
                    <a:pt x="139" y="313"/>
                    <a:pt x="139" y="312"/>
                    <a:pt x="139" y="311"/>
                  </a:cubicBezTo>
                  <a:cubicBezTo>
                    <a:pt x="140" y="311"/>
                    <a:pt x="140" y="310"/>
                    <a:pt x="141" y="310"/>
                  </a:cubicBezTo>
                  <a:lnTo>
                    <a:pt x="141" y="310"/>
                  </a:lnTo>
                  <a:cubicBezTo>
                    <a:pt x="142" y="310"/>
                    <a:pt x="143" y="310"/>
                    <a:pt x="144" y="310"/>
                  </a:cubicBezTo>
                  <a:cubicBezTo>
                    <a:pt x="145" y="310"/>
                    <a:pt x="146" y="310"/>
                    <a:pt x="147" y="310"/>
                  </a:cubicBezTo>
                  <a:lnTo>
                    <a:pt x="147" y="310"/>
                  </a:lnTo>
                  <a:cubicBezTo>
                    <a:pt x="165" y="317"/>
                    <a:pt x="182" y="322"/>
                    <a:pt x="201" y="326"/>
                  </a:cubicBezTo>
                  <a:cubicBezTo>
                    <a:pt x="215" y="329"/>
                    <a:pt x="228" y="331"/>
                    <a:pt x="240" y="333"/>
                  </a:cubicBezTo>
                  <a:lnTo>
                    <a:pt x="205" y="274"/>
                  </a:lnTo>
                  <a:lnTo>
                    <a:pt x="203" y="273"/>
                  </a:lnTo>
                  <a:lnTo>
                    <a:pt x="203" y="273"/>
                  </a:lnTo>
                  <a:cubicBezTo>
                    <a:pt x="168" y="265"/>
                    <a:pt x="135" y="252"/>
                    <a:pt x="104" y="235"/>
                  </a:cubicBezTo>
                  <a:cubicBezTo>
                    <a:pt x="101" y="233"/>
                    <a:pt x="98" y="231"/>
                    <a:pt x="94" y="229"/>
                  </a:cubicBezTo>
                  <a:lnTo>
                    <a:pt x="94" y="229"/>
                  </a:lnTo>
                  <a:cubicBezTo>
                    <a:pt x="65" y="211"/>
                    <a:pt x="40" y="187"/>
                    <a:pt x="22" y="157"/>
                  </a:cubicBezTo>
                  <a:cubicBezTo>
                    <a:pt x="4" y="127"/>
                    <a:pt x="0" y="102"/>
                    <a:pt x="11" y="83"/>
                  </a:cubicBezTo>
                  <a:cubicBezTo>
                    <a:pt x="20" y="65"/>
                    <a:pt x="41" y="54"/>
                    <a:pt x="72" y="50"/>
                  </a:cubicBezTo>
                  <a:lnTo>
                    <a:pt x="47" y="8"/>
                  </a:lnTo>
                  <a:cubicBezTo>
                    <a:pt x="45" y="3"/>
                    <a:pt x="46" y="0"/>
                    <a:pt x="50" y="0"/>
                  </a:cubicBezTo>
                  <a:lnTo>
                    <a:pt x="95" y="0"/>
                  </a:lnTo>
                  <a:lnTo>
                    <a:pt x="95" y="0"/>
                  </a:lnTo>
                  <a:cubicBezTo>
                    <a:pt x="97" y="1"/>
                    <a:pt x="100" y="1"/>
                    <a:pt x="101" y="2"/>
                  </a:cubicBezTo>
                  <a:cubicBezTo>
                    <a:pt x="104" y="4"/>
                    <a:pt x="105" y="6"/>
                    <a:pt x="107" y="8"/>
                  </a:cubicBezTo>
                  <a:lnTo>
                    <a:pt x="132" y="50"/>
                  </a:lnTo>
                  <a:lnTo>
                    <a:pt x="132" y="50"/>
                  </a:lnTo>
                  <a:cubicBezTo>
                    <a:pt x="169" y="54"/>
                    <a:pt x="205" y="63"/>
                    <a:pt x="240" y="76"/>
                  </a:cubicBezTo>
                  <a:lnTo>
                    <a:pt x="240" y="76"/>
                  </a:lnTo>
                  <a:cubicBezTo>
                    <a:pt x="241" y="76"/>
                    <a:pt x="242" y="77"/>
                    <a:pt x="243" y="77"/>
                  </a:cubicBezTo>
                  <a:cubicBezTo>
                    <a:pt x="245" y="79"/>
                    <a:pt x="247" y="80"/>
                    <a:pt x="248" y="82"/>
                  </a:cubicBezTo>
                  <a:cubicBezTo>
                    <a:pt x="249" y="83"/>
                    <a:pt x="249" y="84"/>
                    <a:pt x="250" y="85"/>
                  </a:cubicBezTo>
                  <a:lnTo>
                    <a:pt x="263" y="154"/>
                  </a:lnTo>
                  <a:lnTo>
                    <a:pt x="263" y="154"/>
                  </a:lnTo>
                  <a:lnTo>
                    <a:pt x="264" y="155"/>
                  </a:lnTo>
                  <a:cubicBezTo>
                    <a:pt x="264" y="156"/>
                    <a:pt x="263" y="156"/>
                    <a:pt x="263" y="157"/>
                  </a:cubicBezTo>
                  <a:lnTo>
                    <a:pt x="262" y="158"/>
                  </a:lnTo>
                  <a:lnTo>
                    <a:pt x="261" y="158"/>
                  </a:lnTo>
                  <a:lnTo>
                    <a:pt x="261" y="158"/>
                  </a:lnTo>
                  <a:cubicBezTo>
                    <a:pt x="261" y="158"/>
                    <a:pt x="260" y="159"/>
                    <a:pt x="259" y="159"/>
                  </a:cubicBezTo>
                  <a:cubicBezTo>
                    <a:pt x="257" y="159"/>
                    <a:pt x="256" y="158"/>
                    <a:pt x="254" y="157"/>
                  </a:cubicBezTo>
                  <a:lnTo>
                    <a:pt x="254" y="157"/>
                  </a:lnTo>
                  <a:cubicBezTo>
                    <a:pt x="232" y="147"/>
                    <a:pt x="208" y="141"/>
                    <a:pt x="184" y="138"/>
                  </a:cubicBezTo>
                  <a:lnTo>
                    <a:pt x="218" y="193"/>
                  </a:lnTo>
                  <a:lnTo>
                    <a:pt x="218" y="193"/>
                  </a:lnTo>
                  <a:cubicBezTo>
                    <a:pt x="252" y="200"/>
                    <a:pt x="284" y="213"/>
                    <a:pt x="314" y="230"/>
                  </a:cubicBezTo>
                  <a:cubicBezTo>
                    <a:pt x="317" y="232"/>
                    <a:pt x="320" y="234"/>
                    <a:pt x="323" y="236"/>
                  </a:cubicBezTo>
                  <a:lnTo>
                    <a:pt x="323" y="236"/>
                  </a:lnTo>
                  <a:cubicBezTo>
                    <a:pt x="352" y="253"/>
                    <a:pt x="377" y="278"/>
                    <a:pt x="394" y="306"/>
                  </a:cubicBezTo>
                  <a:cubicBezTo>
                    <a:pt x="413" y="338"/>
                    <a:pt x="418" y="364"/>
                    <a:pt x="410" y="384"/>
                  </a:cubicBezTo>
                  <a:cubicBezTo>
                    <a:pt x="401" y="402"/>
                    <a:pt x="382" y="414"/>
                    <a:pt x="351" y="419"/>
                  </a:cubicBezTo>
                  <a:lnTo>
                    <a:pt x="370" y="451"/>
                  </a:lnTo>
                  <a:cubicBezTo>
                    <a:pt x="373" y="455"/>
                    <a:pt x="371" y="458"/>
                    <a:pt x="367" y="458"/>
                  </a:cubicBezTo>
                  <a:moveTo>
                    <a:pt x="321" y="444"/>
                  </a:moveTo>
                  <a:lnTo>
                    <a:pt x="351" y="444"/>
                  </a:lnTo>
                  <a:lnTo>
                    <a:pt x="332" y="412"/>
                  </a:lnTo>
                  <a:cubicBezTo>
                    <a:pt x="330" y="408"/>
                    <a:pt x="331" y="405"/>
                    <a:pt x="335" y="405"/>
                  </a:cubicBezTo>
                  <a:cubicBezTo>
                    <a:pt x="366" y="401"/>
                    <a:pt x="386" y="390"/>
                    <a:pt x="393" y="373"/>
                  </a:cubicBezTo>
                  <a:cubicBezTo>
                    <a:pt x="401" y="356"/>
                    <a:pt x="396" y="334"/>
                    <a:pt x="380" y="306"/>
                  </a:cubicBezTo>
                  <a:lnTo>
                    <a:pt x="380" y="306"/>
                  </a:lnTo>
                  <a:cubicBezTo>
                    <a:pt x="365" y="281"/>
                    <a:pt x="344" y="260"/>
                    <a:pt x="319" y="245"/>
                  </a:cubicBezTo>
                  <a:lnTo>
                    <a:pt x="319" y="245"/>
                  </a:lnTo>
                  <a:cubicBezTo>
                    <a:pt x="316" y="244"/>
                    <a:pt x="313" y="242"/>
                    <a:pt x="311" y="241"/>
                  </a:cubicBezTo>
                  <a:cubicBezTo>
                    <a:pt x="283" y="225"/>
                    <a:pt x="254" y="213"/>
                    <a:pt x="223" y="207"/>
                  </a:cubicBezTo>
                  <a:lnTo>
                    <a:pt x="216" y="205"/>
                  </a:lnTo>
                  <a:lnTo>
                    <a:pt x="216" y="205"/>
                  </a:lnTo>
                  <a:cubicBezTo>
                    <a:pt x="214" y="205"/>
                    <a:pt x="213" y="206"/>
                    <a:pt x="211" y="204"/>
                  </a:cubicBezTo>
                  <a:cubicBezTo>
                    <a:pt x="209" y="203"/>
                    <a:pt x="207" y="201"/>
                    <a:pt x="206" y="198"/>
                  </a:cubicBezTo>
                  <a:lnTo>
                    <a:pt x="165" y="129"/>
                  </a:lnTo>
                  <a:lnTo>
                    <a:pt x="165" y="129"/>
                  </a:lnTo>
                  <a:cubicBezTo>
                    <a:pt x="164" y="129"/>
                    <a:pt x="164" y="129"/>
                    <a:pt x="164" y="129"/>
                  </a:cubicBezTo>
                  <a:cubicBezTo>
                    <a:pt x="164" y="128"/>
                    <a:pt x="163" y="127"/>
                    <a:pt x="163" y="126"/>
                  </a:cubicBezTo>
                  <a:cubicBezTo>
                    <a:pt x="163" y="125"/>
                    <a:pt x="164" y="124"/>
                    <a:pt x="164" y="124"/>
                  </a:cubicBezTo>
                  <a:lnTo>
                    <a:pt x="164" y="124"/>
                  </a:lnTo>
                  <a:cubicBezTo>
                    <a:pt x="164" y="123"/>
                    <a:pt x="165" y="123"/>
                    <a:pt x="165" y="122"/>
                  </a:cubicBezTo>
                  <a:cubicBezTo>
                    <a:pt x="166" y="122"/>
                    <a:pt x="167" y="122"/>
                    <a:pt x="167" y="122"/>
                  </a:cubicBezTo>
                  <a:cubicBezTo>
                    <a:pt x="168" y="122"/>
                    <a:pt x="168" y="122"/>
                    <a:pt x="169" y="122"/>
                  </a:cubicBezTo>
                  <a:lnTo>
                    <a:pt x="169" y="122"/>
                  </a:lnTo>
                  <a:cubicBezTo>
                    <a:pt x="195" y="124"/>
                    <a:pt x="220" y="131"/>
                    <a:pt x="245" y="140"/>
                  </a:cubicBezTo>
                  <a:lnTo>
                    <a:pt x="234" y="85"/>
                  </a:lnTo>
                  <a:lnTo>
                    <a:pt x="234" y="85"/>
                  </a:lnTo>
                  <a:cubicBezTo>
                    <a:pt x="201" y="74"/>
                    <a:pt x="167" y="67"/>
                    <a:pt x="132" y="63"/>
                  </a:cubicBezTo>
                  <a:lnTo>
                    <a:pt x="132" y="63"/>
                  </a:lnTo>
                  <a:cubicBezTo>
                    <a:pt x="130" y="63"/>
                    <a:pt x="129" y="63"/>
                    <a:pt x="127" y="62"/>
                  </a:cubicBezTo>
                  <a:cubicBezTo>
                    <a:pt x="125" y="60"/>
                    <a:pt x="123" y="58"/>
                    <a:pt x="121" y="56"/>
                  </a:cubicBezTo>
                  <a:lnTo>
                    <a:pt x="96" y="14"/>
                  </a:lnTo>
                  <a:lnTo>
                    <a:pt x="66" y="14"/>
                  </a:lnTo>
                  <a:lnTo>
                    <a:pt x="91" y="56"/>
                  </a:lnTo>
                  <a:cubicBezTo>
                    <a:pt x="93" y="60"/>
                    <a:pt x="92" y="63"/>
                    <a:pt x="89" y="64"/>
                  </a:cubicBezTo>
                  <a:cubicBezTo>
                    <a:pt x="57" y="66"/>
                    <a:pt x="36" y="76"/>
                    <a:pt x="27" y="93"/>
                  </a:cubicBezTo>
                  <a:cubicBezTo>
                    <a:pt x="18" y="110"/>
                    <a:pt x="22" y="131"/>
                    <a:pt x="37" y="157"/>
                  </a:cubicBezTo>
                  <a:lnTo>
                    <a:pt x="37" y="157"/>
                  </a:lnTo>
                  <a:cubicBezTo>
                    <a:pt x="53" y="182"/>
                    <a:pt x="74" y="203"/>
                    <a:pt x="99" y="219"/>
                  </a:cubicBezTo>
                  <a:lnTo>
                    <a:pt x="99" y="219"/>
                  </a:lnTo>
                  <a:cubicBezTo>
                    <a:pt x="102" y="220"/>
                    <a:pt x="104" y="222"/>
                    <a:pt x="107" y="223"/>
                  </a:cubicBezTo>
                  <a:cubicBezTo>
                    <a:pt x="135" y="240"/>
                    <a:pt x="166" y="252"/>
                    <a:pt x="198" y="259"/>
                  </a:cubicBezTo>
                  <a:lnTo>
                    <a:pt x="207" y="261"/>
                  </a:lnTo>
                  <a:lnTo>
                    <a:pt x="207" y="261"/>
                  </a:lnTo>
                  <a:cubicBezTo>
                    <a:pt x="208" y="261"/>
                    <a:pt x="211" y="262"/>
                    <a:pt x="211" y="262"/>
                  </a:cubicBezTo>
                  <a:cubicBezTo>
                    <a:pt x="214" y="264"/>
                    <a:pt x="215" y="266"/>
                    <a:pt x="217" y="268"/>
                  </a:cubicBezTo>
                  <a:lnTo>
                    <a:pt x="260" y="340"/>
                  </a:lnTo>
                  <a:lnTo>
                    <a:pt x="260" y="340"/>
                  </a:lnTo>
                  <a:lnTo>
                    <a:pt x="260" y="341"/>
                  </a:lnTo>
                  <a:cubicBezTo>
                    <a:pt x="261" y="343"/>
                    <a:pt x="261" y="343"/>
                    <a:pt x="261" y="344"/>
                  </a:cubicBezTo>
                  <a:cubicBezTo>
                    <a:pt x="261" y="344"/>
                    <a:pt x="261" y="345"/>
                    <a:pt x="260" y="345"/>
                  </a:cubicBezTo>
                  <a:lnTo>
                    <a:pt x="260" y="345"/>
                  </a:lnTo>
                  <a:cubicBezTo>
                    <a:pt x="260" y="346"/>
                    <a:pt x="260" y="347"/>
                    <a:pt x="259" y="347"/>
                  </a:cubicBezTo>
                  <a:cubicBezTo>
                    <a:pt x="258" y="347"/>
                    <a:pt x="258" y="347"/>
                    <a:pt x="257" y="347"/>
                  </a:cubicBezTo>
                  <a:lnTo>
                    <a:pt x="256" y="347"/>
                  </a:lnTo>
                  <a:lnTo>
                    <a:pt x="256" y="347"/>
                  </a:lnTo>
                  <a:cubicBezTo>
                    <a:pt x="239" y="346"/>
                    <a:pt x="222" y="344"/>
                    <a:pt x="205" y="340"/>
                  </a:cubicBezTo>
                  <a:lnTo>
                    <a:pt x="205" y="340"/>
                  </a:lnTo>
                  <a:cubicBezTo>
                    <a:pt x="189" y="337"/>
                    <a:pt x="174" y="332"/>
                    <a:pt x="158" y="327"/>
                  </a:cubicBezTo>
                  <a:lnTo>
                    <a:pt x="175" y="384"/>
                  </a:lnTo>
                  <a:lnTo>
                    <a:pt x="175" y="384"/>
                  </a:lnTo>
                  <a:cubicBezTo>
                    <a:pt x="212" y="397"/>
                    <a:pt x="252" y="404"/>
                    <a:pt x="292" y="406"/>
                  </a:cubicBezTo>
                  <a:lnTo>
                    <a:pt x="292" y="406"/>
                  </a:lnTo>
                  <a:cubicBezTo>
                    <a:pt x="294" y="406"/>
                    <a:pt x="296" y="407"/>
                    <a:pt x="298" y="408"/>
                  </a:cubicBezTo>
                  <a:cubicBezTo>
                    <a:pt x="300" y="409"/>
                    <a:pt x="302" y="411"/>
                    <a:pt x="303" y="413"/>
                  </a:cubicBezTo>
                  <a:lnTo>
                    <a:pt x="321" y="4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6"/>
            <p:cNvSpPr/>
            <p:nvPr/>
          </p:nvSpPr>
          <p:spPr>
            <a:xfrm>
              <a:off x="6711608" y="3949829"/>
              <a:ext cx="38928" cy="38394"/>
            </a:xfrm>
            <a:custGeom>
              <a:avLst/>
              <a:gdLst/>
              <a:ahLst/>
              <a:cxnLst/>
              <a:rect l="l" t="t" r="r" b="b"/>
              <a:pathLst>
                <a:path w="73" h="72" extrusionOk="0">
                  <a:moveTo>
                    <a:pt x="68" y="71"/>
                  </a:moveTo>
                  <a:lnTo>
                    <a:pt x="68" y="71"/>
                  </a:lnTo>
                  <a:cubicBezTo>
                    <a:pt x="67" y="71"/>
                    <a:pt x="66" y="71"/>
                    <a:pt x="65" y="70"/>
                  </a:cubicBezTo>
                  <a:lnTo>
                    <a:pt x="65" y="70"/>
                  </a:lnTo>
                  <a:cubicBezTo>
                    <a:pt x="55" y="67"/>
                    <a:pt x="45" y="63"/>
                    <a:pt x="35" y="58"/>
                  </a:cubicBezTo>
                  <a:cubicBezTo>
                    <a:pt x="34" y="57"/>
                    <a:pt x="33" y="56"/>
                    <a:pt x="32" y="56"/>
                  </a:cubicBezTo>
                  <a:lnTo>
                    <a:pt x="32" y="56"/>
                  </a:lnTo>
                  <a:cubicBezTo>
                    <a:pt x="24" y="50"/>
                    <a:pt x="17" y="43"/>
                    <a:pt x="12" y="35"/>
                  </a:cubicBezTo>
                  <a:cubicBezTo>
                    <a:pt x="4" y="22"/>
                    <a:pt x="0" y="6"/>
                    <a:pt x="24" y="0"/>
                  </a:cubicBezTo>
                  <a:lnTo>
                    <a:pt x="24" y="0"/>
                  </a:lnTo>
                  <a:cubicBezTo>
                    <a:pt x="25" y="0"/>
                    <a:pt x="25" y="0"/>
                    <a:pt x="26" y="0"/>
                  </a:cubicBezTo>
                  <a:cubicBezTo>
                    <a:pt x="28" y="0"/>
                    <a:pt x="30" y="0"/>
                    <a:pt x="31" y="1"/>
                  </a:cubicBezTo>
                  <a:lnTo>
                    <a:pt x="31" y="1"/>
                  </a:lnTo>
                  <a:lnTo>
                    <a:pt x="31" y="1"/>
                  </a:lnTo>
                  <a:cubicBezTo>
                    <a:pt x="32" y="2"/>
                    <a:pt x="32" y="2"/>
                    <a:pt x="32" y="2"/>
                  </a:cubicBezTo>
                  <a:cubicBezTo>
                    <a:pt x="34" y="3"/>
                    <a:pt x="36" y="5"/>
                    <a:pt x="37" y="7"/>
                  </a:cubicBezTo>
                  <a:lnTo>
                    <a:pt x="71" y="63"/>
                  </a:lnTo>
                  <a:cubicBezTo>
                    <a:pt x="72" y="66"/>
                    <a:pt x="72" y="68"/>
                    <a:pt x="71" y="69"/>
                  </a:cubicBezTo>
                  <a:lnTo>
                    <a:pt x="71" y="69"/>
                  </a:lnTo>
                  <a:cubicBezTo>
                    <a:pt x="71" y="70"/>
                    <a:pt x="71" y="70"/>
                    <a:pt x="70" y="70"/>
                  </a:cubicBezTo>
                  <a:cubicBezTo>
                    <a:pt x="70" y="71"/>
                    <a:pt x="69" y="71"/>
                    <a:pt x="68" y="71"/>
                  </a:cubicBezTo>
                  <a:moveTo>
                    <a:pt x="29" y="17"/>
                  </a:moveTo>
                  <a:cubicBezTo>
                    <a:pt x="20" y="22"/>
                    <a:pt x="23" y="29"/>
                    <a:pt x="26" y="35"/>
                  </a:cubicBezTo>
                  <a:lnTo>
                    <a:pt x="26" y="35"/>
                  </a:lnTo>
                  <a:cubicBezTo>
                    <a:pt x="29" y="39"/>
                    <a:pt x="33" y="43"/>
                    <a:pt x="37" y="46"/>
                  </a:cubicBezTo>
                  <a:lnTo>
                    <a:pt x="37" y="46"/>
                  </a:lnTo>
                  <a:cubicBezTo>
                    <a:pt x="38" y="47"/>
                    <a:pt x="39" y="47"/>
                    <a:pt x="40" y="48"/>
                  </a:cubicBezTo>
                  <a:cubicBezTo>
                    <a:pt x="43" y="49"/>
                    <a:pt x="46" y="51"/>
                    <a:pt x="50" y="52"/>
                  </a:cubicBezTo>
                  <a:lnTo>
                    <a:pt x="29" y="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6"/>
            <p:cNvSpPr/>
            <p:nvPr/>
          </p:nvSpPr>
          <p:spPr>
            <a:xfrm>
              <a:off x="6795329" y="4031416"/>
              <a:ext cx="37328" cy="37328"/>
            </a:xfrm>
            <a:custGeom>
              <a:avLst/>
              <a:gdLst/>
              <a:ahLst/>
              <a:cxnLst/>
              <a:rect l="l" t="t" r="r" b="b"/>
              <a:pathLst>
                <a:path w="70" h="70" extrusionOk="0">
                  <a:moveTo>
                    <a:pt x="46" y="69"/>
                  </a:moveTo>
                  <a:lnTo>
                    <a:pt x="46" y="69"/>
                  </a:lnTo>
                  <a:cubicBezTo>
                    <a:pt x="44" y="69"/>
                    <a:pt x="42" y="69"/>
                    <a:pt x="40" y="68"/>
                  </a:cubicBezTo>
                  <a:lnTo>
                    <a:pt x="40" y="68"/>
                  </a:lnTo>
                  <a:cubicBezTo>
                    <a:pt x="40" y="68"/>
                    <a:pt x="41" y="68"/>
                    <a:pt x="39" y="67"/>
                  </a:cubicBezTo>
                  <a:cubicBezTo>
                    <a:pt x="38" y="66"/>
                    <a:pt x="35" y="64"/>
                    <a:pt x="34" y="62"/>
                  </a:cubicBez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cubicBezTo>
                    <a:pt x="1" y="6"/>
                    <a:pt x="0" y="5"/>
                    <a:pt x="0" y="4"/>
                  </a:cubicBezTo>
                  <a:cubicBezTo>
                    <a:pt x="0" y="3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lnTo>
                    <a:pt x="2" y="1"/>
                  </a:lnTo>
                  <a:cubicBezTo>
                    <a:pt x="3" y="0"/>
                    <a:pt x="4" y="0"/>
                    <a:pt x="5" y="0"/>
                  </a:cubicBezTo>
                  <a:cubicBezTo>
                    <a:pt x="6" y="0"/>
                    <a:pt x="7" y="0"/>
                    <a:pt x="8" y="1"/>
                  </a:cubicBezTo>
                  <a:lnTo>
                    <a:pt x="8" y="1"/>
                  </a:lnTo>
                  <a:cubicBezTo>
                    <a:pt x="16" y="3"/>
                    <a:pt x="25" y="7"/>
                    <a:pt x="32" y="11"/>
                  </a:cubicBezTo>
                  <a:cubicBezTo>
                    <a:pt x="35" y="13"/>
                    <a:pt x="37" y="14"/>
                    <a:pt x="39" y="15"/>
                  </a:cubicBezTo>
                  <a:lnTo>
                    <a:pt x="39" y="15"/>
                  </a:lnTo>
                  <a:cubicBezTo>
                    <a:pt x="47" y="21"/>
                    <a:pt x="54" y="29"/>
                    <a:pt x="59" y="37"/>
                  </a:cubicBezTo>
                  <a:cubicBezTo>
                    <a:pt x="65" y="48"/>
                    <a:pt x="69" y="63"/>
                    <a:pt x="47" y="69"/>
                  </a:cubicBezTo>
                  <a:lnTo>
                    <a:pt x="47" y="69"/>
                  </a:lnTo>
                  <a:lnTo>
                    <a:pt x="46" y="69"/>
                  </a:lnTo>
                  <a:moveTo>
                    <a:pt x="23" y="19"/>
                  </a:moveTo>
                  <a:lnTo>
                    <a:pt x="43" y="52"/>
                  </a:lnTo>
                  <a:cubicBezTo>
                    <a:pt x="49" y="47"/>
                    <a:pt x="47" y="42"/>
                    <a:pt x="44" y="37"/>
                  </a:cubicBezTo>
                  <a:lnTo>
                    <a:pt x="44" y="37"/>
                  </a:lnTo>
                  <a:lnTo>
                    <a:pt x="44" y="37"/>
                  </a:lnTo>
                  <a:cubicBezTo>
                    <a:pt x="41" y="32"/>
                    <a:pt x="37" y="28"/>
                    <a:pt x="33" y="24"/>
                  </a:cubicBezTo>
                  <a:lnTo>
                    <a:pt x="33" y="24"/>
                  </a:lnTo>
                  <a:cubicBezTo>
                    <a:pt x="31" y="23"/>
                    <a:pt x="30" y="23"/>
                    <a:pt x="29" y="22"/>
                  </a:cubicBezTo>
                  <a:cubicBezTo>
                    <a:pt x="27" y="21"/>
                    <a:pt x="25" y="20"/>
                    <a:pt x="23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6"/>
            <p:cNvSpPr/>
            <p:nvPr/>
          </p:nvSpPr>
          <p:spPr>
            <a:xfrm>
              <a:off x="6643351" y="4382296"/>
              <a:ext cx="474597" cy="412737"/>
            </a:xfrm>
            <a:custGeom>
              <a:avLst/>
              <a:gdLst/>
              <a:ahLst/>
              <a:cxnLst/>
              <a:rect l="l" t="t" r="r" b="b"/>
              <a:pathLst>
                <a:path w="890" h="774" extrusionOk="0">
                  <a:moveTo>
                    <a:pt x="766" y="79"/>
                  </a:moveTo>
                  <a:cubicBezTo>
                    <a:pt x="889" y="198"/>
                    <a:pt x="845" y="432"/>
                    <a:pt x="668" y="602"/>
                  </a:cubicBezTo>
                  <a:cubicBezTo>
                    <a:pt x="581" y="686"/>
                    <a:pt x="476" y="738"/>
                    <a:pt x="379" y="756"/>
                  </a:cubicBezTo>
                  <a:cubicBezTo>
                    <a:pt x="279" y="773"/>
                    <a:pt x="185" y="754"/>
                    <a:pt x="123" y="694"/>
                  </a:cubicBezTo>
                  <a:cubicBezTo>
                    <a:pt x="0" y="575"/>
                    <a:pt x="44" y="340"/>
                    <a:pt x="221" y="171"/>
                  </a:cubicBezTo>
                  <a:cubicBezTo>
                    <a:pt x="309" y="87"/>
                    <a:pt x="413" y="35"/>
                    <a:pt x="510" y="17"/>
                  </a:cubicBezTo>
                  <a:cubicBezTo>
                    <a:pt x="610" y="0"/>
                    <a:pt x="704" y="19"/>
                    <a:pt x="766" y="79"/>
                  </a:cubicBezTo>
                  <a:moveTo>
                    <a:pt x="626" y="561"/>
                  </a:moveTo>
                  <a:cubicBezTo>
                    <a:pt x="699" y="491"/>
                    <a:pt x="744" y="408"/>
                    <a:pt x="758" y="330"/>
                  </a:cubicBezTo>
                  <a:cubicBezTo>
                    <a:pt x="771" y="255"/>
                    <a:pt x="755" y="184"/>
                    <a:pt x="705" y="137"/>
                  </a:cubicBezTo>
                  <a:cubicBezTo>
                    <a:pt x="655" y="88"/>
                    <a:pt x="579" y="73"/>
                    <a:pt x="498" y="87"/>
                  </a:cubicBezTo>
                  <a:cubicBezTo>
                    <a:pt x="419" y="101"/>
                    <a:pt x="334" y="144"/>
                    <a:pt x="263" y="212"/>
                  </a:cubicBezTo>
                  <a:cubicBezTo>
                    <a:pt x="190" y="281"/>
                    <a:pt x="145" y="365"/>
                    <a:pt x="132" y="443"/>
                  </a:cubicBezTo>
                  <a:cubicBezTo>
                    <a:pt x="118" y="518"/>
                    <a:pt x="135" y="588"/>
                    <a:pt x="184" y="636"/>
                  </a:cubicBezTo>
                  <a:cubicBezTo>
                    <a:pt x="235" y="685"/>
                    <a:pt x="310" y="700"/>
                    <a:pt x="391" y="686"/>
                  </a:cubicBezTo>
                  <a:cubicBezTo>
                    <a:pt x="471" y="672"/>
                    <a:pt x="555" y="629"/>
                    <a:pt x="626" y="5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6"/>
            <p:cNvSpPr/>
            <p:nvPr/>
          </p:nvSpPr>
          <p:spPr>
            <a:xfrm>
              <a:off x="6706275" y="4421224"/>
              <a:ext cx="348749" cy="334883"/>
            </a:xfrm>
            <a:custGeom>
              <a:avLst/>
              <a:gdLst/>
              <a:ahLst/>
              <a:cxnLst/>
              <a:rect l="l" t="t" r="r" b="b"/>
              <a:pathLst>
                <a:path w="654" h="628" extrusionOk="0">
                  <a:moveTo>
                    <a:pt x="640" y="257"/>
                  </a:moveTo>
                  <a:cubicBezTo>
                    <a:pt x="626" y="335"/>
                    <a:pt x="581" y="418"/>
                    <a:pt x="508" y="488"/>
                  </a:cubicBezTo>
                  <a:cubicBezTo>
                    <a:pt x="437" y="556"/>
                    <a:pt x="352" y="599"/>
                    <a:pt x="273" y="613"/>
                  </a:cubicBezTo>
                  <a:cubicBezTo>
                    <a:pt x="192" y="627"/>
                    <a:pt x="117" y="612"/>
                    <a:pt x="66" y="563"/>
                  </a:cubicBezTo>
                  <a:cubicBezTo>
                    <a:pt x="17" y="515"/>
                    <a:pt x="0" y="445"/>
                    <a:pt x="14" y="370"/>
                  </a:cubicBezTo>
                  <a:cubicBezTo>
                    <a:pt x="27" y="292"/>
                    <a:pt x="72" y="208"/>
                    <a:pt x="145" y="139"/>
                  </a:cubicBezTo>
                  <a:cubicBezTo>
                    <a:pt x="216" y="71"/>
                    <a:pt x="300" y="28"/>
                    <a:pt x="380" y="14"/>
                  </a:cubicBezTo>
                  <a:cubicBezTo>
                    <a:pt x="461" y="0"/>
                    <a:pt x="537" y="15"/>
                    <a:pt x="587" y="64"/>
                  </a:cubicBezTo>
                  <a:cubicBezTo>
                    <a:pt x="636" y="111"/>
                    <a:pt x="653" y="182"/>
                    <a:pt x="640" y="2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6"/>
            <p:cNvSpPr/>
            <p:nvPr/>
          </p:nvSpPr>
          <p:spPr>
            <a:xfrm>
              <a:off x="6702542" y="4430822"/>
              <a:ext cx="438336" cy="391941"/>
            </a:xfrm>
            <a:custGeom>
              <a:avLst/>
              <a:gdLst/>
              <a:ahLst/>
              <a:cxnLst/>
              <a:rect l="l" t="t" r="r" b="b"/>
              <a:pathLst>
                <a:path w="822" h="735" extrusionOk="0">
                  <a:moveTo>
                    <a:pt x="667" y="0"/>
                  </a:moveTo>
                  <a:lnTo>
                    <a:pt x="713" y="52"/>
                  </a:lnTo>
                  <a:cubicBezTo>
                    <a:pt x="821" y="175"/>
                    <a:pt x="775" y="399"/>
                    <a:pt x="603" y="563"/>
                  </a:cubicBezTo>
                  <a:cubicBezTo>
                    <a:pt x="516" y="647"/>
                    <a:pt x="412" y="700"/>
                    <a:pt x="314" y="717"/>
                  </a:cubicBezTo>
                  <a:cubicBezTo>
                    <a:pt x="214" y="734"/>
                    <a:pt x="121" y="715"/>
                    <a:pt x="58" y="655"/>
                  </a:cubicBezTo>
                  <a:cubicBezTo>
                    <a:pt x="54" y="651"/>
                    <a:pt x="50" y="647"/>
                    <a:pt x="47" y="643"/>
                  </a:cubicBezTo>
                  <a:lnTo>
                    <a:pt x="0" y="591"/>
                  </a:lnTo>
                  <a:cubicBezTo>
                    <a:pt x="4" y="595"/>
                    <a:pt x="8" y="599"/>
                    <a:pt x="12" y="603"/>
                  </a:cubicBezTo>
                  <a:cubicBezTo>
                    <a:pt x="74" y="663"/>
                    <a:pt x="168" y="682"/>
                    <a:pt x="268" y="665"/>
                  </a:cubicBezTo>
                  <a:cubicBezTo>
                    <a:pt x="365" y="647"/>
                    <a:pt x="470" y="595"/>
                    <a:pt x="557" y="511"/>
                  </a:cubicBezTo>
                  <a:cubicBezTo>
                    <a:pt x="728" y="347"/>
                    <a:pt x="775" y="122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6"/>
            <p:cNvSpPr/>
            <p:nvPr/>
          </p:nvSpPr>
          <p:spPr>
            <a:xfrm>
              <a:off x="6667347" y="4377497"/>
              <a:ext cx="426071" cy="415404"/>
            </a:xfrm>
            <a:custGeom>
              <a:avLst/>
              <a:gdLst/>
              <a:ahLst/>
              <a:cxnLst/>
              <a:rect l="l" t="t" r="r" b="b"/>
              <a:pathLst>
                <a:path w="799" h="779" extrusionOk="0">
                  <a:moveTo>
                    <a:pt x="264" y="778"/>
                  </a:moveTo>
                  <a:cubicBezTo>
                    <a:pt x="187" y="778"/>
                    <a:pt x="121" y="754"/>
                    <a:pt x="73" y="708"/>
                  </a:cubicBezTo>
                  <a:cubicBezTo>
                    <a:pt x="25" y="662"/>
                    <a:pt x="0" y="599"/>
                    <a:pt x="1" y="525"/>
                  </a:cubicBezTo>
                  <a:cubicBezTo>
                    <a:pt x="1" y="407"/>
                    <a:pt x="65" y="276"/>
                    <a:pt x="171" y="175"/>
                  </a:cubicBezTo>
                  <a:cubicBezTo>
                    <a:pt x="257" y="92"/>
                    <a:pt x="361" y="37"/>
                    <a:pt x="464" y="19"/>
                  </a:cubicBezTo>
                  <a:cubicBezTo>
                    <a:pt x="571" y="0"/>
                    <a:pt x="664" y="23"/>
                    <a:pt x="726" y="83"/>
                  </a:cubicBezTo>
                  <a:lnTo>
                    <a:pt x="726" y="83"/>
                  </a:lnTo>
                  <a:cubicBezTo>
                    <a:pt x="773" y="128"/>
                    <a:pt x="798" y="192"/>
                    <a:pt x="798" y="266"/>
                  </a:cubicBezTo>
                  <a:cubicBezTo>
                    <a:pt x="798" y="384"/>
                    <a:pt x="735" y="515"/>
                    <a:pt x="628" y="616"/>
                  </a:cubicBezTo>
                  <a:cubicBezTo>
                    <a:pt x="542" y="698"/>
                    <a:pt x="438" y="754"/>
                    <a:pt x="335" y="772"/>
                  </a:cubicBezTo>
                  <a:lnTo>
                    <a:pt x="335" y="772"/>
                  </a:lnTo>
                  <a:cubicBezTo>
                    <a:pt x="311" y="776"/>
                    <a:pt x="287" y="778"/>
                    <a:pt x="264" y="778"/>
                  </a:cubicBezTo>
                  <a:moveTo>
                    <a:pt x="535" y="27"/>
                  </a:moveTo>
                  <a:lnTo>
                    <a:pt x="535" y="27"/>
                  </a:lnTo>
                  <a:cubicBezTo>
                    <a:pt x="512" y="27"/>
                    <a:pt x="489" y="29"/>
                    <a:pt x="467" y="33"/>
                  </a:cubicBezTo>
                  <a:cubicBezTo>
                    <a:pt x="366" y="51"/>
                    <a:pt x="265" y="105"/>
                    <a:pt x="181" y="185"/>
                  </a:cubicBezTo>
                  <a:cubicBezTo>
                    <a:pt x="78" y="284"/>
                    <a:pt x="16" y="411"/>
                    <a:pt x="16" y="525"/>
                  </a:cubicBezTo>
                  <a:cubicBezTo>
                    <a:pt x="16" y="595"/>
                    <a:pt x="39" y="655"/>
                    <a:pt x="83" y="698"/>
                  </a:cubicBezTo>
                  <a:cubicBezTo>
                    <a:pt x="142" y="754"/>
                    <a:pt x="230" y="775"/>
                    <a:pt x="332" y="757"/>
                  </a:cubicBezTo>
                  <a:cubicBezTo>
                    <a:pt x="433" y="740"/>
                    <a:pt x="534" y="686"/>
                    <a:pt x="618" y="606"/>
                  </a:cubicBezTo>
                  <a:cubicBezTo>
                    <a:pt x="722" y="507"/>
                    <a:pt x="783" y="380"/>
                    <a:pt x="784" y="266"/>
                  </a:cubicBezTo>
                  <a:cubicBezTo>
                    <a:pt x="784" y="196"/>
                    <a:pt x="760" y="136"/>
                    <a:pt x="716" y="93"/>
                  </a:cubicBezTo>
                  <a:lnTo>
                    <a:pt x="716" y="93"/>
                  </a:lnTo>
                  <a:cubicBezTo>
                    <a:pt x="671" y="50"/>
                    <a:pt x="608" y="27"/>
                    <a:pt x="535" y="27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6"/>
            <p:cNvSpPr/>
            <p:nvPr/>
          </p:nvSpPr>
          <p:spPr>
            <a:xfrm>
              <a:off x="6702009" y="4416425"/>
              <a:ext cx="357281" cy="338615"/>
            </a:xfrm>
            <a:custGeom>
              <a:avLst/>
              <a:gdLst/>
              <a:ahLst/>
              <a:cxnLst/>
              <a:rect l="l" t="t" r="r" b="b"/>
              <a:pathLst>
                <a:path w="670" h="635" extrusionOk="0">
                  <a:moveTo>
                    <a:pt x="224" y="634"/>
                  </a:moveTo>
                  <a:cubicBezTo>
                    <a:pt x="162" y="634"/>
                    <a:pt x="108" y="615"/>
                    <a:pt x="69" y="577"/>
                  </a:cubicBezTo>
                  <a:cubicBezTo>
                    <a:pt x="19" y="530"/>
                    <a:pt x="0" y="459"/>
                    <a:pt x="14" y="378"/>
                  </a:cubicBezTo>
                  <a:cubicBezTo>
                    <a:pt x="29" y="295"/>
                    <a:pt x="76" y="211"/>
                    <a:pt x="148" y="142"/>
                  </a:cubicBezTo>
                  <a:cubicBezTo>
                    <a:pt x="218" y="76"/>
                    <a:pt x="303" y="31"/>
                    <a:pt x="387" y="16"/>
                  </a:cubicBezTo>
                  <a:cubicBezTo>
                    <a:pt x="474" y="0"/>
                    <a:pt x="550" y="19"/>
                    <a:pt x="600" y="68"/>
                  </a:cubicBezTo>
                  <a:cubicBezTo>
                    <a:pt x="650" y="115"/>
                    <a:pt x="669" y="186"/>
                    <a:pt x="655" y="267"/>
                  </a:cubicBezTo>
                  <a:cubicBezTo>
                    <a:pt x="640" y="350"/>
                    <a:pt x="593" y="434"/>
                    <a:pt x="521" y="503"/>
                  </a:cubicBezTo>
                  <a:lnTo>
                    <a:pt x="516" y="497"/>
                  </a:lnTo>
                  <a:lnTo>
                    <a:pt x="521" y="503"/>
                  </a:lnTo>
                  <a:cubicBezTo>
                    <a:pt x="451" y="569"/>
                    <a:pt x="367" y="614"/>
                    <a:pt x="282" y="629"/>
                  </a:cubicBezTo>
                  <a:lnTo>
                    <a:pt x="282" y="629"/>
                  </a:lnTo>
                  <a:cubicBezTo>
                    <a:pt x="263" y="633"/>
                    <a:pt x="244" y="634"/>
                    <a:pt x="224" y="634"/>
                  </a:cubicBezTo>
                  <a:moveTo>
                    <a:pt x="445" y="25"/>
                  </a:moveTo>
                  <a:lnTo>
                    <a:pt x="445" y="25"/>
                  </a:lnTo>
                  <a:cubicBezTo>
                    <a:pt x="426" y="25"/>
                    <a:pt x="408" y="27"/>
                    <a:pt x="389" y="30"/>
                  </a:cubicBezTo>
                  <a:cubicBezTo>
                    <a:pt x="308" y="45"/>
                    <a:pt x="226" y="88"/>
                    <a:pt x="158" y="153"/>
                  </a:cubicBezTo>
                  <a:cubicBezTo>
                    <a:pt x="89" y="220"/>
                    <a:pt x="43" y="300"/>
                    <a:pt x="29" y="380"/>
                  </a:cubicBezTo>
                  <a:cubicBezTo>
                    <a:pt x="15" y="457"/>
                    <a:pt x="33" y="523"/>
                    <a:pt x="79" y="567"/>
                  </a:cubicBezTo>
                  <a:cubicBezTo>
                    <a:pt x="126" y="612"/>
                    <a:pt x="198" y="629"/>
                    <a:pt x="280" y="615"/>
                  </a:cubicBezTo>
                  <a:cubicBezTo>
                    <a:pt x="361" y="600"/>
                    <a:pt x="443" y="557"/>
                    <a:pt x="511" y="492"/>
                  </a:cubicBezTo>
                  <a:lnTo>
                    <a:pt x="511" y="492"/>
                  </a:lnTo>
                  <a:cubicBezTo>
                    <a:pt x="580" y="425"/>
                    <a:pt x="626" y="345"/>
                    <a:pt x="640" y="265"/>
                  </a:cubicBezTo>
                  <a:cubicBezTo>
                    <a:pt x="654" y="188"/>
                    <a:pt x="636" y="122"/>
                    <a:pt x="590" y="78"/>
                  </a:cubicBezTo>
                  <a:cubicBezTo>
                    <a:pt x="554" y="43"/>
                    <a:pt x="503" y="25"/>
                    <a:pt x="445" y="25"/>
                  </a:cubicBez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6"/>
            <p:cNvSpPr/>
            <p:nvPr/>
          </p:nvSpPr>
          <p:spPr>
            <a:xfrm>
              <a:off x="6702009" y="4416425"/>
              <a:ext cx="357281" cy="338615"/>
            </a:xfrm>
            <a:custGeom>
              <a:avLst/>
              <a:gdLst/>
              <a:ahLst/>
              <a:cxnLst/>
              <a:rect l="l" t="t" r="r" b="b"/>
              <a:pathLst>
                <a:path w="670" h="635" extrusionOk="0">
                  <a:moveTo>
                    <a:pt x="224" y="634"/>
                  </a:moveTo>
                  <a:cubicBezTo>
                    <a:pt x="162" y="634"/>
                    <a:pt x="108" y="615"/>
                    <a:pt x="69" y="577"/>
                  </a:cubicBezTo>
                  <a:cubicBezTo>
                    <a:pt x="19" y="530"/>
                    <a:pt x="0" y="459"/>
                    <a:pt x="14" y="378"/>
                  </a:cubicBezTo>
                  <a:cubicBezTo>
                    <a:pt x="29" y="295"/>
                    <a:pt x="76" y="211"/>
                    <a:pt x="148" y="142"/>
                  </a:cubicBezTo>
                  <a:cubicBezTo>
                    <a:pt x="218" y="76"/>
                    <a:pt x="303" y="31"/>
                    <a:pt x="387" y="16"/>
                  </a:cubicBezTo>
                  <a:cubicBezTo>
                    <a:pt x="474" y="0"/>
                    <a:pt x="550" y="19"/>
                    <a:pt x="600" y="68"/>
                  </a:cubicBezTo>
                  <a:lnTo>
                    <a:pt x="600" y="68"/>
                  </a:lnTo>
                  <a:cubicBezTo>
                    <a:pt x="650" y="115"/>
                    <a:pt x="669" y="186"/>
                    <a:pt x="655" y="267"/>
                  </a:cubicBezTo>
                  <a:cubicBezTo>
                    <a:pt x="640" y="350"/>
                    <a:pt x="593" y="434"/>
                    <a:pt x="521" y="503"/>
                  </a:cubicBezTo>
                  <a:cubicBezTo>
                    <a:pt x="451" y="569"/>
                    <a:pt x="367" y="614"/>
                    <a:pt x="282" y="629"/>
                  </a:cubicBezTo>
                  <a:lnTo>
                    <a:pt x="282" y="629"/>
                  </a:lnTo>
                  <a:cubicBezTo>
                    <a:pt x="263" y="633"/>
                    <a:pt x="244" y="634"/>
                    <a:pt x="224" y="634"/>
                  </a:cubicBezTo>
                  <a:moveTo>
                    <a:pt x="445" y="25"/>
                  </a:moveTo>
                  <a:lnTo>
                    <a:pt x="445" y="25"/>
                  </a:lnTo>
                  <a:cubicBezTo>
                    <a:pt x="426" y="25"/>
                    <a:pt x="408" y="27"/>
                    <a:pt x="389" y="30"/>
                  </a:cubicBezTo>
                  <a:cubicBezTo>
                    <a:pt x="308" y="45"/>
                    <a:pt x="226" y="88"/>
                    <a:pt x="158" y="153"/>
                  </a:cubicBezTo>
                  <a:cubicBezTo>
                    <a:pt x="89" y="220"/>
                    <a:pt x="43" y="300"/>
                    <a:pt x="29" y="380"/>
                  </a:cubicBezTo>
                  <a:cubicBezTo>
                    <a:pt x="15" y="457"/>
                    <a:pt x="33" y="523"/>
                    <a:pt x="79" y="567"/>
                  </a:cubicBezTo>
                  <a:cubicBezTo>
                    <a:pt x="126" y="612"/>
                    <a:pt x="198" y="629"/>
                    <a:pt x="280" y="615"/>
                  </a:cubicBezTo>
                  <a:cubicBezTo>
                    <a:pt x="361" y="600"/>
                    <a:pt x="443" y="557"/>
                    <a:pt x="511" y="492"/>
                  </a:cubicBezTo>
                  <a:cubicBezTo>
                    <a:pt x="580" y="425"/>
                    <a:pt x="626" y="345"/>
                    <a:pt x="640" y="265"/>
                  </a:cubicBezTo>
                  <a:cubicBezTo>
                    <a:pt x="654" y="188"/>
                    <a:pt x="636" y="122"/>
                    <a:pt x="590" y="78"/>
                  </a:cubicBezTo>
                  <a:lnTo>
                    <a:pt x="590" y="78"/>
                  </a:lnTo>
                  <a:cubicBezTo>
                    <a:pt x="554" y="43"/>
                    <a:pt x="503" y="25"/>
                    <a:pt x="445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6"/>
            <p:cNvSpPr/>
            <p:nvPr/>
          </p:nvSpPr>
          <p:spPr>
            <a:xfrm>
              <a:off x="6698809" y="4427090"/>
              <a:ext cx="446868" cy="394074"/>
            </a:xfrm>
            <a:custGeom>
              <a:avLst/>
              <a:gdLst/>
              <a:ahLst/>
              <a:cxnLst/>
              <a:rect l="l" t="t" r="r" b="b"/>
              <a:pathLst>
                <a:path w="838" h="739" extrusionOk="0">
                  <a:moveTo>
                    <a:pt x="251" y="738"/>
                  </a:moveTo>
                  <a:cubicBezTo>
                    <a:pt x="174" y="738"/>
                    <a:pt x="108" y="714"/>
                    <a:pt x="60" y="668"/>
                  </a:cubicBezTo>
                  <a:cubicBezTo>
                    <a:pt x="56" y="663"/>
                    <a:pt x="52" y="659"/>
                    <a:pt x="48" y="655"/>
                  </a:cubicBezTo>
                  <a:lnTo>
                    <a:pt x="2" y="603"/>
                  </a:lnTo>
                  <a:lnTo>
                    <a:pt x="2" y="603"/>
                  </a:lnTo>
                  <a:lnTo>
                    <a:pt x="2" y="603"/>
                  </a:lnTo>
                  <a:cubicBezTo>
                    <a:pt x="2" y="602"/>
                    <a:pt x="1" y="602"/>
                    <a:pt x="1" y="602"/>
                  </a:cubicBezTo>
                  <a:cubicBezTo>
                    <a:pt x="1" y="601"/>
                    <a:pt x="0" y="599"/>
                    <a:pt x="0" y="598"/>
                  </a:cubicBezTo>
                  <a:cubicBezTo>
                    <a:pt x="0" y="597"/>
                    <a:pt x="1" y="595"/>
                    <a:pt x="1" y="594"/>
                  </a:cubicBezTo>
                  <a:cubicBezTo>
                    <a:pt x="2" y="593"/>
                    <a:pt x="3" y="593"/>
                    <a:pt x="4" y="592"/>
                  </a:cubicBezTo>
                  <a:cubicBezTo>
                    <a:pt x="6" y="592"/>
                    <a:pt x="7" y="591"/>
                    <a:pt x="8" y="591"/>
                  </a:cubicBezTo>
                  <a:cubicBezTo>
                    <a:pt x="10" y="591"/>
                    <a:pt x="10" y="591"/>
                    <a:pt x="11" y="592"/>
                  </a:cubicBezTo>
                  <a:cubicBezTo>
                    <a:pt x="12" y="593"/>
                    <a:pt x="12" y="593"/>
                    <a:pt x="13" y="593"/>
                  </a:cubicBezTo>
                  <a:lnTo>
                    <a:pt x="13" y="593"/>
                  </a:lnTo>
                  <a:cubicBezTo>
                    <a:pt x="17" y="597"/>
                    <a:pt x="20" y="601"/>
                    <a:pt x="24" y="605"/>
                  </a:cubicBezTo>
                  <a:cubicBezTo>
                    <a:pt x="83" y="661"/>
                    <a:pt x="171" y="682"/>
                    <a:pt x="273" y="665"/>
                  </a:cubicBezTo>
                  <a:cubicBezTo>
                    <a:pt x="374" y="647"/>
                    <a:pt x="475" y="593"/>
                    <a:pt x="559" y="513"/>
                  </a:cubicBezTo>
                  <a:cubicBezTo>
                    <a:pt x="727" y="352"/>
                    <a:pt x="775" y="132"/>
                    <a:pt x="668" y="12"/>
                  </a:cubicBezTo>
                  <a:lnTo>
                    <a:pt x="668" y="12"/>
                  </a:lnTo>
                  <a:lnTo>
                    <a:pt x="668" y="12"/>
                  </a:lnTo>
                  <a:lnTo>
                    <a:pt x="668" y="12"/>
                  </a:lnTo>
                  <a:cubicBezTo>
                    <a:pt x="668" y="12"/>
                    <a:pt x="669" y="12"/>
                    <a:pt x="668" y="11"/>
                  </a:cubicBezTo>
                  <a:cubicBezTo>
                    <a:pt x="668" y="10"/>
                    <a:pt x="667" y="9"/>
                    <a:pt x="667" y="7"/>
                  </a:cubicBezTo>
                  <a:cubicBezTo>
                    <a:pt x="667" y="6"/>
                    <a:pt x="668" y="5"/>
                    <a:pt x="668" y="4"/>
                  </a:cubicBezTo>
                  <a:cubicBezTo>
                    <a:pt x="669" y="3"/>
                    <a:pt x="669" y="2"/>
                    <a:pt x="670" y="1"/>
                  </a:cubicBezTo>
                  <a:cubicBezTo>
                    <a:pt x="671" y="0"/>
                    <a:pt x="673" y="0"/>
                    <a:pt x="674" y="0"/>
                  </a:cubicBezTo>
                  <a:cubicBezTo>
                    <a:pt x="675" y="0"/>
                    <a:pt x="676" y="0"/>
                    <a:pt x="678" y="1"/>
                  </a:cubicBezTo>
                  <a:cubicBezTo>
                    <a:pt x="678" y="1"/>
                    <a:pt x="679" y="2"/>
                    <a:pt x="679" y="3"/>
                  </a:cubicBezTo>
                  <a:lnTo>
                    <a:pt x="679" y="3"/>
                  </a:lnTo>
                  <a:lnTo>
                    <a:pt x="679" y="3"/>
                  </a:lnTo>
                  <a:lnTo>
                    <a:pt x="726" y="55"/>
                  </a:lnTo>
                  <a:cubicBezTo>
                    <a:pt x="837" y="181"/>
                    <a:pt x="789" y="409"/>
                    <a:pt x="615" y="575"/>
                  </a:cubicBezTo>
                  <a:cubicBezTo>
                    <a:pt x="530" y="658"/>
                    <a:pt x="425" y="713"/>
                    <a:pt x="322" y="731"/>
                  </a:cubicBezTo>
                  <a:lnTo>
                    <a:pt x="322" y="731"/>
                  </a:lnTo>
                  <a:cubicBezTo>
                    <a:pt x="298" y="735"/>
                    <a:pt x="275" y="737"/>
                    <a:pt x="251" y="738"/>
                  </a:cubicBezTo>
                  <a:moveTo>
                    <a:pt x="67" y="654"/>
                  </a:moveTo>
                  <a:cubicBezTo>
                    <a:pt x="68" y="655"/>
                    <a:pt x="69" y="656"/>
                    <a:pt x="71" y="657"/>
                  </a:cubicBezTo>
                  <a:cubicBezTo>
                    <a:pt x="129" y="714"/>
                    <a:pt x="218" y="735"/>
                    <a:pt x="319" y="717"/>
                  </a:cubicBezTo>
                  <a:cubicBezTo>
                    <a:pt x="420" y="699"/>
                    <a:pt x="522" y="645"/>
                    <a:pt x="605" y="565"/>
                  </a:cubicBezTo>
                  <a:cubicBezTo>
                    <a:pt x="769" y="408"/>
                    <a:pt x="819" y="195"/>
                    <a:pt x="722" y="73"/>
                  </a:cubicBezTo>
                  <a:cubicBezTo>
                    <a:pt x="772" y="203"/>
                    <a:pt x="714" y="385"/>
                    <a:pt x="569" y="524"/>
                  </a:cubicBezTo>
                  <a:cubicBezTo>
                    <a:pt x="484" y="606"/>
                    <a:pt x="379" y="661"/>
                    <a:pt x="276" y="679"/>
                  </a:cubicBezTo>
                  <a:cubicBezTo>
                    <a:pt x="196" y="693"/>
                    <a:pt x="124" y="684"/>
                    <a:pt x="67" y="6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6"/>
            <p:cNvSpPr/>
            <p:nvPr/>
          </p:nvSpPr>
          <p:spPr>
            <a:xfrm>
              <a:off x="6779864" y="4460151"/>
              <a:ext cx="219701" cy="239430"/>
            </a:xfrm>
            <a:custGeom>
              <a:avLst/>
              <a:gdLst/>
              <a:ahLst/>
              <a:cxnLst/>
              <a:rect l="l" t="t" r="r" b="b"/>
              <a:pathLst>
                <a:path w="412" h="449" extrusionOk="0">
                  <a:moveTo>
                    <a:pt x="139" y="448"/>
                  </a:moveTo>
                  <a:lnTo>
                    <a:pt x="93" y="448"/>
                  </a:lnTo>
                  <a:lnTo>
                    <a:pt x="93" y="448"/>
                  </a:lnTo>
                  <a:lnTo>
                    <a:pt x="93" y="448"/>
                  </a:lnTo>
                  <a:cubicBezTo>
                    <a:pt x="92" y="448"/>
                    <a:pt x="91" y="448"/>
                    <a:pt x="91" y="448"/>
                  </a:cubicBezTo>
                  <a:cubicBezTo>
                    <a:pt x="90" y="447"/>
                    <a:pt x="89" y="447"/>
                    <a:pt x="89" y="446"/>
                  </a:cubicBezTo>
                  <a:cubicBezTo>
                    <a:pt x="89" y="445"/>
                    <a:pt x="88" y="444"/>
                    <a:pt x="88" y="444"/>
                  </a:cubicBezTo>
                  <a:cubicBezTo>
                    <a:pt x="88" y="443"/>
                    <a:pt x="89" y="442"/>
                    <a:pt x="89" y="441"/>
                  </a:cubicBezTo>
                  <a:lnTo>
                    <a:pt x="89" y="441"/>
                  </a:lnTo>
                  <a:lnTo>
                    <a:pt x="103" y="411"/>
                  </a:lnTo>
                  <a:cubicBezTo>
                    <a:pt x="63" y="408"/>
                    <a:pt x="30" y="400"/>
                    <a:pt x="3" y="385"/>
                  </a:cubicBezTo>
                  <a:cubicBezTo>
                    <a:pt x="1" y="384"/>
                    <a:pt x="0" y="380"/>
                    <a:pt x="3" y="377"/>
                  </a:cubicBezTo>
                  <a:lnTo>
                    <a:pt x="56" y="307"/>
                  </a:lnTo>
                  <a:lnTo>
                    <a:pt x="56" y="307"/>
                  </a:lnTo>
                  <a:cubicBezTo>
                    <a:pt x="57" y="306"/>
                    <a:pt x="59" y="305"/>
                    <a:pt x="60" y="304"/>
                  </a:cubicBezTo>
                  <a:cubicBezTo>
                    <a:pt x="62" y="303"/>
                    <a:pt x="62" y="303"/>
                    <a:pt x="62" y="303"/>
                  </a:cubicBezTo>
                  <a:lnTo>
                    <a:pt x="62" y="303"/>
                  </a:lnTo>
                  <a:cubicBezTo>
                    <a:pt x="63" y="302"/>
                    <a:pt x="64" y="302"/>
                    <a:pt x="65" y="302"/>
                  </a:cubicBezTo>
                  <a:cubicBezTo>
                    <a:pt x="66" y="302"/>
                    <a:pt x="68" y="302"/>
                    <a:pt x="69" y="303"/>
                  </a:cubicBezTo>
                  <a:lnTo>
                    <a:pt x="69" y="303"/>
                  </a:lnTo>
                  <a:cubicBezTo>
                    <a:pt x="70" y="304"/>
                    <a:pt x="71" y="304"/>
                    <a:pt x="72" y="305"/>
                  </a:cubicBezTo>
                  <a:cubicBezTo>
                    <a:pt x="83" y="311"/>
                    <a:pt x="94" y="316"/>
                    <a:pt x="107" y="319"/>
                  </a:cubicBezTo>
                  <a:lnTo>
                    <a:pt x="107" y="319"/>
                  </a:lnTo>
                  <a:cubicBezTo>
                    <a:pt x="118" y="321"/>
                    <a:pt x="129" y="324"/>
                    <a:pt x="141" y="325"/>
                  </a:cubicBezTo>
                  <a:lnTo>
                    <a:pt x="166" y="267"/>
                  </a:lnTo>
                  <a:lnTo>
                    <a:pt x="164" y="267"/>
                  </a:lnTo>
                  <a:cubicBezTo>
                    <a:pt x="132" y="257"/>
                    <a:pt x="110" y="243"/>
                    <a:pt x="99" y="223"/>
                  </a:cubicBezTo>
                  <a:cubicBezTo>
                    <a:pt x="88" y="204"/>
                    <a:pt x="88" y="180"/>
                    <a:pt x="100" y="153"/>
                  </a:cubicBezTo>
                  <a:lnTo>
                    <a:pt x="100" y="153"/>
                  </a:lnTo>
                  <a:cubicBezTo>
                    <a:pt x="102" y="149"/>
                    <a:pt x="105" y="144"/>
                    <a:pt x="107" y="140"/>
                  </a:cubicBezTo>
                  <a:cubicBezTo>
                    <a:pt x="121" y="115"/>
                    <a:pt x="142" y="95"/>
                    <a:pt x="166" y="80"/>
                  </a:cubicBezTo>
                  <a:lnTo>
                    <a:pt x="166" y="80"/>
                  </a:lnTo>
                  <a:cubicBezTo>
                    <a:pt x="167" y="80"/>
                    <a:pt x="169" y="79"/>
                    <a:pt x="170" y="78"/>
                  </a:cubicBezTo>
                  <a:cubicBezTo>
                    <a:pt x="198" y="62"/>
                    <a:pt x="230" y="52"/>
                    <a:pt x="263" y="49"/>
                  </a:cubicBezTo>
                  <a:lnTo>
                    <a:pt x="282" y="7"/>
                  </a:lnTo>
                  <a:lnTo>
                    <a:pt x="282" y="7"/>
                  </a:lnTo>
                  <a:lnTo>
                    <a:pt x="282" y="6"/>
                  </a:lnTo>
                  <a:cubicBezTo>
                    <a:pt x="283" y="4"/>
                    <a:pt x="286" y="3"/>
                    <a:pt x="287" y="2"/>
                  </a:cubicBezTo>
                  <a:cubicBezTo>
                    <a:pt x="289" y="1"/>
                    <a:pt x="290" y="0"/>
                    <a:pt x="292" y="0"/>
                  </a:cubicBezTo>
                  <a:lnTo>
                    <a:pt x="338" y="0"/>
                  </a:lnTo>
                  <a:lnTo>
                    <a:pt x="338" y="0"/>
                  </a:lnTo>
                  <a:lnTo>
                    <a:pt x="338" y="0"/>
                  </a:lnTo>
                  <a:cubicBezTo>
                    <a:pt x="339" y="0"/>
                    <a:pt x="340" y="0"/>
                    <a:pt x="341" y="1"/>
                  </a:cubicBezTo>
                  <a:lnTo>
                    <a:pt x="342" y="2"/>
                  </a:lnTo>
                  <a:cubicBezTo>
                    <a:pt x="343" y="3"/>
                    <a:pt x="343" y="4"/>
                    <a:pt x="343" y="5"/>
                  </a:cubicBezTo>
                  <a:cubicBezTo>
                    <a:pt x="343" y="5"/>
                    <a:pt x="343" y="6"/>
                    <a:pt x="342" y="7"/>
                  </a:cubicBezTo>
                  <a:lnTo>
                    <a:pt x="342" y="7"/>
                  </a:lnTo>
                  <a:lnTo>
                    <a:pt x="324" y="49"/>
                  </a:lnTo>
                  <a:lnTo>
                    <a:pt x="324" y="49"/>
                  </a:lnTo>
                  <a:cubicBezTo>
                    <a:pt x="353" y="51"/>
                    <a:pt x="382" y="60"/>
                    <a:pt x="408" y="74"/>
                  </a:cubicBezTo>
                  <a:cubicBezTo>
                    <a:pt x="411" y="75"/>
                    <a:pt x="411" y="79"/>
                    <a:pt x="408" y="83"/>
                  </a:cubicBezTo>
                  <a:lnTo>
                    <a:pt x="350" y="150"/>
                  </a:lnTo>
                  <a:lnTo>
                    <a:pt x="350" y="150"/>
                  </a:lnTo>
                  <a:cubicBezTo>
                    <a:pt x="349" y="152"/>
                    <a:pt x="348" y="153"/>
                    <a:pt x="347" y="153"/>
                  </a:cubicBezTo>
                  <a:cubicBezTo>
                    <a:pt x="346" y="154"/>
                    <a:pt x="345" y="154"/>
                    <a:pt x="343" y="155"/>
                  </a:cubicBezTo>
                  <a:lnTo>
                    <a:pt x="343" y="155"/>
                  </a:lnTo>
                  <a:cubicBezTo>
                    <a:pt x="343" y="155"/>
                    <a:pt x="342" y="155"/>
                    <a:pt x="341" y="155"/>
                  </a:cubicBezTo>
                  <a:cubicBezTo>
                    <a:pt x="340" y="155"/>
                    <a:pt x="339" y="155"/>
                    <a:pt x="338" y="154"/>
                  </a:cubicBezTo>
                  <a:lnTo>
                    <a:pt x="337" y="154"/>
                  </a:lnTo>
                  <a:cubicBezTo>
                    <a:pt x="326" y="144"/>
                    <a:pt x="309" y="138"/>
                    <a:pt x="286" y="135"/>
                  </a:cubicBezTo>
                  <a:lnTo>
                    <a:pt x="263" y="189"/>
                  </a:lnTo>
                  <a:cubicBezTo>
                    <a:pt x="294" y="197"/>
                    <a:pt x="315" y="211"/>
                    <a:pt x="326" y="230"/>
                  </a:cubicBezTo>
                  <a:cubicBezTo>
                    <a:pt x="337" y="249"/>
                    <a:pt x="337" y="273"/>
                    <a:pt x="325" y="300"/>
                  </a:cubicBezTo>
                  <a:lnTo>
                    <a:pt x="325" y="300"/>
                  </a:lnTo>
                  <a:cubicBezTo>
                    <a:pt x="323" y="305"/>
                    <a:pt x="320" y="311"/>
                    <a:pt x="317" y="316"/>
                  </a:cubicBezTo>
                  <a:cubicBezTo>
                    <a:pt x="303" y="340"/>
                    <a:pt x="283" y="361"/>
                    <a:pt x="260" y="376"/>
                  </a:cubicBezTo>
                  <a:lnTo>
                    <a:pt x="260" y="376"/>
                  </a:lnTo>
                  <a:cubicBezTo>
                    <a:pt x="257" y="377"/>
                    <a:pt x="255" y="379"/>
                    <a:pt x="252" y="380"/>
                  </a:cubicBezTo>
                  <a:cubicBezTo>
                    <a:pt x="225" y="396"/>
                    <a:pt x="195" y="406"/>
                    <a:pt x="164" y="410"/>
                  </a:cubicBezTo>
                  <a:lnTo>
                    <a:pt x="150" y="441"/>
                  </a:lnTo>
                  <a:lnTo>
                    <a:pt x="150" y="441"/>
                  </a:lnTo>
                  <a:lnTo>
                    <a:pt x="150" y="442"/>
                  </a:lnTo>
                  <a:cubicBezTo>
                    <a:pt x="149" y="444"/>
                    <a:pt x="148" y="445"/>
                    <a:pt x="145" y="447"/>
                  </a:cubicBezTo>
                  <a:cubicBezTo>
                    <a:pt x="144" y="448"/>
                    <a:pt x="141" y="448"/>
                    <a:pt x="139" y="448"/>
                  </a:cubicBezTo>
                  <a:moveTo>
                    <a:pt x="107" y="434"/>
                  </a:moveTo>
                  <a:lnTo>
                    <a:pt x="138" y="434"/>
                  </a:lnTo>
                  <a:lnTo>
                    <a:pt x="152" y="403"/>
                  </a:lnTo>
                  <a:lnTo>
                    <a:pt x="152" y="403"/>
                  </a:lnTo>
                  <a:lnTo>
                    <a:pt x="152" y="402"/>
                  </a:lnTo>
                  <a:cubicBezTo>
                    <a:pt x="153" y="400"/>
                    <a:pt x="156" y="399"/>
                    <a:pt x="157" y="398"/>
                  </a:cubicBezTo>
                  <a:cubicBezTo>
                    <a:pt x="159" y="397"/>
                    <a:pt x="160" y="396"/>
                    <a:pt x="161" y="396"/>
                  </a:cubicBezTo>
                  <a:lnTo>
                    <a:pt x="161" y="396"/>
                  </a:lnTo>
                  <a:cubicBezTo>
                    <a:pt x="192" y="393"/>
                    <a:pt x="221" y="384"/>
                    <a:pt x="248" y="369"/>
                  </a:cubicBezTo>
                  <a:cubicBezTo>
                    <a:pt x="250" y="368"/>
                    <a:pt x="252" y="366"/>
                    <a:pt x="254" y="365"/>
                  </a:cubicBezTo>
                  <a:lnTo>
                    <a:pt x="254" y="365"/>
                  </a:lnTo>
                  <a:cubicBezTo>
                    <a:pt x="274" y="353"/>
                    <a:pt x="291" y="335"/>
                    <a:pt x="302" y="315"/>
                  </a:cubicBezTo>
                  <a:cubicBezTo>
                    <a:pt x="305" y="310"/>
                    <a:pt x="308" y="305"/>
                    <a:pt x="310" y="300"/>
                  </a:cubicBezTo>
                  <a:cubicBezTo>
                    <a:pt x="320" y="276"/>
                    <a:pt x="321" y="257"/>
                    <a:pt x="311" y="240"/>
                  </a:cubicBezTo>
                  <a:cubicBezTo>
                    <a:pt x="301" y="223"/>
                    <a:pt x="281" y="210"/>
                    <a:pt x="253" y="203"/>
                  </a:cubicBezTo>
                  <a:lnTo>
                    <a:pt x="247" y="201"/>
                  </a:lnTo>
                  <a:lnTo>
                    <a:pt x="247" y="201"/>
                  </a:lnTo>
                  <a:cubicBezTo>
                    <a:pt x="246" y="201"/>
                    <a:pt x="246" y="201"/>
                    <a:pt x="246" y="201"/>
                  </a:cubicBezTo>
                  <a:cubicBezTo>
                    <a:pt x="245" y="200"/>
                    <a:pt x="244" y="200"/>
                    <a:pt x="244" y="199"/>
                  </a:cubicBezTo>
                  <a:cubicBezTo>
                    <a:pt x="244" y="198"/>
                    <a:pt x="243" y="197"/>
                    <a:pt x="243" y="197"/>
                  </a:cubicBezTo>
                  <a:cubicBezTo>
                    <a:pt x="243" y="196"/>
                    <a:pt x="244" y="195"/>
                    <a:pt x="244" y="194"/>
                  </a:cubicBezTo>
                  <a:lnTo>
                    <a:pt x="244" y="194"/>
                  </a:lnTo>
                  <a:lnTo>
                    <a:pt x="274" y="126"/>
                  </a:lnTo>
                  <a:lnTo>
                    <a:pt x="274" y="126"/>
                  </a:lnTo>
                  <a:lnTo>
                    <a:pt x="275" y="125"/>
                  </a:lnTo>
                  <a:cubicBezTo>
                    <a:pt x="276" y="124"/>
                    <a:pt x="277" y="122"/>
                    <a:pt x="279" y="121"/>
                  </a:cubicBezTo>
                  <a:lnTo>
                    <a:pt x="279" y="121"/>
                  </a:lnTo>
                  <a:lnTo>
                    <a:pt x="280" y="121"/>
                  </a:lnTo>
                  <a:cubicBezTo>
                    <a:pt x="281" y="120"/>
                    <a:pt x="283" y="119"/>
                    <a:pt x="285" y="119"/>
                  </a:cubicBezTo>
                  <a:lnTo>
                    <a:pt x="286" y="119"/>
                  </a:lnTo>
                  <a:cubicBezTo>
                    <a:pt x="311" y="122"/>
                    <a:pt x="331" y="128"/>
                    <a:pt x="345" y="137"/>
                  </a:cubicBezTo>
                  <a:lnTo>
                    <a:pt x="391" y="84"/>
                  </a:lnTo>
                  <a:lnTo>
                    <a:pt x="391" y="84"/>
                  </a:lnTo>
                  <a:cubicBezTo>
                    <a:pt x="365" y="71"/>
                    <a:pt x="338" y="64"/>
                    <a:pt x="310" y="62"/>
                  </a:cubicBezTo>
                  <a:lnTo>
                    <a:pt x="310" y="62"/>
                  </a:lnTo>
                  <a:lnTo>
                    <a:pt x="310" y="62"/>
                  </a:lnTo>
                  <a:cubicBezTo>
                    <a:pt x="309" y="62"/>
                    <a:pt x="308" y="62"/>
                    <a:pt x="307" y="61"/>
                  </a:cubicBezTo>
                  <a:lnTo>
                    <a:pt x="306" y="60"/>
                  </a:lnTo>
                  <a:cubicBezTo>
                    <a:pt x="305" y="59"/>
                    <a:pt x="305" y="58"/>
                    <a:pt x="305" y="57"/>
                  </a:cubicBezTo>
                  <a:cubicBezTo>
                    <a:pt x="305" y="57"/>
                    <a:pt x="305" y="56"/>
                    <a:pt x="306" y="55"/>
                  </a:cubicBezTo>
                  <a:lnTo>
                    <a:pt x="306" y="55"/>
                  </a:lnTo>
                  <a:lnTo>
                    <a:pt x="324" y="14"/>
                  </a:lnTo>
                  <a:lnTo>
                    <a:pt x="293" y="14"/>
                  </a:lnTo>
                  <a:lnTo>
                    <a:pt x="275" y="55"/>
                  </a:lnTo>
                  <a:lnTo>
                    <a:pt x="275" y="55"/>
                  </a:lnTo>
                  <a:cubicBezTo>
                    <a:pt x="275" y="55"/>
                    <a:pt x="276" y="55"/>
                    <a:pt x="275" y="56"/>
                  </a:cubicBezTo>
                  <a:cubicBezTo>
                    <a:pt x="275" y="58"/>
                    <a:pt x="272" y="59"/>
                    <a:pt x="270" y="60"/>
                  </a:cubicBezTo>
                  <a:cubicBezTo>
                    <a:pt x="269" y="61"/>
                    <a:pt x="267" y="62"/>
                    <a:pt x="265" y="62"/>
                  </a:cubicBezTo>
                  <a:lnTo>
                    <a:pt x="265" y="62"/>
                  </a:lnTo>
                  <a:cubicBezTo>
                    <a:pt x="233" y="64"/>
                    <a:pt x="202" y="73"/>
                    <a:pt x="174" y="89"/>
                  </a:cubicBezTo>
                  <a:cubicBezTo>
                    <a:pt x="173" y="90"/>
                    <a:pt x="172" y="90"/>
                    <a:pt x="171" y="91"/>
                  </a:cubicBezTo>
                  <a:lnTo>
                    <a:pt x="171" y="91"/>
                  </a:lnTo>
                  <a:cubicBezTo>
                    <a:pt x="151" y="103"/>
                    <a:pt x="133" y="120"/>
                    <a:pt x="121" y="141"/>
                  </a:cubicBezTo>
                  <a:cubicBezTo>
                    <a:pt x="119" y="145"/>
                    <a:pt x="117" y="149"/>
                    <a:pt x="115" y="153"/>
                  </a:cubicBezTo>
                  <a:cubicBezTo>
                    <a:pt x="105" y="177"/>
                    <a:pt x="105" y="196"/>
                    <a:pt x="114" y="213"/>
                  </a:cubicBezTo>
                  <a:cubicBezTo>
                    <a:pt x="124" y="231"/>
                    <a:pt x="144" y="244"/>
                    <a:pt x="174" y="253"/>
                  </a:cubicBezTo>
                  <a:lnTo>
                    <a:pt x="181" y="255"/>
                  </a:lnTo>
                  <a:cubicBezTo>
                    <a:pt x="184" y="256"/>
                    <a:pt x="185" y="259"/>
                    <a:pt x="183" y="262"/>
                  </a:cubicBezTo>
                  <a:lnTo>
                    <a:pt x="152" y="333"/>
                  </a:lnTo>
                  <a:lnTo>
                    <a:pt x="152" y="333"/>
                  </a:lnTo>
                  <a:cubicBezTo>
                    <a:pt x="152" y="333"/>
                    <a:pt x="153" y="333"/>
                    <a:pt x="152" y="334"/>
                  </a:cubicBezTo>
                  <a:cubicBezTo>
                    <a:pt x="152" y="335"/>
                    <a:pt x="149" y="337"/>
                    <a:pt x="147" y="338"/>
                  </a:cubicBezTo>
                  <a:lnTo>
                    <a:pt x="147" y="338"/>
                  </a:lnTo>
                  <a:lnTo>
                    <a:pt x="147" y="338"/>
                  </a:lnTo>
                  <a:cubicBezTo>
                    <a:pt x="145" y="339"/>
                    <a:pt x="143" y="340"/>
                    <a:pt x="141" y="340"/>
                  </a:cubicBezTo>
                  <a:lnTo>
                    <a:pt x="141" y="340"/>
                  </a:lnTo>
                  <a:lnTo>
                    <a:pt x="141" y="340"/>
                  </a:lnTo>
                  <a:cubicBezTo>
                    <a:pt x="126" y="339"/>
                    <a:pt x="111" y="336"/>
                    <a:pt x="97" y="332"/>
                  </a:cubicBezTo>
                  <a:lnTo>
                    <a:pt x="97" y="332"/>
                  </a:lnTo>
                  <a:cubicBezTo>
                    <a:pt x="85" y="329"/>
                    <a:pt x="73" y="325"/>
                    <a:pt x="62" y="319"/>
                  </a:cubicBezTo>
                  <a:lnTo>
                    <a:pt x="20" y="375"/>
                  </a:lnTo>
                  <a:cubicBezTo>
                    <a:pt x="45" y="388"/>
                    <a:pt x="78" y="395"/>
                    <a:pt x="116" y="397"/>
                  </a:cubicBezTo>
                  <a:lnTo>
                    <a:pt x="116" y="397"/>
                  </a:lnTo>
                  <a:lnTo>
                    <a:pt x="117" y="397"/>
                  </a:lnTo>
                  <a:cubicBezTo>
                    <a:pt x="118" y="397"/>
                    <a:pt x="118" y="397"/>
                    <a:pt x="119" y="397"/>
                  </a:cubicBezTo>
                  <a:cubicBezTo>
                    <a:pt x="121" y="398"/>
                    <a:pt x="121" y="398"/>
                    <a:pt x="121" y="399"/>
                  </a:cubicBezTo>
                  <a:cubicBezTo>
                    <a:pt x="122" y="400"/>
                    <a:pt x="121" y="401"/>
                    <a:pt x="121" y="401"/>
                  </a:cubicBezTo>
                  <a:cubicBezTo>
                    <a:pt x="121" y="402"/>
                    <a:pt x="121" y="403"/>
                    <a:pt x="121" y="404"/>
                  </a:cubicBezTo>
                  <a:lnTo>
                    <a:pt x="121" y="404"/>
                  </a:lnTo>
                  <a:lnTo>
                    <a:pt x="107" y="4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6"/>
            <p:cNvSpPr/>
            <p:nvPr/>
          </p:nvSpPr>
          <p:spPr>
            <a:xfrm>
              <a:off x="6878516" y="4523608"/>
              <a:ext cx="32529" cy="37861"/>
            </a:xfrm>
            <a:custGeom>
              <a:avLst/>
              <a:gdLst/>
              <a:ahLst/>
              <a:cxnLst/>
              <a:rect l="l" t="t" r="r" b="b"/>
              <a:pathLst>
                <a:path w="61" h="71" extrusionOk="0">
                  <a:moveTo>
                    <a:pt x="23" y="70"/>
                  </a:moveTo>
                  <a:lnTo>
                    <a:pt x="23" y="70"/>
                  </a:lnTo>
                  <a:lnTo>
                    <a:pt x="23" y="70"/>
                  </a:lnTo>
                  <a:cubicBezTo>
                    <a:pt x="23" y="70"/>
                    <a:pt x="22" y="69"/>
                    <a:pt x="21" y="69"/>
                  </a:cubicBezTo>
                  <a:cubicBezTo>
                    <a:pt x="11" y="65"/>
                    <a:pt x="5" y="60"/>
                    <a:pt x="2" y="55"/>
                  </a:cubicBezTo>
                  <a:cubicBezTo>
                    <a:pt x="0" y="50"/>
                    <a:pt x="0" y="42"/>
                    <a:pt x="4" y="34"/>
                  </a:cubicBezTo>
                  <a:cubicBezTo>
                    <a:pt x="9" y="22"/>
                    <a:pt x="22" y="6"/>
                    <a:pt x="53" y="0"/>
                  </a:cubicBezTo>
                  <a:lnTo>
                    <a:pt x="53" y="0"/>
                  </a:lnTo>
                  <a:lnTo>
                    <a:pt x="54" y="0"/>
                  </a:lnTo>
                  <a:cubicBezTo>
                    <a:pt x="55" y="0"/>
                    <a:pt x="56" y="1"/>
                    <a:pt x="57" y="1"/>
                  </a:cubicBezTo>
                  <a:cubicBezTo>
                    <a:pt x="58" y="2"/>
                    <a:pt x="58" y="2"/>
                    <a:pt x="58" y="2"/>
                  </a:cubicBezTo>
                  <a:lnTo>
                    <a:pt x="58" y="2"/>
                  </a:lnTo>
                  <a:cubicBezTo>
                    <a:pt x="58" y="2"/>
                    <a:pt x="59" y="1"/>
                    <a:pt x="59" y="2"/>
                  </a:cubicBezTo>
                  <a:cubicBezTo>
                    <a:pt x="60" y="3"/>
                    <a:pt x="59" y="4"/>
                    <a:pt x="59" y="5"/>
                  </a:cubicBezTo>
                  <a:cubicBezTo>
                    <a:pt x="59" y="6"/>
                    <a:pt x="59" y="7"/>
                    <a:pt x="59" y="7"/>
                  </a:cubicBezTo>
                  <a:lnTo>
                    <a:pt x="34" y="62"/>
                  </a:lnTo>
                  <a:lnTo>
                    <a:pt x="34" y="62"/>
                  </a:lnTo>
                  <a:cubicBezTo>
                    <a:pt x="34" y="63"/>
                    <a:pt x="34" y="63"/>
                    <a:pt x="34" y="63"/>
                  </a:cubicBezTo>
                  <a:cubicBezTo>
                    <a:pt x="33" y="65"/>
                    <a:pt x="31" y="67"/>
                    <a:pt x="29" y="68"/>
                  </a:cubicBezTo>
                  <a:lnTo>
                    <a:pt x="28" y="68"/>
                  </a:lnTo>
                  <a:lnTo>
                    <a:pt x="28" y="68"/>
                  </a:lnTo>
                  <a:cubicBezTo>
                    <a:pt x="27" y="69"/>
                    <a:pt x="25" y="70"/>
                    <a:pt x="23" y="70"/>
                  </a:cubicBezTo>
                  <a:moveTo>
                    <a:pt x="39" y="17"/>
                  </a:moveTo>
                  <a:cubicBezTo>
                    <a:pt x="26" y="21"/>
                    <a:pt x="21" y="28"/>
                    <a:pt x="19" y="34"/>
                  </a:cubicBezTo>
                  <a:lnTo>
                    <a:pt x="19" y="34"/>
                  </a:lnTo>
                  <a:lnTo>
                    <a:pt x="19" y="34"/>
                  </a:lnTo>
                  <a:cubicBezTo>
                    <a:pt x="18" y="36"/>
                    <a:pt x="17" y="38"/>
                    <a:pt x="17" y="41"/>
                  </a:cubicBezTo>
                  <a:cubicBezTo>
                    <a:pt x="17" y="42"/>
                    <a:pt x="17" y="44"/>
                    <a:pt x="18" y="45"/>
                  </a:cubicBezTo>
                  <a:lnTo>
                    <a:pt x="18" y="45"/>
                  </a:lnTo>
                  <a:cubicBezTo>
                    <a:pt x="19" y="48"/>
                    <a:pt x="21" y="50"/>
                    <a:pt x="24" y="51"/>
                  </a:cubicBezTo>
                  <a:lnTo>
                    <a:pt x="24" y="51"/>
                  </a:lnTo>
                  <a:lnTo>
                    <a:pt x="39" y="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6"/>
            <p:cNvSpPr/>
            <p:nvPr/>
          </p:nvSpPr>
          <p:spPr>
            <a:xfrm>
              <a:off x="6877450" y="4603596"/>
              <a:ext cx="30396" cy="36794"/>
            </a:xfrm>
            <a:custGeom>
              <a:avLst/>
              <a:gdLst/>
              <a:ahLst/>
              <a:cxnLst/>
              <a:rect l="l" t="t" r="r" b="b"/>
              <a:pathLst>
                <a:path w="57" h="69" extrusionOk="0">
                  <a:moveTo>
                    <a:pt x="6" y="68"/>
                  </a:moveTo>
                  <a:lnTo>
                    <a:pt x="6" y="68"/>
                  </a:lnTo>
                  <a:cubicBezTo>
                    <a:pt x="5" y="68"/>
                    <a:pt x="5" y="68"/>
                    <a:pt x="5" y="68"/>
                  </a:cubicBezTo>
                  <a:cubicBezTo>
                    <a:pt x="4" y="68"/>
                    <a:pt x="4" y="68"/>
                    <a:pt x="3" y="67"/>
                  </a:cubicBezTo>
                  <a:cubicBezTo>
                    <a:pt x="3" y="66"/>
                    <a:pt x="2" y="67"/>
                    <a:pt x="2" y="66"/>
                  </a:cubicBezTo>
                  <a:lnTo>
                    <a:pt x="2" y="66"/>
                  </a:lnTo>
                  <a:cubicBezTo>
                    <a:pt x="1" y="66"/>
                    <a:pt x="1" y="66"/>
                    <a:pt x="1" y="66"/>
                  </a:cubicBezTo>
                  <a:cubicBezTo>
                    <a:pt x="1" y="65"/>
                    <a:pt x="0" y="64"/>
                    <a:pt x="0" y="63"/>
                  </a:cubicBezTo>
                  <a:cubicBezTo>
                    <a:pt x="0" y="62"/>
                    <a:pt x="1" y="62"/>
                    <a:pt x="1" y="61"/>
                  </a:cubicBezTo>
                  <a:lnTo>
                    <a:pt x="25" y="7"/>
                  </a:lnTo>
                  <a:lnTo>
                    <a:pt x="25" y="7"/>
                  </a:lnTo>
                  <a:lnTo>
                    <a:pt x="25" y="6"/>
                  </a:lnTo>
                  <a:cubicBezTo>
                    <a:pt x="26" y="4"/>
                    <a:pt x="28" y="3"/>
                    <a:pt x="30" y="2"/>
                  </a:cubicBezTo>
                  <a:lnTo>
                    <a:pt x="31" y="1"/>
                  </a:lnTo>
                  <a:lnTo>
                    <a:pt x="31" y="1"/>
                  </a:lnTo>
                  <a:lnTo>
                    <a:pt x="31" y="1"/>
                  </a:lnTo>
                  <a:cubicBezTo>
                    <a:pt x="32" y="0"/>
                    <a:pt x="34" y="0"/>
                    <a:pt x="35" y="0"/>
                  </a:cubicBezTo>
                  <a:cubicBezTo>
                    <a:pt x="36" y="0"/>
                    <a:pt x="37" y="0"/>
                    <a:pt x="38" y="1"/>
                  </a:cubicBezTo>
                  <a:cubicBezTo>
                    <a:pt x="48" y="5"/>
                    <a:pt x="53" y="10"/>
                    <a:pt x="55" y="15"/>
                  </a:cubicBezTo>
                  <a:lnTo>
                    <a:pt x="55" y="15"/>
                  </a:lnTo>
                  <a:cubicBezTo>
                    <a:pt x="56" y="17"/>
                    <a:pt x="56" y="20"/>
                    <a:pt x="56" y="22"/>
                  </a:cubicBezTo>
                  <a:cubicBezTo>
                    <a:pt x="56" y="27"/>
                    <a:pt x="55" y="32"/>
                    <a:pt x="52" y="37"/>
                  </a:cubicBezTo>
                  <a:cubicBezTo>
                    <a:pt x="47" y="47"/>
                    <a:pt x="36" y="62"/>
                    <a:pt x="7" y="68"/>
                  </a:cubicBezTo>
                  <a:lnTo>
                    <a:pt x="7" y="68"/>
                  </a:lnTo>
                  <a:lnTo>
                    <a:pt x="6" y="68"/>
                  </a:lnTo>
                  <a:moveTo>
                    <a:pt x="35" y="18"/>
                  </a:moveTo>
                  <a:lnTo>
                    <a:pt x="21" y="51"/>
                  </a:lnTo>
                  <a:lnTo>
                    <a:pt x="21" y="51"/>
                  </a:lnTo>
                  <a:cubicBezTo>
                    <a:pt x="23" y="50"/>
                    <a:pt x="25" y="49"/>
                    <a:pt x="27" y="48"/>
                  </a:cubicBezTo>
                  <a:cubicBezTo>
                    <a:pt x="31" y="46"/>
                    <a:pt x="34" y="43"/>
                    <a:pt x="36" y="38"/>
                  </a:cubicBezTo>
                  <a:cubicBezTo>
                    <a:pt x="37" y="37"/>
                    <a:pt x="37" y="37"/>
                    <a:pt x="37" y="37"/>
                  </a:cubicBezTo>
                  <a:lnTo>
                    <a:pt x="37" y="37"/>
                  </a:lnTo>
                  <a:cubicBezTo>
                    <a:pt x="39" y="34"/>
                    <a:pt x="40" y="30"/>
                    <a:pt x="40" y="27"/>
                  </a:cubicBezTo>
                  <a:cubicBezTo>
                    <a:pt x="40" y="26"/>
                    <a:pt x="40" y="25"/>
                    <a:pt x="39" y="24"/>
                  </a:cubicBezTo>
                  <a:lnTo>
                    <a:pt x="39" y="24"/>
                  </a:lnTo>
                  <a:cubicBezTo>
                    <a:pt x="39" y="23"/>
                    <a:pt x="40" y="23"/>
                    <a:pt x="39" y="22"/>
                  </a:cubicBezTo>
                  <a:cubicBezTo>
                    <a:pt x="39" y="21"/>
                    <a:pt x="37" y="19"/>
                    <a:pt x="35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6"/>
            <p:cNvSpPr/>
            <p:nvPr/>
          </p:nvSpPr>
          <p:spPr>
            <a:xfrm>
              <a:off x="6546298" y="3648541"/>
              <a:ext cx="495394" cy="46393"/>
            </a:xfrm>
            <a:custGeom>
              <a:avLst/>
              <a:gdLst/>
              <a:ahLst/>
              <a:cxnLst/>
              <a:rect l="l" t="t" r="r" b="b"/>
              <a:pathLst>
                <a:path w="929" h="87" extrusionOk="0">
                  <a:moveTo>
                    <a:pt x="527" y="53"/>
                  </a:moveTo>
                  <a:cubicBezTo>
                    <a:pt x="257" y="53"/>
                    <a:pt x="10" y="15"/>
                    <a:pt x="6" y="14"/>
                  </a:cubicBezTo>
                  <a:lnTo>
                    <a:pt x="6" y="14"/>
                  </a:lnTo>
                  <a:lnTo>
                    <a:pt x="4" y="13"/>
                  </a:lnTo>
                  <a:cubicBezTo>
                    <a:pt x="4" y="13"/>
                    <a:pt x="2" y="13"/>
                    <a:pt x="1" y="11"/>
                  </a:cubicBezTo>
                  <a:cubicBezTo>
                    <a:pt x="1" y="10"/>
                    <a:pt x="0" y="8"/>
                    <a:pt x="0" y="7"/>
                  </a:cubicBezTo>
                  <a:cubicBezTo>
                    <a:pt x="0" y="6"/>
                    <a:pt x="1" y="4"/>
                    <a:pt x="1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6" y="1"/>
                    <a:pt x="6" y="0"/>
                    <a:pt x="8" y="0"/>
                  </a:cubicBezTo>
                  <a:lnTo>
                    <a:pt x="9" y="0"/>
                  </a:lnTo>
                  <a:cubicBezTo>
                    <a:pt x="14" y="1"/>
                    <a:pt x="568" y="86"/>
                    <a:pt x="919" y="0"/>
                  </a:cubicBezTo>
                  <a:lnTo>
                    <a:pt x="919" y="0"/>
                  </a:lnTo>
                  <a:cubicBezTo>
                    <a:pt x="920" y="0"/>
                    <a:pt x="920" y="0"/>
                    <a:pt x="921" y="0"/>
                  </a:cubicBezTo>
                  <a:cubicBezTo>
                    <a:pt x="922" y="0"/>
                    <a:pt x="924" y="0"/>
                    <a:pt x="925" y="0"/>
                  </a:cubicBezTo>
                  <a:cubicBezTo>
                    <a:pt x="927" y="1"/>
                    <a:pt x="927" y="2"/>
                    <a:pt x="927" y="3"/>
                  </a:cubicBezTo>
                  <a:cubicBezTo>
                    <a:pt x="928" y="4"/>
                    <a:pt x="928" y="6"/>
                    <a:pt x="928" y="7"/>
                  </a:cubicBezTo>
                  <a:cubicBezTo>
                    <a:pt x="928" y="8"/>
                    <a:pt x="928" y="10"/>
                    <a:pt x="927" y="11"/>
                  </a:cubicBezTo>
                  <a:cubicBezTo>
                    <a:pt x="927" y="13"/>
                    <a:pt x="926" y="13"/>
                    <a:pt x="925" y="13"/>
                  </a:cubicBezTo>
                  <a:cubicBezTo>
                    <a:pt x="924" y="14"/>
                    <a:pt x="924" y="14"/>
                    <a:pt x="923" y="14"/>
                  </a:cubicBezTo>
                  <a:cubicBezTo>
                    <a:pt x="804" y="43"/>
                    <a:pt x="662" y="53"/>
                    <a:pt x="527" y="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6"/>
            <p:cNvSpPr/>
            <p:nvPr/>
          </p:nvSpPr>
          <p:spPr>
            <a:xfrm>
              <a:off x="6368725" y="3710931"/>
              <a:ext cx="146112" cy="209568"/>
            </a:xfrm>
            <a:custGeom>
              <a:avLst/>
              <a:gdLst/>
              <a:ahLst/>
              <a:cxnLst/>
              <a:rect l="l" t="t" r="r" b="b"/>
              <a:pathLst>
                <a:path w="274" h="393" extrusionOk="0">
                  <a:moveTo>
                    <a:pt x="32" y="392"/>
                  </a:moveTo>
                  <a:lnTo>
                    <a:pt x="32" y="392"/>
                  </a:lnTo>
                  <a:lnTo>
                    <a:pt x="32" y="392"/>
                  </a:lnTo>
                  <a:cubicBezTo>
                    <a:pt x="30" y="392"/>
                    <a:pt x="29" y="392"/>
                    <a:pt x="28" y="391"/>
                  </a:cubicBezTo>
                  <a:cubicBezTo>
                    <a:pt x="27" y="390"/>
                    <a:pt x="26" y="390"/>
                    <a:pt x="25" y="388"/>
                  </a:cubicBezTo>
                  <a:cubicBezTo>
                    <a:pt x="25" y="387"/>
                    <a:pt x="25" y="386"/>
                    <a:pt x="24" y="385"/>
                  </a:cubicBezTo>
                  <a:cubicBezTo>
                    <a:pt x="24" y="382"/>
                    <a:pt x="0" y="63"/>
                    <a:pt x="264" y="0"/>
                  </a:cubicBezTo>
                  <a:lnTo>
                    <a:pt x="264" y="0"/>
                  </a:lnTo>
                  <a:cubicBezTo>
                    <a:pt x="265" y="0"/>
                    <a:pt x="265" y="0"/>
                    <a:pt x="266" y="0"/>
                  </a:cubicBezTo>
                  <a:cubicBezTo>
                    <a:pt x="267" y="0"/>
                    <a:pt x="268" y="1"/>
                    <a:pt x="269" y="1"/>
                  </a:cubicBezTo>
                  <a:cubicBezTo>
                    <a:pt x="271" y="2"/>
                    <a:pt x="271" y="3"/>
                    <a:pt x="272" y="4"/>
                  </a:cubicBezTo>
                  <a:cubicBezTo>
                    <a:pt x="273" y="5"/>
                    <a:pt x="273" y="7"/>
                    <a:pt x="273" y="8"/>
                  </a:cubicBezTo>
                  <a:cubicBezTo>
                    <a:pt x="273" y="10"/>
                    <a:pt x="273" y="10"/>
                    <a:pt x="272" y="11"/>
                  </a:cubicBezTo>
                  <a:cubicBezTo>
                    <a:pt x="271" y="12"/>
                    <a:pt x="270" y="13"/>
                    <a:pt x="269" y="14"/>
                  </a:cubicBezTo>
                  <a:cubicBezTo>
                    <a:pt x="269" y="14"/>
                    <a:pt x="268" y="15"/>
                    <a:pt x="267" y="15"/>
                  </a:cubicBezTo>
                  <a:cubicBezTo>
                    <a:pt x="16" y="75"/>
                    <a:pt x="39" y="381"/>
                    <a:pt x="39" y="384"/>
                  </a:cubicBezTo>
                  <a:lnTo>
                    <a:pt x="39" y="384"/>
                  </a:lnTo>
                  <a:lnTo>
                    <a:pt x="39" y="385"/>
                  </a:lnTo>
                  <a:cubicBezTo>
                    <a:pt x="39" y="386"/>
                    <a:pt x="40" y="387"/>
                    <a:pt x="38" y="388"/>
                  </a:cubicBezTo>
                  <a:cubicBezTo>
                    <a:pt x="37" y="390"/>
                    <a:pt x="37" y="390"/>
                    <a:pt x="35" y="391"/>
                  </a:cubicBezTo>
                  <a:cubicBezTo>
                    <a:pt x="34" y="392"/>
                    <a:pt x="33" y="392"/>
                    <a:pt x="32" y="3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8" name="Google Shape;1608;p26"/>
            <p:cNvGrpSpPr/>
            <p:nvPr/>
          </p:nvGrpSpPr>
          <p:grpSpPr>
            <a:xfrm>
              <a:off x="5937750" y="3164875"/>
              <a:ext cx="402608" cy="278358"/>
              <a:chOff x="5911725" y="3091825"/>
              <a:chExt cx="402608" cy="278358"/>
            </a:xfrm>
          </p:grpSpPr>
          <p:sp>
            <p:nvSpPr>
              <p:cNvPr id="1609" name="Google Shape;1609;p26"/>
              <p:cNvSpPr/>
              <p:nvPr/>
            </p:nvSpPr>
            <p:spPr>
              <a:xfrm>
                <a:off x="6246609" y="3091825"/>
                <a:ext cx="15998" cy="118915"/>
              </a:xfrm>
              <a:custGeom>
                <a:avLst/>
                <a:gdLst/>
                <a:ahLst/>
                <a:cxnLst/>
                <a:rect l="l" t="t" r="r" b="b"/>
                <a:pathLst>
                  <a:path w="30" h="223" extrusionOk="0">
                    <a:moveTo>
                      <a:pt x="15" y="222"/>
                    </a:moveTo>
                    <a:lnTo>
                      <a:pt x="15" y="222"/>
                    </a:lnTo>
                    <a:lnTo>
                      <a:pt x="15" y="222"/>
                    </a:lnTo>
                    <a:cubicBezTo>
                      <a:pt x="12" y="222"/>
                      <a:pt x="9" y="222"/>
                      <a:pt x="7" y="220"/>
                    </a:cubicBezTo>
                    <a:cubicBezTo>
                      <a:pt x="4" y="219"/>
                      <a:pt x="3" y="217"/>
                      <a:pt x="2" y="215"/>
                    </a:cubicBezTo>
                    <a:cubicBezTo>
                      <a:pt x="1" y="213"/>
                      <a:pt x="0" y="210"/>
                      <a:pt x="0" y="208"/>
                    </a:cubicBezTo>
                    <a:lnTo>
                      <a:pt x="0" y="208"/>
                    </a:lnTo>
                    <a:lnTo>
                      <a:pt x="0" y="15"/>
                    </a:lnTo>
                    <a:lnTo>
                      <a:pt x="0" y="15"/>
                    </a:lnTo>
                    <a:cubicBezTo>
                      <a:pt x="0" y="12"/>
                      <a:pt x="1" y="10"/>
                      <a:pt x="2" y="7"/>
                    </a:cubicBezTo>
                    <a:cubicBezTo>
                      <a:pt x="3" y="5"/>
                      <a:pt x="4" y="3"/>
                      <a:pt x="7" y="2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2"/>
                    </a:cubicBezTo>
                    <a:cubicBezTo>
                      <a:pt x="24" y="3"/>
                      <a:pt x="25" y="5"/>
                      <a:pt x="27" y="7"/>
                    </a:cubicBezTo>
                    <a:cubicBezTo>
                      <a:pt x="28" y="10"/>
                      <a:pt x="29" y="12"/>
                      <a:pt x="29" y="15"/>
                    </a:cubicBezTo>
                    <a:lnTo>
                      <a:pt x="29" y="15"/>
                    </a:lnTo>
                    <a:lnTo>
                      <a:pt x="29" y="208"/>
                    </a:lnTo>
                    <a:lnTo>
                      <a:pt x="29" y="208"/>
                    </a:lnTo>
                    <a:lnTo>
                      <a:pt x="29" y="208"/>
                    </a:lnTo>
                    <a:cubicBezTo>
                      <a:pt x="29" y="210"/>
                      <a:pt x="28" y="213"/>
                      <a:pt x="27" y="215"/>
                    </a:cubicBezTo>
                    <a:cubicBezTo>
                      <a:pt x="25" y="217"/>
                      <a:pt x="24" y="219"/>
                      <a:pt x="22" y="220"/>
                    </a:cubicBezTo>
                    <a:cubicBezTo>
                      <a:pt x="19" y="222"/>
                      <a:pt x="17" y="222"/>
                      <a:pt x="15" y="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26"/>
              <p:cNvSpPr/>
              <p:nvPr/>
            </p:nvSpPr>
            <p:spPr>
              <a:xfrm>
                <a:off x="6194883" y="3143017"/>
                <a:ext cx="119449" cy="16531"/>
              </a:xfrm>
              <a:custGeom>
                <a:avLst/>
                <a:gdLst/>
                <a:ahLst/>
                <a:cxnLst/>
                <a:rect l="l" t="t" r="r" b="b"/>
                <a:pathLst>
                  <a:path w="224" h="31" extrusionOk="0">
                    <a:moveTo>
                      <a:pt x="208" y="30"/>
                    </a:moveTo>
                    <a:lnTo>
                      <a:pt x="15" y="30"/>
                    </a:lnTo>
                    <a:lnTo>
                      <a:pt x="15" y="30"/>
                    </a:lnTo>
                    <a:cubicBezTo>
                      <a:pt x="13" y="30"/>
                      <a:pt x="10" y="29"/>
                      <a:pt x="8" y="28"/>
                    </a:cubicBezTo>
                    <a:cubicBezTo>
                      <a:pt x="6" y="27"/>
                      <a:pt x="3" y="25"/>
                      <a:pt x="2" y="22"/>
                    </a:cubicBezTo>
                    <a:cubicBezTo>
                      <a:pt x="0" y="20"/>
                      <a:pt x="1" y="18"/>
                      <a:pt x="1" y="15"/>
                    </a:cubicBezTo>
                    <a:cubicBezTo>
                      <a:pt x="1" y="13"/>
                      <a:pt x="0" y="10"/>
                      <a:pt x="2" y="8"/>
                    </a:cubicBezTo>
                    <a:cubicBezTo>
                      <a:pt x="3" y="6"/>
                      <a:pt x="5" y="4"/>
                      <a:pt x="8" y="2"/>
                    </a:cubicBezTo>
                    <a:cubicBezTo>
                      <a:pt x="10" y="1"/>
                      <a:pt x="13" y="0"/>
                      <a:pt x="15" y="0"/>
                    </a:cubicBezTo>
                    <a:lnTo>
                      <a:pt x="208" y="0"/>
                    </a:lnTo>
                    <a:lnTo>
                      <a:pt x="208" y="0"/>
                    </a:lnTo>
                    <a:cubicBezTo>
                      <a:pt x="211" y="0"/>
                      <a:pt x="213" y="1"/>
                      <a:pt x="216" y="2"/>
                    </a:cubicBezTo>
                    <a:cubicBezTo>
                      <a:pt x="218" y="4"/>
                      <a:pt x="220" y="6"/>
                      <a:pt x="221" y="8"/>
                    </a:cubicBezTo>
                    <a:cubicBezTo>
                      <a:pt x="222" y="10"/>
                      <a:pt x="223" y="13"/>
                      <a:pt x="223" y="15"/>
                    </a:cubicBezTo>
                    <a:cubicBezTo>
                      <a:pt x="223" y="18"/>
                      <a:pt x="222" y="20"/>
                      <a:pt x="221" y="22"/>
                    </a:cubicBezTo>
                    <a:cubicBezTo>
                      <a:pt x="219" y="25"/>
                      <a:pt x="218" y="27"/>
                      <a:pt x="216" y="28"/>
                    </a:cubicBezTo>
                    <a:cubicBezTo>
                      <a:pt x="213" y="29"/>
                      <a:pt x="211" y="30"/>
                      <a:pt x="208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26"/>
              <p:cNvSpPr/>
              <p:nvPr/>
            </p:nvSpPr>
            <p:spPr>
              <a:xfrm>
                <a:off x="5962917" y="3091825"/>
                <a:ext cx="16531" cy="11891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3" extrusionOk="0">
                    <a:moveTo>
                      <a:pt x="15" y="222"/>
                    </a:moveTo>
                    <a:lnTo>
                      <a:pt x="15" y="222"/>
                    </a:lnTo>
                    <a:lnTo>
                      <a:pt x="15" y="222"/>
                    </a:lnTo>
                    <a:cubicBezTo>
                      <a:pt x="12" y="222"/>
                      <a:pt x="10" y="222"/>
                      <a:pt x="8" y="220"/>
                    </a:cubicBezTo>
                    <a:cubicBezTo>
                      <a:pt x="5" y="219"/>
                      <a:pt x="3" y="217"/>
                      <a:pt x="2" y="215"/>
                    </a:cubicBezTo>
                    <a:cubicBezTo>
                      <a:pt x="0" y="213"/>
                      <a:pt x="0" y="210"/>
                      <a:pt x="0" y="208"/>
                    </a:cubicBezTo>
                    <a:lnTo>
                      <a:pt x="0" y="208"/>
                    </a:lnTo>
                    <a:lnTo>
                      <a:pt x="0" y="15"/>
                    </a:lnTo>
                    <a:lnTo>
                      <a:pt x="0" y="15"/>
                    </a:lnTo>
                    <a:cubicBezTo>
                      <a:pt x="0" y="12"/>
                      <a:pt x="0" y="10"/>
                      <a:pt x="2" y="7"/>
                    </a:cubicBezTo>
                    <a:cubicBezTo>
                      <a:pt x="3" y="5"/>
                      <a:pt x="6" y="3"/>
                      <a:pt x="8" y="2"/>
                    </a:cubicBezTo>
                    <a:cubicBezTo>
                      <a:pt x="10" y="1"/>
                      <a:pt x="12" y="0"/>
                      <a:pt x="15" y="0"/>
                    </a:cubicBezTo>
                    <a:cubicBezTo>
                      <a:pt x="18" y="0"/>
                      <a:pt x="19" y="1"/>
                      <a:pt x="22" y="2"/>
                    </a:cubicBezTo>
                    <a:cubicBezTo>
                      <a:pt x="24" y="3"/>
                      <a:pt x="26" y="5"/>
                      <a:pt x="28" y="7"/>
                    </a:cubicBezTo>
                    <a:cubicBezTo>
                      <a:pt x="29" y="10"/>
                      <a:pt x="30" y="12"/>
                      <a:pt x="30" y="15"/>
                    </a:cubicBezTo>
                    <a:lnTo>
                      <a:pt x="30" y="15"/>
                    </a:lnTo>
                    <a:lnTo>
                      <a:pt x="30" y="208"/>
                    </a:lnTo>
                    <a:lnTo>
                      <a:pt x="30" y="208"/>
                    </a:lnTo>
                    <a:lnTo>
                      <a:pt x="30" y="208"/>
                    </a:lnTo>
                    <a:cubicBezTo>
                      <a:pt x="30" y="210"/>
                      <a:pt x="29" y="213"/>
                      <a:pt x="28" y="215"/>
                    </a:cubicBezTo>
                    <a:cubicBezTo>
                      <a:pt x="26" y="217"/>
                      <a:pt x="24" y="219"/>
                      <a:pt x="22" y="220"/>
                    </a:cubicBezTo>
                    <a:cubicBezTo>
                      <a:pt x="19" y="222"/>
                      <a:pt x="18" y="222"/>
                      <a:pt x="15" y="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26"/>
              <p:cNvSpPr/>
              <p:nvPr/>
            </p:nvSpPr>
            <p:spPr>
              <a:xfrm>
                <a:off x="5911725" y="3143017"/>
                <a:ext cx="118916" cy="16531"/>
              </a:xfrm>
              <a:custGeom>
                <a:avLst/>
                <a:gdLst/>
                <a:ahLst/>
                <a:cxnLst/>
                <a:rect l="l" t="t" r="r" b="b"/>
                <a:pathLst>
                  <a:path w="223" h="31" extrusionOk="0">
                    <a:moveTo>
                      <a:pt x="207" y="30"/>
                    </a:moveTo>
                    <a:lnTo>
                      <a:pt x="14" y="30"/>
                    </a:lnTo>
                    <a:lnTo>
                      <a:pt x="14" y="30"/>
                    </a:lnTo>
                    <a:cubicBezTo>
                      <a:pt x="12" y="30"/>
                      <a:pt x="9" y="29"/>
                      <a:pt x="7" y="28"/>
                    </a:cubicBezTo>
                    <a:cubicBezTo>
                      <a:pt x="5" y="27"/>
                      <a:pt x="3" y="25"/>
                      <a:pt x="2" y="22"/>
                    </a:cubicBezTo>
                    <a:cubicBezTo>
                      <a:pt x="1" y="20"/>
                      <a:pt x="0" y="18"/>
                      <a:pt x="0" y="15"/>
                    </a:cubicBezTo>
                    <a:cubicBezTo>
                      <a:pt x="0" y="13"/>
                      <a:pt x="1" y="10"/>
                      <a:pt x="2" y="8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2" y="0"/>
                      <a:pt x="14" y="0"/>
                    </a:cubicBezTo>
                    <a:lnTo>
                      <a:pt x="207" y="0"/>
                    </a:lnTo>
                    <a:lnTo>
                      <a:pt x="207" y="0"/>
                    </a:lnTo>
                    <a:cubicBezTo>
                      <a:pt x="210" y="0"/>
                      <a:pt x="212" y="1"/>
                      <a:pt x="215" y="2"/>
                    </a:cubicBezTo>
                    <a:cubicBezTo>
                      <a:pt x="217" y="4"/>
                      <a:pt x="219" y="6"/>
                      <a:pt x="220" y="8"/>
                    </a:cubicBezTo>
                    <a:cubicBezTo>
                      <a:pt x="221" y="10"/>
                      <a:pt x="222" y="13"/>
                      <a:pt x="222" y="15"/>
                    </a:cubicBezTo>
                    <a:cubicBezTo>
                      <a:pt x="222" y="18"/>
                      <a:pt x="221" y="20"/>
                      <a:pt x="220" y="22"/>
                    </a:cubicBezTo>
                    <a:cubicBezTo>
                      <a:pt x="219" y="25"/>
                      <a:pt x="217" y="27"/>
                      <a:pt x="215" y="28"/>
                    </a:cubicBezTo>
                    <a:cubicBezTo>
                      <a:pt x="213" y="29"/>
                      <a:pt x="210" y="30"/>
                      <a:pt x="207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6"/>
              <p:cNvSpPr/>
              <p:nvPr/>
            </p:nvSpPr>
            <p:spPr>
              <a:xfrm>
                <a:off x="6104763" y="3250734"/>
                <a:ext cx="16531" cy="119449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4" extrusionOk="0">
                    <a:moveTo>
                      <a:pt x="15" y="223"/>
                    </a:moveTo>
                    <a:lnTo>
                      <a:pt x="15" y="223"/>
                    </a:lnTo>
                    <a:lnTo>
                      <a:pt x="15" y="223"/>
                    </a:lnTo>
                    <a:cubicBezTo>
                      <a:pt x="12" y="223"/>
                      <a:pt x="10" y="223"/>
                      <a:pt x="8" y="221"/>
                    </a:cubicBezTo>
                    <a:cubicBezTo>
                      <a:pt x="5" y="220"/>
                      <a:pt x="3" y="217"/>
                      <a:pt x="2" y="215"/>
                    </a:cubicBezTo>
                    <a:cubicBezTo>
                      <a:pt x="1" y="213"/>
                      <a:pt x="0" y="210"/>
                      <a:pt x="0" y="208"/>
                    </a:cubicBezTo>
                    <a:lnTo>
                      <a:pt x="0" y="208"/>
                    </a:lnTo>
                    <a:lnTo>
                      <a:pt x="0" y="15"/>
                    </a:lnTo>
                    <a:lnTo>
                      <a:pt x="0" y="15"/>
                    </a:lnTo>
                    <a:cubicBezTo>
                      <a:pt x="0" y="12"/>
                      <a:pt x="1" y="11"/>
                      <a:pt x="2" y="8"/>
                    </a:cubicBezTo>
                    <a:cubicBezTo>
                      <a:pt x="3" y="6"/>
                      <a:pt x="5" y="3"/>
                      <a:pt x="8" y="2"/>
                    </a:cubicBezTo>
                    <a:cubicBezTo>
                      <a:pt x="10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2"/>
                    </a:cubicBezTo>
                    <a:cubicBezTo>
                      <a:pt x="24" y="3"/>
                      <a:pt x="26" y="6"/>
                      <a:pt x="28" y="8"/>
                    </a:cubicBezTo>
                    <a:cubicBezTo>
                      <a:pt x="29" y="11"/>
                      <a:pt x="30" y="12"/>
                      <a:pt x="30" y="15"/>
                    </a:cubicBezTo>
                    <a:lnTo>
                      <a:pt x="30" y="15"/>
                    </a:lnTo>
                    <a:lnTo>
                      <a:pt x="30" y="208"/>
                    </a:lnTo>
                    <a:lnTo>
                      <a:pt x="30" y="208"/>
                    </a:lnTo>
                    <a:cubicBezTo>
                      <a:pt x="30" y="210"/>
                      <a:pt x="29" y="213"/>
                      <a:pt x="28" y="215"/>
                    </a:cubicBezTo>
                    <a:cubicBezTo>
                      <a:pt x="26" y="217"/>
                      <a:pt x="24" y="220"/>
                      <a:pt x="22" y="221"/>
                    </a:cubicBezTo>
                    <a:cubicBezTo>
                      <a:pt x="19" y="223"/>
                      <a:pt x="17" y="223"/>
                      <a:pt x="15" y="2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6"/>
              <p:cNvSpPr/>
              <p:nvPr/>
            </p:nvSpPr>
            <p:spPr>
              <a:xfrm>
                <a:off x="6053571" y="3302460"/>
                <a:ext cx="118916" cy="15998"/>
              </a:xfrm>
              <a:custGeom>
                <a:avLst/>
                <a:gdLst/>
                <a:ahLst/>
                <a:cxnLst/>
                <a:rect l="l" t="t" r="r" b="b"/>
                <a:pathLst>
                  <a:path w="223" h="30" extrusionOk="0">
                    <a:moveTo>
                      <a:pt x="207" y="29"/>
                    </a:moveTo>
                    <a:lnTo>
                      <a:pt x="14" y="29"/>
                    </a:lnTo>
                    <a:lnTo>
                      <a:pt x="14" y="29"/>
                    </a:lnTo>
                    <a:cubicBezTo>
                      <a:pt x="12" y="29"/>
                      <a:pt x="9" y="28"/>
                      <a:pt x="7" y="27"/>
                    </a:cubicBezTo>
                    <a:cubicBezTo>
                      <a:pt x="5" y="26"/>
                      <a:pt x="3" y="25"/>
                      <a:pt x="2" y="22"/>
                    </a:cubicBezTo>
                    <a:cubicBezTo>
                      <a:pt x="0" y="20"/>
                      <a:pt x="0" y="17"/>
                      <a:pt x="0" y="14"/>
                    </a:cubicBezTo>
                    <a:cubicBezTo>
                      <a:pt x="0" y="12"/>
                      <a:pt x="0" y="9"/>
                      <a:pt x="2" y="7"/>
                    </a:cubicBezTo>
                    <a:cubicBezTo>
                      <a:pt x="3" y="5"/>
                      <a:pt x="4" y="4"/>
                      <a:pt x="7" y="2"/>
                    </a:cubicBezTo>
                    <a:cubicBezTo>
                      <a:pt x="9" y="1"/>
                      <a:pt x="12" y="0"/>
                      <a:pt x="14" y="0"/>
                    </a:cubicBezTo>
                    <a:lnTo>
                      <a:pt x="207" y="0"/>
                    </a:lnTo>
                    <a:lnTo>
                      <a:pt x="207" y="0"/>
                    </a:lnTo>
                    <a:cubicBezTo>
                      <a:pt x="210" y="0"/>
                      <a:pt x="212" y="1"/>
                      <a:pt x="215" y="2"/>
                    </a:cubicBezTo>
                    <a:cubicBezTo>
                      <a:pt x="217" y="4"/>
                      <a:pt x="219" y="5"/>
                      <a:pt x="220" y="7"/>
                    </a:cubicBezTo>
                    <a:cubicBezTo>
                      <a:pt x="221" y="9"/>
                      <a:pt x="222" y="12"/>
                      <a:pt x="222" y="14"/>
                    </a:cubicBezTo>
                    <a:cubicBezTo>
                      <a:pt x="222" y="17"/>
                      <a:pt x="221" y="20"/>
                      <a:pt x="220" y="22"/>
                    </a:cubicBezTo>
                    <a:cubicBezTo>
                      <a:pt x="219" y="25"/>
                      <a:pt x="217" y="26"/>
                      <a:pt x="215" y="27"/>
                    </a:cubicBezTo>
                    <a:cubicBezTo>
                      <a:pt x="212" y="28"/>
                      <a:pt x="210" y="29"/>
                      <a:pt x="207" y="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5" name="Google Shape;1615;p26"/>
            <p:cNvGrpSpPr/>
            <p:nvPr/>
          </p:nvGrpSpPr>
          <p:grpSpPr>
            <a:xfrm>
              <a:off x="7630146" y="3517355"/>
              <a:ext cx="402608" cy="278891"/>
              <a:chOff x="7630146" y="3517355"/>
              <a:chExt cx="402608" cy="278891"/>
            </a:xfrm>
          </p:grpSpPr>
          <p:sp>
            <p:nvSpPr>
              <p:cNvPr id="1616" name="Google Shape;1616;p26"/>
              <p:cNvSpPr/>
              <p:nvPr/>
            </p:nvSpPr>
            <p:spPr>
              <a:xfrm>
                <a:off x="7965031" y="3517888"/>
                <a:ext cx="16531" cy="11891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3" extrusionOk="0">
                    <a:moveTo>
                      <a:pt x="15" y="222"/>
                    </a:moveTo>
                    <a:lnTo>
                      <a:pt x="15" y="222"/>
                    </a:lnTo>
                    <a:lnTo>
                      <a:pt x="15" y="222"/>
                    </a:lnTo>
                    <a:cubicBezTo>
                      <a:pt x="12" y="222"/>
                      <a:pt x="11" y="221"/>
                      <a:pt x="8" y="220"/>
                    </a:cubicBezTo>
                    <a:cubicBezTo>
                      <a:pt x="6" y="219"/>
                      <a:pt x="3" y="217"/>
                      <a:pt x="2" y="215"/>
                    </a:cubicBezTo>
                    <a:cubicBezTo>
                      <a:pt x="1" y="213"/>
                      <a:pt x="0" y="210"/>
                      <a:pt x="0" y="208"/>
                    </a:cubicBezTo>
                    <a:lnTo>
                      <a:pt x="0" y="208"/>
                    </a:lnTo>
                    <a:lnTo>
                      <a:pt x="0" y="15"/>
                    </a:lnTo>
                    <a:lnTo>
                      <a:pt x="0" y="15"/>
                    </a:lnTo>
                    <a:cubicBezTo>
                      <a:pt x="0" y="12"/>
                      <a:pt x="1" y="9"/>
                      <a:pt x="2" y="7"/>
                    </a:cubicBezTo>
                    <a:cubicBezTo>
                      <a:pt x="3" y="5"/>
                      <a:pt x="6" y="3"/>
                      <a:pt x="8" y="2"/>
                    </a:cubicBezTo>
                    <a:cubicBezTo>
                      <a:pt x="11" y="1"/>
                      <a:pt x="13" y="0"/>
                      <a:pt x="15" y="0"/>
                    </a:cubicBezTo>
                    <a:cubicBezTo>
                      <a:pt x="18" y="0"/>
                      <a:pt x="20" y="1"/>
                      <a:pt x="22" y="2"/>
                    </a:cubicBezTo>
                    <a:cubicBezTo>
                      <a:pt x="24" y="3"/>
                      <a:pt x="27" y="5"/>
                      <a:pt x="28" y="7"/>
                    </a:cubicBezTo>
                    <a:cubicBezTo>
                      <a:pt x="30" y="9"/>
                      <a:pt x="30" y="12"/>
                      <a:pt x="30" y="15"/>
                    </a:cubicBezTo>
                    <a:lnTo>
                      <a:pt x="30" y="15"/>
                    </a:lnTo>
                    <a:lnTo>
                      <a:pt x="30" y="208"/>
                    </a:lnTo>
                    <a:lnTo>
                      <a:pt x="30" y="208"/>
                    </a:lnTo>
                    <a:lnTo>
                      <a:pt x="30" y="208"/>
                    </a:lnTo>
                    <a:cubicBezTo>
                      <a:pt x="30" y="210"/>
                      <a:pt x="30" y="213"/>
                      <a:pt x="28" y="215"/>
                    </a:cubicBezTo>
                    <a:cubicBezTo>
                      <a:pt x="27" y="217"/>
                      <a:pt x="24" y="219"/>
                      <a:pt x="22" y="220"/>
                    </a:cubicBezTo>
                    <a:cubicBezTo>
                      <a:pt x="20" y="222"/>
                      <a:pt x="17" y="222"/>
                      <a:pt x="15" y="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6"/>
              <p:cNvSpPr/>
              <p:nvPr/>
            </p:nvSpPr>
            <p:spPr>
              <a:xfrm>
                <a:off x="7913838" y="3569081"/>
                <a:ext cx="118916" cy="16531"/>
              </a:xfrm>
              <a:custGeom>
                <a:avLst/>
                <a:gdLst/>
                <a:ahLst/>
                <a:cxnLst/>
                <a:rect l="l" t="t" r="r" b="b"/>
                <a:pathLst>
                  <a:path w="223" h="31" extrusionOk="0">
                    <a:moveTo>
                      <a:pt x="207" y="30"/>
                    </a:moveTo>
                    <a:lnTo>
                      <a:pt x="14" y="30"/>
                    </a:lnTo>
                    <a:lnTo>
                      <a:pt x="14" y="30"/>
                    </a:lnTo>
                    <a:cubicBezTo>
                      <a:pt x="12" y="30"/>
                      <a:pt x="9" y="30"/>
                      <a:pt x="7" y="28"/>
                    </a:cubicBezTo>
                    <a:cubicBezTo>
                      <a:pt x="5" y="27"/>
                      <a:pt x="4" y="25"/>
                      <a:pt x="2" y="22"/>
                    </a:cubicBezTo>
                    <a:cubicBezTo>
                      <a:pt x="1" y="20"/>
                      <a:pt x="0" y="18"/>
                      <a:pt x="0" y="15"/>
                    </a:cubicBezTo>
                    <a:cubicBezTo>
                      <a:pt x="0" y="12"/>
                      <a:pt x="1" y="11"/>
                      <a:pt x="2" y="8"/>
                    </a:cubicBezTo>
                    <a:cubicBezTo>
                      <a:pt x="4" y="6"/>
                      <a:pt x="5" y="4"/>
                      <a:pt x="7" y="2"/>
                    </a:cubicBezTo>
                    <a:cubicBezTo>
                      <a:pt x="9" y="1"/>
                      <a:pt x="12" y="0"/>
                      <a:pt x="14" y="0"/>
                    </a:cubicBezTo>
                    <a:lnTo>
                      <a:pt x="207" y="0"/>
                    </a:lnTo>
                    <a:lnTo>
                      <a:pt x="207" y="0"/>
                    </a:lnTo>
                    <a:cubicBezTo>
                      <a:pt x="210" y="0"/>
                      <a:pt x="213" y="1"/>
                      <a:pt x="215" y="2"/>
                    </a:cubicBezTo>
                    <a:cubicBezTo>
                      <a:pt x="218" y="4"/>
                      <a:pt x="219" y="6"/>
                      <a:pt x="220" y="8"/>
                    </a:cubicBezTo>
                    <a:cubicBezTo>
                      <a:pt x="221" y="11"/>
                      <a:pt x="222" y="12"/>
                      <a:pt x="222" y="15"/>
                    </a:cubicBezTo>
                    <a:cubicBezTo>
                      <a:pt x="222" y="18"/>
                      <a:pt x="221" y="20"/>
                      <a:pt x="220" y="22"/>
                    </a:cubicBezTo>
                    <a:cubicBezTo>
                      <a:pt x="219" y="25"/>
                      <a:pt x="218" y="27"/>
                      <a:pt x="215" y="28"/>
                    </a:cubicBezTo>
                    <a:cubicBezTo>
                      <a:pt x="213" y="30"/>
                      <a:pt x="210" y="30"/>
                      <a:pt x="207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26"/>
              <p:cNvSpPr/>
              <p:nvPr/>
            </p:nvSpPr>
            <p:spPr>
              <a:xfrm>
                <a:off x="7681339" y="3517355"/>
                <a:ext cx="16531" cy="119449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4" extrusionOk="0">
                    <a:moveTo>
                      <a:pt x="15" y="223"/>
                    </a:moveTo>
                    <a:lnTo>
                      <a:pt x="15" y="223"/>
                    </a:lnTo>
                    <a:lnTo>
                      <a:pt x="15" y="223"/>
                    </a:lnTo>
                    <a:cubicBezTo>
                      <a:pt x="13" y="223"/>
                      <a:pt x="10" y="222"/>
                      <a:pt x="8" y="221"/>
                    </a:cubicBezTo>
                    <a:cubicBezTo>
                      <a:pt x="6" y="220"/>
                      <a:pt x="4" y="218"/>
                      <a:pt x="2" y="216"/>
                    </a:cubicBezTo>
                    <a:cubicBezTo>
                      <a:pt x="1" y="214"/>
                      <a:pt x="0" y="211"/>
                      <a:pt x="0" y="209"/>
                    </a:cubicBezTo>
                    <a:lnTo>
                      <a:pt x="0" y="209"/>
                    </a:lnTo>
                    <a:lnTo>
                      <a:pt x="0" y="16"/>
                    </a:lnTo>
                    <a:lnTo>
                      <a:pt x="0" y="16"/>
                    </a:lnTo>
                    <a:cubicBezTo>
                      <a:pt x="0" y="15"/>
                      <a:pt x="0" y="15"/>
                      <a:pt x="0" y="15"/>
                    </a:cubicBezTo>
                    <a:cubicBezTo>
                      <a:pt x="0" y="12"/>
                      <a:pt x="1" y="10"/>
                      <a:pt x="2" y="7"/>
                    </a:cubicBezTo>
                    <a:cubicBezTo>
                      <a:pt x="4" y="5"/>
                      <a:pt x="6" y="3"/>
                      <a:pt x="8" y="2"/>
                    </a:cubicBezTo>
                    <a:cubicBezTo>
                      <a:pt x="10" y="1"/>
                      <a:pt x="13" y="0"/>
                      <a:pt x="15" y="0"/>
                    </a:cubicBezTo>
                    <a:cubicBezTo>
                      <a:pt x="18" y="0"/>
                      <a:pt x="21" y="1"/>
                      <a:pt x="23" y="2"/>
                    </a:cubicBezTo>
                    <a:cubicBezTo>
                      <a:pt x="26" y="3"/>
                      <a:pt x="27" y="5"/>
                      <a:pt x="28" y="7"/>
                    </a:cubicBezTo>
                    <a:cubicBezTo>
                      <a:pt x="29" y="10"/>
                      <a:pt x="30" y="12"/>
                      <a:pt x="30" y="15"/>
                    </a:cubicBezTo>
                    <a:lnTo>
                      <a:pt x="30" y="16"/>
                    </a:lnTo>
                    <a:lnTo>
                      <a:pt x="30" y="209"/>
                    </a:lnTo>
                    <a:lnTo>
                      <a:pt x="30" y="209"/>
                    </a:lnTo>
                    <a:cubicBezTo>
                      <a:pt x="30" y="211"/>
                      <a:pt x="29" y="214"/>
                      <a:pt x="28" y="216"/>
                    </a:cubicBezTo>
                    <a:cubicBezTo>
                      <a:pt x="27" y="218"/>
                      <a:pt x="26" y="220"/>
                      <a:pt x="23" y="221"/>
                    </a:cubicBezTo>
                    <a:cubicBezTo>
                      <a:pt x="21" y="222"/>
                      <a:pt x="18" y="223"/>
                      <a:pt x="15" y="2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26"/>
              <p:cNvSpPr/>
              <p:nvPr/>
            </p:nvSpPr>
            <p:spPr>
              <a:xfrm>
                <a:off x="7630146" y="3569081"/>
                <a:ext cx="118916" cy="16531"/>
              </a:xfrm>
              <a:custGeom>
                <a:avLst/>
                <a:gdLst/>
                <a:ahLst/>
                <a:cxnLst/>
                <a:rect l="l" t="t" r="r" b="b"/>
                <a:pathLst>
                  <a:path w="223" h="31" extrusionOk="0">
                    <a:moveTo>
                      <a:pt x="208" y="30"/>
                    </a:moveTo>
                    <a:lnTo>
                      <a:pt x="15" y="30"/>
                    </a:lnTo>
                    <a:lnTo>
                      <a:pt x="15" y="30"/>
                    </a:lnTo>
                    <a:cubicBezTo>
                      <a:pt x="12" y="30"/>
                      <a:pt x="10" y="30"/>
                      <a:pt x="7" y="28"/>
                    </a:cubicBezTo>
                    <a:cubicBezTo>
                      <a:pt x="5" y="27"/>
                      <a:pt x="3" y="25"/>
                      <a:pt x="2" y="22"/>
                    </a:cubicBezTo>
                    <a:cubicBezTo>
                      <a:pt x="1" y="20"/>
                      <a:pt x="0" y="18"/>
                      <a:pt x="0" y="15"/>
                    </a:cubicBezTo>
                    <a:cubicBezTo>
                      <a:pt x="0" y="12"/>
                      <a:pt x="1" y="11"/>
                      <a:pt x="2" y="8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10" y="1"/>
                      <a:pt x="12" y="0"/>
                      <a:pt x="15" y="0"/>
                    </a:cubicBezTo>
                    <a:lnTo>
                      <a:pt x="208" y="0"/>
                    </a:lnTo>
                    <a:lnTo>
                      <a:pt x="208" y="0"/>
                    </a:lnTo>
                    <a:cubicBezTo>
                      <a:pt x="210" y="0"/>
                      <a:pt x="213" y="1"/>
                      <a:pt x="215" y="2"/>
                    </a:cubicBezTo>
                    <a:cubicBezTo>
                      <a:pt x="217" y="4"/>
                      <a:pt x="219" y="6"/>
                      <a:pt x="220" y="8"/>
                    </a:cubicBezTo>
                    <a:cubicBezTo>
                      <a:pt x="222" y="11"/>
                      <a:pt x="222" y="12"/>
                      <a:pt x="222" y="15"/>
                    </a:cubicBezTo>
                    <a:cubicBezTo>
                      <a:pt x="222" y="18"/>
                      <a:pt x="222" y="20"/>
                      <a:pt x="220" y="22"/>
                    </a:cubicBezTo>
                    <a:cubicBezTo>
                      <a:pt x="219" y="25"/>
                      <a:pt x="217" y="27"/>
                      <a:pt x="215" y="28"/>
                    </a:cubicBezTo>
                    <a:cubicBezTo>
                      <a:pt x="213" y="30"/>
                      <a:pt x="210" y="30"/>
                      <a:pt x="208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26"/>
              <p:cNvSpPr/>
              <p:nvPr/>
            </p:nvSpPr>
            <p:spPr>
              <a:xfrm>
                <a:off x="7823185" y="3676798"/>
                <a:ext cx="16531" cy="119449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4" extrusionOk="0">
                    <a:moveTo>
                      <a:pt x="15" y="223"/>
                    </a:moveTo>
                    <a:lnTo>
                      <a:pt x="15" y="223"/>
                    </a:lnTo>
                    <a:lnTo>
                      <a:pt x="15" y="223"/>
                    </a:lnTo>
                    <a:cubicBezTo>
                      <a:pt x="12" y="223"/>
                      <a:pt x="11" y="223"/>
                      <a:pt x="8" y="221"/>
                    </a:cubicBezTo>
                    <a:cubicBezTo>
                      <a:pt x="6" y="220"/>
                      <a:pt x="4" y="217"/>
                      <a:pt x="2" y="215"/>
                    </a:cubicBezTo>
                    <a:cubicBezTo>
                      <a:pt x="1" y="213"/>
                      <a:pt x="0" y="210"/>
                      <a:pt x="0" y="208"/>
                    </a:cubicBezTo>
                    <a:lnTo>
                      <a:pt x="0" y="208"/>
                    </a:lnTo>
                    <a:lnTo>
                      <a:pt x="0" y="15"/>
                    </a:lnTo>
                    <a:lnTo>
                      <a:pt x="0" y="15"/>
                    </a:lnTo>
                    <a:cubicBezTo>
                      <a:pt x="0" y="12"/>
                      <a:pt x="1" y="11"/>
                      <a:pt x="2" y="8"/>
                    </a:cubicBezTo>
                    <a:cubicBezTo>
                      <a:pt x="4" y="6"/>
                      <a:pt x="6" y="3"/>
                      <a:pt x="8" y="2"/>
                    </a:cubicBezTo>
                    <a:cubicBezTo>
                      <a:pt x="11" y="1"/>
                      <a:pt x="12" y="0"/>
                      <a:pt x="15" y="0"/>
                    </a:cubicBezTo>
                    <a:cubicBezTo>
                      <a:pt x="18" y="0"/>
                      <a:pt x="20" y="1"/>
                      <a:pt x="22" y="2"/>
                    </a:cubicBezTo>
                    <a:cubicBezTo>
                      <a:pt x="25" y="3"/>
                      <a:pt x="27" y="6"/>
                      <a:pt x="28" y="8"/>
                    </a:cubicBezTo>
                    <a:cubicBezTo>
                      <a:pt x="30" y="11"/>
                      <a:pt x="30" y="12"/>
                      <a:pt x="30" y="15"/>
                    </a:cubicBezTo>
                    <a:lnTo>
                      <a:pt x="30" y="15"/>
                    </a:lnTo>
                    <a:lnTo>
                      <a:pt x="30" y="208"/>
                    </a:lnTo>
                    <a:lnTo>
                      <a:pt x="30" y="208"/>
                    </a:lnTo>
                    <a:cubicBezTo>
                      <a:pt x="30" y="210"/>
                      <a:pt x="30" y="213"/>
                      <a:pt x="28" y="215"/>
                    </a:cubicBezTo>
                    <a:cubicBezTo>
                      <a:pt x="27" y="217"/>
                      <a:pt x="25" y="220"/>
                      <a:pt x="22" y="221"/>
                    </a:cubicBezTo>
                    <a:cubicBezTo>
                      <a:pt x="20" y="223"/>
                      <a:pt x="18" y="223"/>
                      <a:pt x="15" y="2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26"/>
              <p:cNvSpPr/>
              <p:nvPr/>
            </p:nvSpPr>
            <p:spPr>
              <a:xfrm>
                <a:off x="7771992" y="3728523"/>
                <a:ext cx="118916" cy="15998"/>
              </a:xfrm>
              <a:custGeom>
                <a:avLst/>
                <a:gdLst/>
                <a:ahLst/>
                <a:cxnLst/>
                <a:rect l="l" t="t" r="r" b="b"/>
                <a:pathLst>
                  <a:path w="223" h="30" extrusionOk="0">
                    <a:moveTo>
                      <a:pt x="208" y="29"/>
                    </a:moveTo>
                    <a:lnTo>
                      <a:pt x="15" y="29"/>
                    </a:lnTo>
                    <a:lnTo>
                      <a:pt x="15" y="29"/>
                    </a:lnTo>
                    <a:cubicBezTo>
                      <a:pt x="12" y="29"/>
                      <a:pt x="9" y="28"/>
                      <a:pt x="7" y="27"/>
                    </a:cubicBezTo>
                    <a:cubicBezTo>
                      <a:pt x="5" y="26"/>
                      <a:pt x="3" y="25"/>
                      <a:pt x="2" y="22"/>
                    </a:cubicBezTo>
                    <a:cubicBezTo>
                      <a:pt x="1" y="20"/>
                      <a:pt x="0" y="17"/>
                      <a:pt x="0" y="14"/>
                    </a:cubicBezTo>
                    <a:cubicBezTo>
                      <a:pt x="0" y="12"/>
                      <a:pt x="1" y="9"/>
                      <a:pt x="2" y="7"/>
                    </a:cubicBezTo>
                    <a:cubicBezTo>
                      <a:pt x="3" y="5"/>
                      <a:pt x="5" y="4"/>
                      <a:pt x="7" y="2"/>
                    </a:cubicBezTo>
                    <a:cubicBezTo>
                      <a:pt x="9" y="1"/>
                      <a:pt x="12" y="0"/>
                      <a:pt x="15" y="0"/>
                    </a:cubicBezTo>
                    <a:lnTo>
                      <a:pt x="208" y="0"/>
                    </a:lnTo>
                    <a:lnTo>
                      <a:pt x="208" y="0"/>
                    </a:lnTo>
                    <a:cubicBezTo>
                      <a:pt x="210" y="0"/>
                      <a:pt x="213" y="1"/>
                      <a:pt x="215" y="2"/>
                    </a:cubicBezTo>
                    <a:cubicBezTo>
                      <a:pt x="217" y="4"/>
                      <a:pt x="219" y="5"/>
                      <a:pt x="220" y="7"/>
                    </a:cubicBezTo>
                    <a:cubicBezTo>
                      <a:pt x="222" y="9"/>
                      <a:pt x="222" y="12"/>
                      <a:pt x="222" y="14"/>
                    </a:cubicBezTo>
                    <a:cubicBezTo>
                      <a:pt x="222" y="17"/>
                      <a:pt x="222" y="20"/>
                      <a:pt x="220" y="22"/>
                    </a:cubicBezTo>
                    <a:cubicBezTo>
                      <a:pt x="219" y="25"/>
                      <a:pt x="217" y="26"/>
                      <a:pt x="215" y="27"/>
                    </a:cubicBezTo>
                    <a:cubicBezTo>
                      <a:pt x="213" y="28"/>
                      <a:pt x="210" y="29"/>
                      <a:pt x="208" y="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2" name="Google Shape;1622;p26"/>
            <p:cNvSpPr/>
            <p:nvPr/>
          </p:nvSpPr>
          <p:spPr>
            <a:xfrm>
              <a:off x="7047025" y="3395000"/>
              <a:ext cx="8525" cy="151975"/>
            </a:xfrm>
            <a:custGeom>
              <a:avLst/>
              <a:gdLst/>
              <a:ahLst/>
              <a:cxnLst/>
              <a:rect l="l" t="t" r="r" b="b"/>
              <a:pathLst>
                <a:path w="16" h="305" extrusionOk="0">
                  <a:moveTo>
                    <a:pt x="7" y="304"/>
                  </a:moveTo>
                  <a:lnTo>
                    <a:pt x="7" y="304"/>
                  </a:lnTo>
                  <a:cubicBezTo>
                    <a:pt x="6" y="304"/>
                    <a:pt x="5" y="304"/>
                    <a:pt x="4" y="303"/>
                  </a:cubicBezTo>
                  <a:cubicBezTo>
                    <a:pt x="3" y="302"/>
                    <a:pt x="2" y="301"/>
                    <a:pt x="1" y="300"/>
                  </a:cubicBezTo>
                  <a:cubicBezTo>
                    <a:pt x="0" y="299"/>
                    <a:pt x="0" y="298"/>
                    <a:pt x="0" y="297"/>
                  </a:cubicBezTo>
                  <a:lnTo>
                    <a:pt x="0" y="297"/>
                  </a:lnTo>
                  <a:lnTo>
                    <a:pt x="0" y="7"/>
                  </a:lnTo>
                  <a:lnTo>
                    <a:pt x="0" y="7"/>
                  </a:ln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6" y="1"/>
                    <a:pt x="6" y="0"/>
                    <a:pt x="7" y="0"/>
                  </a:cubicBezTo>
                  <a:cubicBezTo>
                    <a:pt x="9" y="0"/>
                    <a:pt x="10" y="1"/>
                    <a:pt x="11" y="1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5" y="5"/>
                    <a:pt x="15" y="6"/>
                    <a:pt x="15" y="7"/>
                  </a:cubicBezTo>
                  <a:lnTo>
                    <a:pt x="15" y="296"/>
                  </a:lnTo>
                  <a:lnTo>
                    <a:pt x="15" y="296"/>
                  </a:lnTo>
                  <a:lnTo>
                    <a:pt x="15" y="297"/>
                  </a:lnTo>
                  <a:cubicBezTo>
                    <a:pt x="15" y="298"/>
                    <a:pt x="15" y="299"/>
                    <a:pt x="14" y="300"/>
                  </a:cubicBezTo>
                  <a:cubicBezTo>
                    <a:pt x="14" y="301"/>
                    <a:pt x="12" y="302"/>
                    <a:pt x="11" y="303"/>
                  </a:cubicBezTo>
                  <a:cubicBezTo>
                    <a:pt x="10" y="304"/>
                    <a:pt x="9" y="304"/>
                    <a:pt x="7" y="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xygen"/>
              <a:buNone/>
              <a:defRPr sz="3500" b="1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xygen"/>
              <a:buNone/>
              <a:defRPr sz="3500" b="1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xygen"/>
              <a:buNone/>
              <a:defRPr sz="3500" b="1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xygen"/>
              <a:buNone/>
              <a:defRPr sz="3500" b="1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xygen"/>
              <a:buNone/>
              <a:defRPr sz="3500" b="1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xygen"/>
              <a:buNone/>
              <a:defRPr sz="3500" b="1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xygen"/>
              <a:buNone/>
              <a:defRPr sz="3500" b="1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xygen"/>
              <a:buNone/>
              <a:defRPr sz="3500" b="1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xygen"/>
              <a:buNone/>
              <a:defRPr sz="3500" b="1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●"/>
              <a:defRPr sz="1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○"/>
              <a:defRPr sz="1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■"/>
              <a:defRPr sz="1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●"/>
              <a:defRPr sz="1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○"/>
              <a:defRPr sz="1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■"/>
              <a:defRPr sz="1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●"/>
              <a:defRPr sz="1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○"/>
              <a:defRPr sz="1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ource Sans 3"/>
              <a:buChar char="■"/>
              <a:defRPr sz="1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  <p:sldLayoutId id="2147483657" r:id="rId6"/>
    <p:sldLayoutId id="2147483659" r:id="rId7"/>
    <p:sldLayoutId id="2147483660" r:id="rId8"/>
    <p:sldLayoutId id="2147483662" r:id="rId9"/>
    <p:sldLayoutId id="2147483665" r:id="rId10"/>
    <p:sldLayoutId id="2147483668" r:id="rId11"/>
    <p:sldLayoutId id="2147483671" r:id="rId12"/>
    <p:sldLayoutId id="2147483672" r:id="rId13"/>
    <p:sldLayoutId id="2147483673" r:id="rId14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30"/>
          <p:cNvSpPr txBox="1">
            <a:spLocks noGrp="1"/>
          </p:cNvSpPr>
          <p:nvPr>
            <p:ph type="ctrTitle"/>
          </p:nvPr>
        </p:nvSpPr>
        <p:spPr>
          <a:xfrm>
            <a:off x="827936" y="1225363"/>
            <a:ext cx="7343898" cy="7194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+mj-lt"/>
              </a:rPr>
              <a:t>M</a:t>
            </a:r>
            <a:r>
              <a:rPr lang="en-US" altLang="zh-CN" dirty="0" err="1">
                <a:latin typeface="+mj-lt"/>
              </a:rPr>
              <a:t>ovie</a:t>
            </a:r>
            <a:r>
              <a:rPr lang="en-US" altLang="zh-CN" dirty="0">
                <a:latin typeface="+mj-lt"/>
              </a:rPr>
              <a:t> Revenue Prediction</a:t>
            </a:r>
            <a:endParaRPr b="0" dirty="0">
              <a:latin typeface="+mj-lt"/>
            </a:endParaRPr>
          </a:p>
        </p:txBody>
      </p:sp>
      <p:sp>
        <p:nvSpPr>
          <p:cNvPr id="1634" name="Google Shape;1634;p30"/>
          <p:cNvSpPr txBox="1">
            <a:spLocks noGrp="1"/>
          </p:cNvSpPr>
          <p:nvPr>
            <p:ph type="subTitle" idx="1"/>
          </p:nvPr>
        </p:nvSpPr>
        <p:spPr>
          <a:xfrm>
            <a:off x="3130455" y="1979413"/>
            <a:ext cx="2895500" cy="4643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CSE 351 Project #1</a:t>
            </a:r>
          </a:p>
        </p:txBody>
      </p:sp>
      <p:grpSp>
        <p:nvGrpSpPr>
          <p:cNvPr id="1635" name="Google Shape;1635;p30"/>
          <p:cNvGrpSpPr/>
          <p:nvPr/>
        </p:nvGrpSpPr>
        <p:grpSpPr>
          <a:xfrm>
            <a:off x="5725501" y="1608539"/>
            <a:ext cx="3506929" cy="3481340"/>
            <a:chOff x="5358356" y="1539266"/>
            <a:chExt cx="3506929" cy="3481340"/>
          </a:xfrm>
        </p:grpSpPr>
        <p:grpSp>
          <p:nvGrpSpPr>
            <p:cNvPr id="1636" name="Google Shape;1636;p30"/>
            <p:cNvGrpSpPr/>
            <p:nvPr/>
          </p:nvGrpSpPr>
          <p:grpSpPr>
            <a:xfrm>
              <a:off x="5358356" y="2188446"/>
              <a:ext cx="3506929" cy="2832160"/>
              <a:chOff x="2008220" y="2869324"/>
              <a:chExt cx="2527152" cy="2040902"/>
            </a:xfrm>
          </p:grpSpPr>
          <p:grpSp>
            <p:nvGrpSpPr>
              <p:cNvPr id="1637" name="Google Shape;1637;p30"/>
              <p:cNvGrpSpPr/>
              <p:nvPr/>
            </p:nvGrpSpPr>
            <p:grpSpPr>
              <a:xfrm>
                <a:off x="2008220" y="2869324"/>
                <a:ext cx="2527152" cy="2040902"/>
                <a:chOff x="2008220" y="2869324"/>
                <a:chExt cx="2527152" cy="2040902"/>
              </a:xfrm>
            </p:grpSpPr>
            <p:grpSp>
              <p:nvGrpSpPr>
                <p:cNvPr id="1638" name="Google Shape;1638;p30"/>
                <p:cNvGrpSpPr/>
                <p:nvPr/>
              </p:nvGrpSpPr>
              <p:grpSpPr>
                <a:xfrm>
                  <a:off x="3394635" y="3839114"/>
                  <a:ext cx="984650" cy="775754"/>
                  <a:chOff x="3394635" y="3839114"/>
                  <a:chExt cx="984650" cy="775754"/>
                </a:xfrm>
              </p:grpSpPr>
              <p:sp>
                <p:nvSpPr>
                  <p:cNvPr id="1639" name="Google Shape;1639;p30"/>
                  <p:cNvSpPr/>
                  <p:nvPr/>
                </p:nvSpPr>
                <p:spPr>
                  <a:xfrm>
                    <a:off x="3397764" y="4013199"/>
                    <a:ext cx="978782" cy="5989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2" h="1531" extrusionOk="0">
                        <a:moveTo>
                          <a:pt x="1250" y="1530"/>
                        </a:moveTo>
                        <a:lnTo>
                          <a:pt x="0" y="1530"/>
                        </a:lnTo>
                        <a:lnTo>
                          <a:pt x="0" y="0"/>
                        </a:lnTo>
                        <a:lnTo>
                          <a:pt x="2501" y="0"/>
                        </a:lnTo>
                        <a:lnTo>
                          <a:pt x="2501" y="1530"/>
                        </a:lnTo>
                        <a:lnTo>
                          <a:pt x="1250" y="153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" name="Google Shape;1640;p30"/>
                  <p:cNvSpPr/>
                  <p:nvPr/>
                </p:nvSpPr>
                <p:spPr>
                  <a:xfrm>
                    <a:off x="3452533" y="3842635"/>
                    <a:ext cx="129878" cy="1294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331" extrusionOk="0">
                        <a:moveTo>
                          <a:pt x="331" y="164"/>
                        </a:moveTo>
                        <a:lnTo>
                          <a:pt x="331" y="164"/>
                        </a:lnTo>
                        <a:cubicBezTo>
                          <a:pt x="331" y="193"/>
                          <a:pt x="323" y="223"/>
                          <a:pt x="309" y="247"/>
                        </a:cubicBezTo>
                        <a:cubicBezTo>
                          <a:pt x="294" y="273"/>
                          <a:pt x="273" y="294"/>
                          <a:pt x="248" y="308"/>
                        </a:cubicBezTo>
                        <a:cubicBezTo>
                          <a:pt x="235" y="316"/>
                          <a:pt x="221" y="321"/>
                          <a:pt x="206" y="325"/>
                        </a:cubicBezTo>
                        <a:lnTo>
                          <a:pt x="206" y="325"/>
                        </a:lnTo>
                        <a:cubicBezTo>
                          <a:pt x="193" y="328"/>
                          <a:pt x="179" y="330"/>
                          <a:pt x="165" y="330"/>
                        </a:cubicBezTo>
                        <a:lnTo>
                          <a:pt x="165" y="330"/>
                        </a:lnTo>
                        <a:lnTo>
                          <a:pt x="164" y="330"/>
                        </a:lnTo>
                        <a:cubicBezTo>
                          <a:pt x="159" y="330"/>
                          <a:pt x="153" y="329"/>
                          <a:pt x="149" y="326"/>
                        </a:cubicBezTo>
                        <a:cubicBezTo>
                          <a:pt x="144" y="324"/>
                          <a:pt x="140" y="319"/>
                          <a:pt x="138" y="314"/>
                        </a:cubicBezTo>
                        <a:cubicBezTo>
                          <a:pt x="135" y="310"/>
                          <a:pt x="134" y="305"/>
                          <a:pt x="134" y="299"/>
                        </a:cubicBezTo>
                        <a:cubicBezTo>
                          <a:pt x="134" y="294"/>
                          <a:pt x="135" y="289"/>
                          <a:pt x="138" y="284"/>
                        </a:cubicBezTo>
                        <a:cubicBezTo>
                          <a:pt x="140" y="279"/>
                          <a:pt x="144" y="276"/>
                          <a:pt x="149" y="273"/>
                        </a:cubicBezTo>
                        <a:cubicBezTo>
                          <a:pt x="153" y="271"/>
                          <a:pt x="159" y="269"/>
                          <a:pt x="164" y="269"/>
                        </a:cubicBezTo>
                        <a:cubicBezTo>
                          <a:pt x="165" y="269"/>
                          <a:pt x="165" y="269"/>
                          <a:pt x="165" y="269"/>
                        </a:cubicBezTo>
                        <a:lnTo>
                          <a:pt x="165" y="269"/>
                        </a:lnTo>
                        <a:lnTo>
                          <a:pt x="165" y="269"/>
                        </a:lnTo>
                        <a:cubicBezTo>
                          <a:pt x="178" y="269"/>
                          <a:pt x="191" y="266"/>
                          <a:pt x="203" y="261"/>
                        </a:cubicBezTo>
                        <a:lnTo>
                          <a:pt x="203" y="261"/>
                        </a:lnTo>
                        <a:cubicBezTo>
                          <a:pt x="208" y="260"/>
                          <a:pt x="213" y="257"/>
                          <a:pt x="218" y="254"/>
                        </a:cubicBezTo>
                        <a:cubicBezTo>
                          <a:pt x="233" y="245"/>
                          <a:pt x="247" y="232"/>
                          <a:pt x="256" y="216"/>
                        </a:cubicBezTo>
                        <a:cubicBezTo>
                          <a:pt x="265" y="200"/>
                          <a:pt x="270" y="182"/>
                          <a:pt x="270" y="164"/>
                        </a:cubicBezTo>
                        <a:lnTo>
                          <a:pt x="270" y="164"/>
                        </a:lnTo>
                        <a:lnTo>
                          <a:pt x="270" y="164"/>
                        </a:lnTo>
                        <a:lnTo>
                          <a:pt x="270" y="163"/>
                        </a:lnTo>
                        <a:cubicBezTo>
                          <a:pt x="270" y="159"/>
                          <a:pt x="269" y="156"/>
                          <a:pt x="269" y="152"/>
                        </a:cubicBezTo>
                        <a:lnTo>
                          <a:pt x="269" y="152"/>
                        </a:lnTo>
                        <a:cubicBezTo>
                          <a:pt x="267" y="137"/>
                          <a:pt x="263" y="123"/>
                          <a:pt x="256" y="111"/>
                        </a:cubicBezTo>
                        <a:cubicBezTo>
                          <a:pt x="246" y="95"/>
                          <a:pt x="233" y="83"/>
                          <a:pt x="217" y="73"/>
                        </a:cubicBezTo>
                        <a:cubicBezTo>
                          <a:pt x="201" y="64"/>
                          <a:pt x="183" y="59"/>
                          <a:pt x="165" y="59"/>
                        </a:cubicBezTo>
                        <a:cubicBezTo>
                          <a:pt x="147" y="59"/>
                          <a:pt x="129" y="64"/>
                          <a:pt x="113" y="73"/>
                        </a:cubicBezTo>
                        <a:cubicBezTo>
                          <a:pt x="97" y="83"/>
                          <a:pt x="84" y="96"/>
                          <a:pt x="75" y="111"/>
                        </a:cubicBezTo>
                        <a:cubicBezTo>
                          <a:pt x="67" y="124"/>
                          <a:pt x="63" y="137"/>
                          <a:pt x="61" y="152"/>
                        </a:cubicBezTo>
                        <a:lnTo>
                          <a:pt x="40" y="152"/>
                        </a:lnTo>
                        <a:lnTo>
                          <a:pt x="40" y="152"/>
                        </a:lnTo>
                        <a:lnTo>
                          <a:pt x="40" y="152"/>
                        </a:lnTo>
                        <a:cubicBezTo>
                          <a:pt x="26" y="152"/>
                          <a:pt x="13" y="153"/>
                          <a:pt x="0" y="157"/>
                        </a:cubicBezTo>
                        <a:lnTo>
                          <a:pt x="0" y="157"/>
                        </a:lnTo>
                        <a:cubicBezTo>
                          <a:pt x="1" y="130"/>
                          <a:pt x="9" y="105"/>
                          <a:pt x="22" y="82"/>
                        </a:cubicBezTo>
                        <a:cubicBezTo>
                          <a:pt x="36" y="57"/>
                          <a:pt x="56" y="37"/>
                          <a:pt x="82" y="22"/>
                        </a:cubicBezTo>
                        <a:cubicBezTo>
                          <a:pt x="107" y="8"/>
                          <a:pt x="136" y="0"/>
                          <a:pt x="165" y="0"/>
                        </a:cubicBezTo>
                        <a:cubicBezTo>
                          <a:pt x="194" y="0"/>
                          <a:pt x="223" y="8"/>
                          <a:pt x="248" y="22"/>
                        </a:cubicBezTo>
                        <a:cubicBezTo>
                          <a:pt x="273" y="37"/>
                          <a:pt x="294" y="57"/>
                          <a:pt x="309" y="82"/>
                        </a:cubicBezTo>
                        <a:cubicBezTo>
                          <a:pt x="321" y="104"/>
                          <a:pt x="328" y="127"/>
                          <a:pt x="330" y="152"/>
                        </a:cubicBezTo>
                        <a:cubicBezTo>
                          <a:pt x="331" y="156"/>
                          <a:pt x="331" y="160"/>
                          <a:pt x="331" y="16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1" name="Google Shape;1641;p30"/>
                  <p:cNvSpPr/>
                  <p:nvPr/>
                </p:nvSpPr>
                <p:spPr>
                  <a:xfrm>
                    <a:off x="3809699" y="3841461"/>
                    <a:ext cx="129878" cy="130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334" extrusionOk="0">
                        <a:moveTo>
                          <a:pt x="331" y="167"/>
                        </a:moveTo>
                        <a:lnTo>
                          <a:pt x="331" y="167"/>
                        </a:lnTo>
                        <a:cubicBezTo>
                          <a:pt x="331" y="196"/>
                          <a:pt x="323" y="226"/>
                          <a:pt x="309" y="250"/>
                        </a:cubicBezTo>
                        <a:cubicBezTo>
                          <a:pt x="294" y="276"/>
                          <a:pt x="273" y="297"/>
                          <a:pt x="248" y="311"/>
                        </a:cubicBezTo>
                        <a:cubicBezTo>
                          <a:pt x="235" y="319"/>
                          <a:pt x="221" y="324"/>
                          <a:pt x="206" y="328"/>
                        </a:cubicBezTo>
                        <a:lnTo>
                          <a:pt x="206" y="328"/>
                        </a:lnTo>
                        <a:cubicBezTo>
                          <a:pt x="193" y="331"/>
                          <a:pt x="179" y="333"/>
                          <a:pt x="165" y="333"/>
                        </a:cubicBezTo>
                        <a:lnTo>
                          <a:pt x="165" y="333"/>
                        </a:lnTo>
                        <a:lnTo>
                          <a:pt x="165" y="333"/>
                        </a:lnTo>
                        <a:lnTo>
                          <a:pt x="164" y="333"/>
                        </a:lnTo>
                        <a:cubicBezTo>
                          <a:pt x="159" y="333"/>
                          <a:pt x="153" y="332"/>
                          <a:pt x="149" y="329"/>
                        </a:cubicBezTo>
                        <a:cubicBezTo>
                          <a:pt x="144" y="327"/>
                          <a:pt x="139" y="322"/>
                          <a:pt x="137" y="317"/>
                        </a:cubicBezTo>
                        <a:cubicBezTo>
                          <a:pt x="134" y="313"/>
                          <a:pt x="133" y="308"/>
                          <a:pt x="133" y="302"/>
                        </a:cubicBezTo>
                        <a:cubicBezTo>
                          <a:pt x="133" y="297"/>
                          <a:pt x="134" y="292"/>
                          <a:pt x="137" y="287"/>
                        </a:cubicBezTo>
                        <a:cubicBezTo>
                          <a:pt x="139" y="282"/>
                          <a:pt x="144" y="279"/>
                          <a:pt x="149" y="276"/>
                        </a:cubicBezTo>
                        <a:cubicBezTo>
                          <a:pt x="153" y="274"/>
                          <a:pt x="159" y="272"/>
                          <a:pt x="164" y="272"/>
                        </a:cubicBezTo>
                        <a:lnTo>
                          <a:pt x="165" y="272"/>
                        </a:lnTo>
                        <a:lnTo>
                          <a:pt x="165" y="272"/>
                        </a:lnTo>
                        <a:lnTo>
                          <a:pt x="165" y="272"/>
                        </a:lnTo>
                        <a:cubicBezTo>
                          <a:pt x="178" y="272"/>
                          <a:pt x="191" y="269"/>
                          <a:pt x="203" y="264"/>
                        </a:cubicBezTo>
                        <a:lnTo>
                          <a:pt x="203" y="264"/>
                        </a:lnTo>
                        <a:cubicBezTo>
                          <a:pt x="208" y="263"/>
                          <a:pt x="213" y="261"/>
                          <a:pt x="217" y="258"/>
                        </a:cubicBezTo>
                        <a:cubicBezTo>
                          <a:pt x="233" y="249"/>
                          <a:pt x="246" y="236"/>
                          <a:pt x="256" y="219"/>
                        </a:cubicBezTo>
                        <a:cubicBezTo>
                          <a:pt x="265" y="204"/>
                          <a:pt x="270" y="185"/>
                          <a:pt x="270" y="167"/>
                        </a:cubicBezTo>
                        <a:lnTo>
                          <a:pt x="270" y="167"/>
                        </a:lnTo>
                        <a:lnTo>
                          <a:pt x="270" y="166"/>
                        </a:lnTo>
                        <a:cubicBezTo>
                          <a:pt x="270" y="162"/>
                          <a:pt x="269" y="159"/>
                          <a:pt x="269" y="155"/>
                        </a:cubicBezTo>
                        <a:lnTo>
                          <a:pt x="269" y="155"/>
                        </a:lnTo>
                        <a:cubicBezTo>
                          <a:pt x="267" y="141"/>
                          <a:pt x="263" y="127"/>
                          <a:pt x="256" y="115"/>
                        </a:cubicBezTo>
                        <a:cubicBezTo>
                          <a:pt x="246" y="99"/>
                          <a:pt x="233" y="87"/>
                          <a:pt x="217" y="77"/>
                        </a:cubicBezTo>
                        <a:cubicBezTo>
                          <a:pt x="201" y="68"/>
                          <a:pt x="183" y="63"/>
                          <a:pt x="165" y="63"/>
                        </a:cubicBezTo>
                        <a:cubicBezTo>
                          <a:pt x="147" y="63"/>
                          <a:pt x="129" y="68"/>
                          <a:pt x="113" y="77"/>
                        </a:cubicBezTo>
                        <a:cubicBezTo>
                          <a:pt x="97" y="87"/>
                          <a:pt x="83" y="99"/>
                          <a:pt x="74" y="115"/>
                        </a:cubicBezTo>
                        <a:cubicBezTo>
                          <a:pt x="66" y="127"/>
                          <a:pt x="63" y="141"/>
                          <a:pt x="61" y="155"/>
                        </a:cubicBezTo>
                        <a:lnTo>
                          <a:pt x="0" y="155"/>
                        </a:lnTo>
                        <a:lnTo>
                          <a:pt x="0" y="155"/>
                        </a:lnTo>
                        <a:cubicBezTo>
                          <a:pt x="1" y="129"/>
                          <a:pt x="9" y="106"/>
                          <a:pt x="22" y="83"/>
                        </a:cubicBezTo>
                        <a:cubicBezTo>
                          <a:pt x="36" y="59"/>
                          <a:pt x="57" y="37"/>
                          <a:pt x="82" y="22"/>
                        </a:cubicBezTo>
                        <a:cubicBezTo>
                          <a:pt x="107" y="8"/>
                          <a:pt x="136" y="0"/>
                          <a:pt x="165" y="0"/>
                        </a:cubicBezTo>
                        <a:cubicBezTo>
                          <a:pt x="194" y="0"/>
                          <a:pt x="223" y="8"/>
                          <a:pt x="248" y="22"/>
                        </a:cubicBezTo>
                        <a:cubicBezTo>
                          <a:pt x="273" y="37"/>
                          <a:pt x="294" y="58"/>
                          <a:pt x="309" y="83"/>
                        </a:cubicBezTo>
                        <a:cubicBezTo>
                          <a:pt x="321" y="105"/>
                          <a:pt x="329" y="129"/>
                          <a:pt x="330" y="155"/>
                        </a:cubicBezTo>
                        <a:cubicBezTo>
                          <a:pt x="331" y="159"/>
                          <a:pt x="331" y="163"/>
                          <a:pt x="331" y="16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2" name="Google Shape;1642;p30"/>
                  <p:cNvSpPr/>
                  <p:nvPr/>
                </p:nvSpPr>
                <p:spPr>
                  <a:xfrm>
                    <a:off x="3397764" y="3902098"/>
                    <a:ext cx="978782" cy="1114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2" h="285" extrusionOk="0">
                        <a:moveTo>
                          <a:pt x="2501" y="180"/>
                        </a:moveTo>
                        <a:lnTo>
                          <a:pt x="2501" y="284"/>
                        </a:lnTo>
                        <a:lnTo>
                          <a:pt x="0" y="284"/>
                        </a:lnTo>
                        <a:lnTo>
                          <a:pt x="0" y="180"/>
                        </a:lnTo>
                        <a:lnTo>
                          <a:pt x="0" y="180"/>
                        </a:lnTo>
                        <a:cubicBezTo>
                          <a:pt x="0" y="149"/>
                          <a:pt x="7" y="118"/>
                          <a:pt x="24" y="90"/>
                        </a:cubicBezTo>
                        <a:cubicBezTo>
                          <a:pt x="39" y="63"/>
                          <a:pt x="63" y="40"/>
                          <a:pt x="90" y="24"/>
                        </a:cubicBezTo>
                        <a:cubicBezTo>
                          <a:pt x="106" y="15"/>
                          <a:pt x="122" y="9"/>
                          <a:pt x="140" y="5"/>
                        </a:cubicBezTo>
                        <a:lnTo>
                          <a:pt x="140" y="5"/>
                        </a:lnTo>
                        <a:cubicBezTo>
                          <a:pt x="153" y="1"/>
                          <a:pt x="167" y="0"/>
                          <a:pt x="180" y="0"/>
                        </a:cubicBezTo>
                        <a:lnTo>
                          <a:pt x="180" y="0"/>
                        </a:lnTo>
                        <a:lnTo>
                          <a:pt x="409" y="0"/>
                        </a:lnTo>
                        <a:lnTo>
                          <a:pt x="409" y="0"/>
                        </a:lnTo>
                        <a:cubicBezTo>
                          <a:pt x="410" y="4"/>
                          <a:pt x="410" y="7"/>
                          <a:pt x="410" y="11"/>
                        </a:cubicBezTo>
                        <a:lnTo>
                          <a:pt x="410" y="12"/>
                        </a:lnTo>
                        <a:lnTo>
                          <a:pt x="410" y="12"/>
                        </a:lnTo>
                        <a:lnTo>
                          <a:pt x="410" y="12"/>
                        </a:lnTo>
                        <a:cubicBezTo>
                          <a:pt x="410" y="31"/>
                          <a:pt x="405" y="48"/>
                          <a:pt x="396" y="64"/>
                        </a:cubicBezTo>
                        <a:cubicBezTo>
                          <a:pt x="387" y="80"/>
                          <a:pt x="374" y="93"/>
                          <a:pt x="358" y="102"/>
                        </a:cubicBezTo>
                        <a:cubicBezTo>
                          <a:pt x="353" y="105"/>
                          <a:pt x="348" y="108"/>
                          <a:pt x="343" y="110"/>
                        </a:cubicBezTo>
                        <a:lnTo>
                          <a:pt x="343" y="110"/>
                        </a:lnTo>
                        <a:cubicBezTo>
                          <a:pt x="337" y="99"/>
                          <a:pt x="328" y="91"/>
                          <a:pt x="318" y="85"/>
                        </a:cubicBezTo>
                        <a:cubicBezTo>
                          <a:pt x="307" y="79"/>
                          <a:pt x="295" y="76"/>
                          <a:pt x="283" y="76"/>
                        </a:cubicBezTo>
                        <a:cubicBezTo>
                          <a:pt x="271" y="76"/>
                          <a:pt x="259" y="79"/>
                          <a:pt x="249" y="85"/>
                        </a:cubicBezTo>
                        <a:cubicBezTo>
                          <a:pt x="238" y="91"/>
                          <a:pt x="229" y="100"/>
                          <a:pt x="223" y="110"/>
                        </a:cubicBezTo>
                        <a:cubicBezTo>
                          <a:pt x="217" y="121"/>
                          <a:pt x="214" y="133"/>
                          <a:pt x="214" y="145"/>
                        </a:cubicBezTo>
                        <a:cubicBezTo>
                          <a:pt x="214" y="157"/>
                          <a:pt x="217" y="169"/>
                          <a:pt x="223" y="179"/>
                        </a:cubicBezTo>
                        <a:cubicBezTo>
                          <a:pt x="229" y="190"/>
                          <a:pt x="238" y="198"/>
                          <a:pt x="249" y="204"/>
                        </a:cubicBezTo>
                        <a:cubicBezTo>
                          <a:pt x="259" y="211"/>
                          <a:pt x="271" y="214"/>
                          <a:pt x="283" y="214"/>
                        </a:cubicBezTo>
                        <a:cubicBezTo>
                          <a:pt x="295" y="214"/>
                          <a:pt x="307" y="211"/>
                          <a:pt x="318" y="204"/>
                        </a:cubicBezTo>
                        <a:cubicBezTo>
                          <a:pt x="328" y="198"/>
                          <a:pt x="337" y="190"/>
                          <a:pt x="343" y="179"/>
                        </a:cubicBezTo>
                        <a:cubicBezTo>
                          <a:pt x="344" y="177"/>
                          <a:pt x="345" y="175"/>
                          <a:pt x="346" y="173"/>
                        </a:cubicBezTo>
                        <a:lnTo>
                          <a:pt x="346" y="173"/>
                        </a:lnTo>
                        <a:cubicBezTo>
                          <a:pt x="361" y="169"/>
                          <a:pt x="375" y="164"/>
                          <a:pt x="388" y="156"/>
                        </a:cubicBezTo>
                        <a:cubicBezTo>
                          <a:pt x="413" y="142"/>
                          <a:pt x="434" y="121"/>
                          <a:pt x="449" y="95"/>
                        </a:cubicBezTo>
                        <a:cubicBezTo>
                          <a:pt x="463" y="71"/>
                          <a:pt x="471" y="41"/>
                          <a:pt x="471" y="12"/>
                        </a:cubicBezTo>
                        <a:cubicBezTo>
                          <a:pt x="471" y="8"/>
                          <a:pt x="471" y="4"/>
                          <a:pt x="471" y="0"/>
                        </a:cubicBezTo>
                        <a:lnTo>
                          <a:pt x="866" y="0"/>
                        </a:lnTo>
                        <a:lnTo>
                          <a:pt x="866" y="0"/>
                        </a:lnTo>
                        <a:cubicBezTo>
                          <a:pt x="866" y="4"/>
                          <a:pt x="866" y="8"/>
                          <a:pt x="866" y="12"/>
                        </a:cubicBezTo>
                        <a:lnTo>
                          <a:pt x="866" y="12"/>
                        </a:lnTo>
                        <a:lnTo>
                          <a:pt x="866" y="12"/>
                        </a:lnTo>
                        <a:cubicBezTo>
                          <a:pt x="866" y="30"/>
                          <a:pt x="861" y="48"/>
                          <a:pt x="852" y="64"/>
                        </a:cubicBezTo>
                        <a:cubicBezTo>
                          <a:pt x="843" y="80"/>
                          <a:pt x="830" y="94"/>
                          <a:pt x="814" y="103"/>
                        </a:cubicBezTo>
                        <a:cubicBezTo>
                          <a:pt x="807" y="107"/>
                          <a:pt x="801" y="109"/>
                          <a:pt x="793" y="112"/>
                        </a:cubicBezTo>
                        <a:lnTo>
                          <a:pt x="793" y="112"/>
                        </a:lnTo>
                        <a:cubicBezTo>
                          <a:pt x="793" y="111"/>
                          <a:pt x="793" y="111"/>
                          <a:pt x="793" y="110"/>
                        </a:cubicBezTo>
                        <a:cubicBezTo>
                          <a:pt x="786" y="100"/>
                          <a:pt x="778" y="91"/>
                          <a:pt x="767" y="85"/>
                        </a:cubicBezTo>
                        <a:cubicBezTo>
                          <a:pt x="756" y="79"/>
                          <a:pt x="744" y="75"/>
                          <a:pt x="732" y="75"/>
                        </a:cubicBezTo>
                        <a:lnTo>
                          <a:pt x="732" y="75"/>
                        </a:lnTo>
                        <a:lnTo>
                          <a:pt x="732" y="75"/>
                        </a:lnTo>
                        <a:cubicBezTo>
                          <a:pt x="720" y="75"/>
                          <a:pt x="708" y="79"/>
                          <a:pt x="698" y="85"/>
                        </a:cubicBezTo>
                        <a:cubicBezTo>
                          <a:pt x="687" y="91"/>
                          <a:pt x="678" y="100"/>
                          <a:pt x="672" y="110"/>
                        </a:cubicBezTo>
                        <a:cubicBezTo>
                          <a:pt x="666" y="121"/>
                          <a:pt x="663" y="133"/>
                          <a:pt x="663" y="145"/>
                        </a:cubicBezTo>
                        <a:cubicBezTo>
                          <a:pt x="663" y="158"/>
                          <a:pt x="666" y="169"/>
                          <a:pt x="672" y="179"/>
                        </a:cubicBezTo>
                        <a:cubicBezTo>
                          <a:pt x="678" y="190"/>
                          <a:pt x="687" y="199"/>
                          <a:pt x="698" y="205"/>
                        </a:cubicBezTo>
                        <a:cubicBezTo>
                          <a:pt x="708" y="212"/>
                          <a:pt x="720" y="214"/>
                          <a:pt x="732" y="214"/>
                        </a:cubicBezTo>
                        <a:cubicBezTo>
                          <a:pt x="744" y="214"/>
                          <a:pt x="756" y="212"/>
                          <a:pt x="767" y="205"/>
                        </a:cubicBezTo>
                        <a:cubicBezTo>
                          <a:pt x="777" y="199"/>
                          <a:pt x="785" y="190"/>
                          <a:pt x="792" y="179"/>
                        </a:cubicBezTo>
                        <a:cubicBezTo>
                          <a:pt x="792" y="178"/>
                          <a:pt x="794" y="176"/>
                          <a:pt x="795" y="174"/>
                        </a:cubicBezTo>
                        <a:lnTo>
                          <a:pt x="795" y="174"/>
                        </a:lnTo>
                        <a:cubicBezTo>
                          <a:pt x="812" y="171"/>
                          <a:pt x="829" y="165"/>
                          <a:pt x="845" y="156"/>
                        </a:cubicBezTo>
                        <a:cubicBezTo>
                          <a:pt x="870" y="142"/>
                          <a:pt x="890" y="120"/>
                          <a:pt x="905" y="95"/>
                        </a:cubicBezTo>
                        <a:cubicBezTo>
                          <a:pt x="919" y="70"/>
                          <a:pt x="927" y="41"/>
                          <a:pt x="927" y="12"/>
                        </a:cubicBezTo>
                        <a:cubicBezTo>
                          <a:pt x="927" y="8"/>
                          <a:pt x="927" y="4"/>
                          <a:pt x="927" y="0"/>
                        </a:cubicBezTo>
                        <a:lnTo>
                          <a:pt x="1322" y="0"/>
                        </a:lnTo>
                        <a:lnTo>
                          <a:pt x="1322" y="0"/>
                        </a:lnTo>
                        <a:cubicBezTo>
                          <a:pt x="1322" y="4"/>
                          <a:pt x="1323" y="7"/>
                          <a:pt x="1323" y="11"/>
                        </a:cubicBezTo>
                        <a:cubicBezTo>
                          <a:pt x="1323" y="12"/>
                          <a:pt x="1323" y="12"/>
                          <a:pt x="1323" y="12"/>
                        </a:cubicBezTo>
                        <a:lnTo>
                          <a:pt x="1323" y="12"/>
                        </a:lnTo>
                        <a:cubicBezTo>
                          <a:pt x="1323" y="30"/>
                          <a:pt x="1318" y="49"/>
                          <a:pt x="1309" y="64"/>
                        </a:cubicBezTo>
                        <a:cubicBezTo>
                          <a:pt x="1299" y="81"/>
                          <a:pt x="1286" y="95"/>
                          <a:pt x="1270" y="103"/>
                        </a:cubicBezTo>
                        <a:cubicBezTo>
                          <a:pt x="1266" y="106"/>
                          <a:pt x="1261" y="108"/>
                          <a:pt x="1256" y="110"/>
                        </a:cubicBezTo>
                        <a:lnTo>
                          <a:pt x="1256" y="110"/>
                        </a:lnTo>
                        <a:cubicBezTo>
                          <a:pt x="1250" y="99"/>
                          <a:pt x="1241" y="91"/>
                          <a:pt x="1231" y="85"/>
                        </a:cubicBezTo>
                        <a:cubicBezTo>
                          <a:pt x="1220" y="79"/>
                          <a:pt x="1208" y="75"/>
                          <a:pt x="1196" y="75"/>
                        </a:cubicBezTo>
                        <a:cubicBezTo>
                          <a:pt x="1184" y="75"/>
                          <a:pt x="1172" y="79"/>
                          <a:pt x="1162" y="85"/>
                        </a:cubicBezTo>
                        <a:cubicBezTo>
                          <a:pt x="1151" y="91"/>
                          <a:pt x="1142" y="99"/>
                          <a:pt x="1136" y="110"/>
                        </a:cubicBezTo>
                        <a:cubicBezTo>
                          <a:pt x="1130" y="121"/>
                          <a:pt x="1127" y="133"/>
                          <a:pt x="1127" y="145"/>
                        </a:cubicBezTo>
                        <a:cubicBezTo>
                          <a:pt x="1127" y="158"/>
                          <a:pt x="1130" y="169"/>
                          <a:pt x="1136" y="179"/>
                        </a:cubicBezTo>
                        <a:cubicBezTo>
                          <a:pt x="1142" y="190"/>
                          <a:pt x="1151" y="199"/>
                          <a:pt x="1162" y="205"/>
                        </a:cubicBezTo>
                        <a:cubicBezTo>
                          <a:pt x="1172" y="212"/>
                          <a:pt x="1184" y="214"/>
                          <a:pt x="1196" y="214"/>
                        </a:cubicBezTo>
                        <a:cubicBezTo>
                          <a:pt x="1208" y="214"/>
                          <a:pt x="1220" y="212"/>
                          <a:pt x="1231" y="205"/>
                        </a:cubicBezTo>
                        <a:cubicBezTo>
                          <a:pt x="1241" y="199"/>
                          <a:pt x="1250" y="190"/>
                          <a:pt x="1256" y="179"/>
                        </a:cubicBezTo>
                        <a:cubicBezTo>
                          <a:pt x="1257" y="177"/>
                          <a:pt x="1259" y="175"/>
                          <a:pt x="1260" y="173"/>
                        </a:cubicBezTo>
                        <a:lnTo>
                          <a:pt x="1260" y="173"/>
                        </a:lnTo>
                        <a:cubicBezTo>
                          <a:pt x="1274" y="169"/>
                          <a:pt x="1288" y="164"/>
                          <a:pt x="1301" y="156"/>
                        </a:cubicBezTo>
                        <a:cubicBezTo>
                          <a:pt x="1326" y="142"/>
                          <a:pt x="1347" y="121"/>
                          <a:pt x="1362" y="95"/>
                        </a:cubicBezTo>
                        <a:cubicBezTo>
                          <a:pt x="1376" y="71"/>
                          <a:pt x="1384" y="41"/>
                          <a:pt x="1384" y="12"/>
                        </a:cubicBezTo>
                        <a:cubicBezTo>
                          <a:pt x="1384" y="8"/>
                          <a:pt x="1384" y="4"/>
                          <a:pt x="1383" y="0"/>
                        </a:cubicBezTo>
                        <a:lnTo>
                          <a:pt x="1778" y="0"/>
                        </a:lnTo>
                        <a:lnTo>
                          <a:pt x="1778" y="0"/>
                        </a:lnTo>
                        <a:cubicBezTo>
                          <a:pt x="1779" y="4"/>
                          <a:pt x="1779" y="8"/>
                          <a:pt x="1779" y="12"/>
                        </a:cubicBezTo>
                        <a:lnTo>
                          <a:pt x="1779" y="12"/>
                        </a:lnTo>
                        <a:lnTo>
                          <a:pt x="1779" y="12"/>
                        </a:lnTo>
                        <a:cubicBezTo>
                          <a:pt x="1779" y="30"/>
                          <a:pt x="1774" y="48"/>
                          <a:pt x="1765" y="64"/>
                        </a:cubicBezTo>
                        <a:cubicBezTo>
                          <a:pt x="1756" y="80"/>
                          <a:pt x="1743" y="93"/>
                          <a:pt x="1727" y="102"/>
                        </a:cubicBezTo>
                        <a:cubicBezTo>
                          <a:pt x="1720" y="106"/>
                          <a:pt x="1713" y="109"/>
                          <a:pt x="1706" y="112"/>
                        </a:cubicBezTo>
                        <a:lnTo>
                          <a:pt x="1706" y="112"/>
                        </a:lnTo>
                        <a:cubicBezTo>
                          <a:pt x="1706" y="111"/>
                          <a:pt x="1706" y="110"/>
                          <a:pt x="1705" y="110"/>
                        </a:cubicBezTo>
                        <a:cubicBezTo>
                          <a:pt x="1699" y="99"/>
                          <a:pt x="1690" y="92"/>
                          <a:pt x="1680" y="85"/>
                        </a:cubicBezTo>
                        <a:cubicBezTo>
                          <a:pt x="1669" y="79"/>
                          <a:pt x="1657" y="75"/>
                          <a:pt x="1645" y="75"/>
                        </a:cubicBezTo>
                        <a:cubicBezTo>
                          <a:pt x="1632" y="75"/>
                          <a:pt x="1621" y="79"/>
                          <a:pt x="1611" y="85"/>
                        </a:cubicBezTo>
                        <a:cubicBezTo>
                          <a:pt x="1600" y="92"/>
                          <a:pt x="1591" y="100"/>
                          <a:pt x="1585" y="110"/>
                        </a:cubicBezTo>
                        <a:cubicBezTo>
                          <a:pt x="1578" y="121"/>
                          <a:pt x="1576" y="133"/>
                          <a:pt x="1576" y="145"/>
                        </a:cubicBezTo>
                        <a:cubicBezTo>
                          <a:pt x="1576" y="158"/>
                          <a:pt x="1578" y="169"/>
                          <a:pt x="1585" y="179"/>
                        </a:cubicBezTo>
                        <a:cubicBezTo>
                          <a:pt x="1591" y="190"/>
                          <a:pt x="1600" y="198"/>
                          <a:pt x="1611" y="204"/>
                        </a:cubicBezTo>
                        <a:cubicBezTo>
                          <a:pt x="1621" y="211"/>
                          <a:pt x="1632" y="214"/>
                          <a:pt x="1645" y="214"/>
                        </a:cubicBezTo>
                        <a:cubicBezTo>
                          <a:pt x="1657" y="214"/>
                          <a:pt x="1669" y="211"/>
                          <a:pt x="1680" y="204"/>
                        </a:cubicBezTo>
                        <a:cubicBezTo>
                          <a:pt x="1690" y="198"/>
                          <a:pt x="1698" y="190"/>
                          <a:pt x="1705" y="179"/>
                        </a:cubicBezTo>
                        <a:cubicBezTo>
                          <a:pt x="1705" y="178"/>
                          <a:pt x="1707" y="176"/>
                          <a:pt x="1708" y="174"/>
                        </a:cubicBezTo>
                        <a:lnTo>
                          <a:pt x="1708" y="174"/>
                        </a:lnTo>
                        <a:cubicBezTo>
                          <a:pt x="1725" y="171"/>
                          <a:pt x="1742" y="165"/>
                          <a:pt x="1757" y="156"/>
                        </a:cubicBezTo>
                        <a:cubicBezTo>
                          <a:pt x="1782" y="141"/>
                          <a:pt x="1803" y="121"/>
                          <a:pt x="1818" y="95"/>
                        </a:cubicBezTo>
                        <a:cubicBezTo>
                          <a:pt x="1832" y="71"/>
                          <a:pt x="1840" y="41"/>
                          <a:pt x="1840" y="12"/>
                        </a:cubicBezTo>
                        <a:cubicBezTo>
                          <a:pt x="1840" y="8"/>
                          <a:pt x="1840" y="4"/>
                          <a:pt x="1840" y="0"/>
                        </a:cubicBezTo>
                        <a:lnTo>
                          <a:pt x="2235" y="0"/>
                        </a:lnTo>
                        <a:lnTo>
                          <a:pt x="2235" y="0"/>
                        </a:lnTo>
                        <a:cubicBezTo>
                          <a:pt x="2235" y="4"/>
                          <a:pt x="2235" y="8"/>
                          <a:pt x="2235" y="11"/>
                        </a:cubicBezTo>
                        <a:cubicBezTo>
                          <a:pt x="2235" y="12"/>
                          <a:pt x="2235" y="12"/>
                          <a:pt x="2235" y="12"/>
                        </a:cubicBezTo>
                        <a:lnTo>
                          <a:pt x="2235" y="12"/>
                        </a:lnTo>
                        <a:cubicBezTo>
                          <a:pt x="2235" y="30"/>
                          <a:pt x="2230" y="48"/>
                          <a:pt x="2221" y="64"/>
                        </a:cubicBezTo>
                        <a:cubicBezTo>
                          <a:pt x="2211" y="80"/>
                          <a:pt x="2199" y="94"/>
                          <a:pt x="2183" y="103"/>
                        </a:cubicBezTo>
                        <a:cubicBezTo>
                          <a:pt x="2177" y="107"/>
                          <a:pt x="2171" y="109"/>
                          <a:pt x="2165" y="111"/>
                        </a:cubicBezTo>
                        <a:lnTo>
                          <a:pt x="2165" y="111"/>
                        </a:lnTo>
                        <a:lnTo>
                          <a:pt x="2165" y="110"/>
                        </a:lnTo>
                        <a:cubicBezTo>
                          <a:pt x="2158" y="99"/>
                          <a:pt x="2149" y="92"/>
                          <a:pt x="2139" y="85"/>
                        </a:cubicBezTo>
                        <a:cubicBezTo>
                          <a:pt x="2128" y="79"/>
                          <a:pt x="2117" y="75"/>
                          <a:pt x="2105" y="75"/>
                        </a:cubicBezTo>
                        <a:cubicBezTo>
                          <a:pt x="2092" y="75"/>
                          <a:pt x="2080" y="79"/>
                          <a:pt x="2070" y="85"/>
                        </a:cubicBezTo>
                        <a:cubicBezTo>
                          <a:pt x="2059" y="92"/>
                          <a:pt x="2051" y="100"/>
                          <a:pt x="2045" y="110"/>
                        </a:cubicBezTo>
                        <a:cubicBezTo>
                          <a:pt x="2039" y="121"/>
                          <a:pt x="2035" y="133"/>
                          <a:pt x="2035" y="145"/>
                        </a:cubicBezTo>
                        <a:cubicBezTo>
                          <a:pt x="2035" y="158"/>
                          <a:pt x="2039" y="169"/>
                          <a:pt x="2045" y="179"/>
                        </a:cubicBezTo>
                        <a:cubicBezTo>
                          <a:pt x="2051" y="190"/>
                          <a:pt x="2059" y="198"/>
                          <a:pt x="2070" y="204"/>
                        </a:cubicBezTo>
                        <a:cubicBezTo>
                          <a:pt x="2080" y="211"/>
                          <a:pt x="2092" y="214"/>
                          <a:pt x="2105" y="214"/>
                        </a:cubicBezTo>
                        <a:cubicBezTo>
                          <a:pt x="2117" y="214"/>
                          <a:pt x="2128" y="211"/>
                          <a:pt x="2139" y="204"/>
                        </a:cubicBezTo>
                        <a:cubicBezTo>
                          <a:pt x="2149" y="198"/>
                          <a:pt x="2158" y="190"/>
                          <a:pt x="2165" y="179"/>
                        </a:cubicBezTo>
                        <a:cubicBezTo>
                          <a:pt x="2166" y="177"/>
                          <a:pt x="2166" y="176"/>
                          <a:pt x="2167" y="174"/>
                        </a:cubicBezTo>
                        <a:lnTo>
                          <a:pt x="2167" y="174"/>
                        </a:lnTo>
                        <a:cubicBezTo>
                          <a:pt x="2184" y="170"/>
                          <a:pt x="2199" y="165"/>
                          <a:pt x="2214" y="156"/>
                        </a:cubicBezTo>
                        <a:cubicBezTo>
                          <a:pt x="2239" y="142"/>
                          <a:pt x="2259" y="120"/>
                          <a:pt x="2274" y="95"/>
                        </a:cubicBezTo>
                        <a:cubicBezTo>
                          <a:pt x="2288" y="70"/>
                          <a:pt x="2297" y="41"/>
                          <a:pt x="2297" y="12"/>
                        </a:cubicBezTo>
                        <a:cubicBezTo>
                          <a:pt x="2297" y="8"/>
                          <a:pt x="2297" y="4"/>
                          <a:pt x="2296" y="0"/>
                        </a:cubicBezTo>
                        <a:lnTo>
                          <a:pt x="2321" y="0"/>
                        </a:lnTo>
                        <a:lnTo>
                          <a:pt x="2321" y="0"/>
                        </a:lnTo>
                        <a:lnTo>
                          <a:pt x="2321" y="0"/>
                        </a:lnTo>
                        <a:cubicBezTo>
                          <a:pt x="2352" y="0"/>
                          <a:pt x="2383" y="8"/>
                          <a:pt x="2411" y="24"/>
                        </a:cubicBezTo>
                        <a:cubicBezTo>
                          <a:pt x="2438" y="40"/>
                          <a:pt x="2461" y="63"/>
                          <a:pt x="2477" y="90"/>
                        </a:cubicBezTo>
                        <a:cubicBezTo>
                          <a:pt x="2493" y="118"/>
                          <a:pt x="2501" y="149"/>
                          <a:pt x="2501" y="18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3" name="Google Shape;1643;p30"/>
                  <p:cNvSpPr/>
                  <p:nvPr/>
                </p:nvSpPr>
                <p:spPr>
                  <a:xfrm>
                    <a:off x="3481481" y="3931438"/>
                    <a:ext cx="52030" cy="54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" h="140" extrusionOk="0">
                        <a:moveTo>
                          <a:pt x="132" y="98"/>
                        </a:moveTo>
                        <a:lnTo>
                          <a:pt x="132" y="98"/>
                        </a:lnTo>
                        <a:cubicBezTo>
                          <a:pt x="131" y="100"/>
                          <a:pt x="130" y="102"/>
                          <a:pt x="129" y="104"/>
                        </a:cubicBezTo>
                        <a:cubicBezTo>
                          <a:pt x="123" y="115"/>
                          <a:pt x="114" y="124"/>
                          <a:pt x="104" y="130"/>
                        </a:cubicBezTo>
                        <a:cubicBezTo>
                          <a:pt x="93" y="137"/>
                          <a:pt x="81" y="139"/>
                          <a:pt x="69" y="139"/>
                        </a:cubicBezTo>
                        <a:cubicBezTo>
                          <a:pt x="57" y="139"/>
                          <a:pt x="44" y="137"/>
                          <a:pt x="34" y="130"/>
                        </a:cubicBezTo>
                        <a:cubicBezTo>
                          <a:pt x="23" y="124"/>
                          <a:pt x="15" y="115"/>
                          <a:pt x="9" y="104"/>
                        </a:cubicBezTo>
                        <a:cubicBezTo>
                          <a:pt x="3" y="94"/>
                          <a:pt x="0" y="83"/>
                          <a:pt x="0" y="70"/>
                        </a:cubicBezTo>
                        <a:cubicBezTo>
                          <a:pt x="0" y="58"/>
                          <a:pt x="3" y="46"/>
                          <a:pt x="9" y="35"/>
                        </a:cubicBezTo>
                        <a:cubicBezTo>
                          <a:pt x="15" y="25"/>
                          <a:pt x="23" y="17"/>
                          <a:pt x="34" y="10"/>
                        </a:cubicBezTo>
                        <a:cubicBezTo>
                          <a:pt x="44" y="4"/>
                          <a:pt x="57" y="0"/>
                          <a:pt x="69" y="0"/>
                        </a:cubicBezTo>
                        <a:cubicBezTo>
                          <a:pt x="81" y="0"/>
                          <a:pt x="93" y="4"/>
                          <a:pt x="104" y="10"/>
                        </a:cubicBezTo>
                        <a:cubicBezTo>
                          <a:pt x="114" y="17"/>
                          <a:pt x="123" y="24"/>
                          <a:pt x="129" y="34"/>
                        </a:cubicBezTo>
                        <a:lnTo>
                          <a:pt x="129" y="34"/>
                        </a:lnTo>
                        <a:cubicBezTo>
                          <a:pt x="117" y="39"/>
                          <a:pt x="104" y="42"/>
                          <a:pt x="91" y="42"/>
                        </a:cubicBezTo>
                        <a:lnTo>
                          <a:pt x="91" y="42"/>
                        </a:lnTo>
                        <a:lnTo>
                          <a:pt x="91" y="42"/>
                        </a:lnTo>
                        <a:lnTo>
                          <a:pt x="90" y="42"/>
                        </a:lnTo>
                        <a:cubicBezTo>
                          <a:pt x="85" y="42"/>
                          <a:pt x="79" y="44"/>
                          <a:pt x="75" y="46"/>
                        </a:cubicBezTo>
                        <a:cubicBezTo>
                          <a:pt x="70" y="49"/>
                          <a:pt x="66" y="53"/>
                          <a:pt x="64" y="57"/>
                        </a:cubicBezTo>
                        <a:cubicBezTo>
                          <a:pt x="61" y="62"/>
                          <a:pt x="60" y="67"/>
                          <a:pt x="60" y="72"/>
                        </a:cubicBezTo>
                        <a:cubicBezTo>
                          <a:pt x="60" y="77"/>
                          <a:pt x="61" y="83"/>
                          <a:pt x="64" y="87"/>
                        </a:cubicBezTo>
                        <a:cubicBezTo>
                          <a:pt x="66" y="92"/>
                          <a:pt x="70" y="97"/>
                          <a:pt x="75" y="99"/>
                        </a:cubicBezTo>
                        <a:cubicBezTo>
                          <a:pt x="79" y="102"/>
                          <a:pt x="85" y="103"/>
                          <a:pt x="90" y="103"/>
                        </a:cubicBezTo>
                        <a:cubicBezTo>
                          <a:pt x="91" y="103"/>
                          <a:pt x="91" y="103"/>
                          <a:pt x="91" y="103"/>
                        </a:cubicBezTo>
                        <a:lnTo>
                          <a:pt x="91" y="103"/>
                        </a:lnTo>
                        <a:cubicBezTo>
                          <a:pt x="105" y="103"/>
                          <a:pt x="119" y="101"/>
                          <a:pt x="132" y="9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4" name="Google Shape;1644;p30"/>
                  <p:cNvSpPr/>
                  <p:nvPr/>
                </p:nvSpPr>
                <p:spPr>
                  <a:xfrm>
                    <a:off x="3657130" y="3931438"/>
                    <a:ext cx="51638" cy="54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" h="140" extrusionOk="0">
                        <a:moveTo>
                          <a:pt x="131" y="99"/>
                        </a:moveTo>
                        <a:lnTo>
                          <a:pt x="131" y="99"/>
                        </a:lnTo>
                        <a:cubicBezTo>
                          <a:pt x="131" y="101"/>
                          <a:pt x="130" y="102"/>
                          <a:pt x="129" y="104"/>
                        </a:cubicBezTo>
                        <a:cubicBezTo>
                          <a:pt x="123" y="114"/>
                          <a:pt x="114" y="123"/>
                          <a:pt x="104" y="129"/>
                        </a:cubicBezTo>
                        <a:cubicBezTo>
                          <a:pt x="93" y="135"/>
                          <a:pt x="81" y="139"/>
                          <a:pt x="69" y="139"/>
                        </a:cubicBezTo>
                        <a:cubicBezTo>
                          <a:pt x="57" y="139"/>
                          <a:pt x="45" y="135"/>
                          <a:pt x="35" y="129"/>
                        </a:cubicBezTo>
                        <a:cubicBezTo>
                          <a:pt x="24" y="123"/>
                          <a:pt x="15" y="115"/>
                          <a:pt x="9" y="104"/>
                        </a:cubicBezTo>
                        <a:cubicBezTo>
                          <a:pt x="3" y="94"/>
                          <a:pt x="0" y="82"/>
                          <a:pt x="0" y="69"/>
                        </a:cubicBezTo>
                        <a:cubicBezTo>
                          <a:pt x="0" y="57"/>
                          <a:pt x="3" y="46"/>
                          <a:pt x="9" y="35"/>
                        </a:cubicBezTo>
                        <a:cubicBezTo>
                          <a:pt x="15" y="25"/>
                          <a:pt x="24" y="17"/>
                          <a:pt x="35" y="10"/>
                        </a:cubicBezTo>
                        <a:cubicBezTo>
                          <a:pt x="45" y="4"/>
                          <a:pt x="57" y="0"/>
                          <a:pt x="69" y="0"/>
                        </a:cubicBezTo>
                        <a:lnTo>
                          <a:pt x="69" y="0"/>
                        </a:lnTo>
                        <a:cubicBezTo>
                          <a:pt x="81" y="0"/>
                          <a:pt x="93" y="4"/>
                          <a:pt x="104" y="10"/>
                        </a:cubicBezTo>
                        <a:cubicBezTo>
                          <a:pt x="115" y="16"/>
                          <a:pt x="123" y="25"/>
                          <a:pt x="129" y="35"/>
                        </a:cubicBezTo>
                        <a:cubicBezTo>
                          <a:pt x="130" y="36"/>
                          <a:pt x="130" y="36"/>
                          <a:pt x="130" y="37"/>
                        </a:cubicBezTo>
                        <a:lnTo>
                          <a:pt x="130" y="37"/>
                        </a:lnTo>
                        <a:cubicBezTo>
                          <a:pt x="120" y="40"/>
                          <a:pt x="109" y="42"/>
                          <a:pt x="99" y="42"/>
                        </a:cubicBezTo>
                        <a:lnTo>
                          <a:pt x="99" y="42"/>
                        </a:lnTo>
                        <a:cubicBezTo>
                          <a:pt x="94" y="42"/>
                          <a:pt x="89" y="44"/>
                          <a:pt x="84" y="46"/>
                        </a:cubicBezTo>
                        <a:cubicBezTo>
                          <a:pt x="80" y="49"/>
                          <a:pt x="76" y="53"/>
                          <a:pt x="73" y="57"/>
                        </a:cubicBezTo>
                        <a:cubicBezTo>
                          <a:pt x="70" y="62"/>
                          <a:pt x="69" y="67"/>
                          <a:pt x="69" y="72"/>
                        </a:cubicBezTo>
                        <a:cubicBezTo>
                          <a:pt x="69" y="77"/>
                          <a:pt x="70" y="83"/>
                          <a:pt x="73" y="87"/>
                        </a:cubicBezTo>
                        <a:cubicBezTo>
                          <a:pt x="76" y="92"/>
                          <a:pt x="79" y="97"/>
                          <a:pt x="84" y="99"/>
                        </a:cubicBezTo>
                        <a:cubicBezTo>
                          <a:pt x="88" y="102"/>
                          <a:pt x="94" y="102"/>
                          <a:pt x="99" y="103"/>
                        </a:cubicBezTo>
                        <a:lnTo>
                          <a:pt x="99" y="103"/>
                        </a:lnTo>
                        <a:lnTo>
                          <a:pt x="100" y="103"/>
                        </a:lnTo>
                        <a:cubicBezTo>
                          <a:pt x="110" y="103"/>
                          <a:pt x="121" y="102"/>
                          <a:pt x="131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5" name="Google Shape;1645;p30"/>
                  <p:cNvSpPr/>
                  <p:nvPr/>
                </p:nvSpPr>
                <p:spPr>
                  <a:xfrm>
                    <a:off x="3630920" y="3841853"/>
                    <a:ext cx="129878" cy="130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333" extrusionOk="0">
                        <a:moveTo>
                          <a:pt x="331" y="166"/>
                        </a:moveTo>
                        <a:lnTo>
                          <a:pt x="331" y="166"/>
                        </a:lnTo>
                        <a:cubicBezTo>
                          <a:pt x="331" y="195"/>
                          <a:pt x="323" y="224"/>
                          <a:pt x="309" y="249"/>
                        </a:cubicBezTo>
                        <a:cubicBezTo>
                          <a:pt x="294" y="274"/>
                          <a:pt x="273" y="295"/>
                          <a:pt x="248" y="309"/>
                        </a:cubicBezTo>
                        <a:cubicBezTo>
                          <a:pt x="232" y="318"/>
                          <a:pt x="216" y="325"/>
                          <a:pt x="198" y="328"/>
                        </a:cubicBezTo>
                        <a:lnTo>
                          <a:pt x="198" y="328"/>
                        </a:lnTo>
                        <a:cubicBezTo>
                          <a:pt x="188" y="331"/>
                          <a:pt x="177" y="332"/>
                          <a:pt x="166" y="332"/>
                        </a:cubicBezTo>
                        <a:lnTo>
                          <a:pt x="166" y="332"/>
                        </a:lnTo>
                        <a:lnTo>
                          <a:pt x="166" y="332"/>
                        </a:lnTo>
                        <a:cubicBezTo>
                          <a:pt x="161" y="332"/>
                          <a:pt x="155" y="331"/>
                          <a:pt x="151" y="328"/>
                        </a:cubicBezTo>
                        <a:cubicBezTo>
                          <a:pt x="146" y="326"/>
                          <a:pt x="143" y="321"/>
                          <a:pt x="140" y="316"/>
                        </a:cubicBezTo>
                        <a:cubicBezTo>
                          <a:pt x="137" y="312"/>
                          <a:pt x="136" y="307"/>
                          <a:pt x="136" y="301"/>
                        </a:cubicBezTo>
                        <a:cubicBezTo>
                          <a:pt x="136" y="296"/>
                          <a:pt x="137" y="291"/>
                          <a:pt x="140" y="286"/>
                        </a:cubicBezTo>
                        <a:cubicBezTo>
                          <a:pt x="143" y="281"/>
                          <a:pt x="147" y="278"/>
                          <a:pt x="151" y="275"/>
                        </a:cubicBezTo>
                        <a:cubicBezTo>
                          <a:pt x="156" y="273"/>
                          <a:pt x="161" y="271"/>
                          <a:pt x="166" y="271"/>
                        </a:cubicBezTo>
                        <a:lnTo>
                          <a:pt x="166" y="271"/>
                        </a:lnTo>
                        <a:cubicBezTo>
                          <a:pt x="176" y="271"/>
                          <a:pt x="187" y="269"/>
                          <a:pt x="197" y="266"/>
                        </a:cubicBezTo>
                        <a:lnTo>
                          <a:pt x="197" y="266"/>
                        </a:lnTo>
                        <a:cubicBezTo>
                          <a:pt x="204" y="263"/>
                          <a:pt x="211" y="261"/>
                          <a:pt x="218" y="257"/>
                        </a:cubicBezTo>
                        <a:cubicBezTo>
                          <a:pt x="234" y="248"/>
                          <a:pt x="247" y="234"/>
                          <a:pt x="256" y="218"/>
                        </a:cubicBezTo>
                        <a:cubicBezTo>
                          <a:pt x="265" y="202"/>
                          <a:pt x="270" y="184"/>
                          <a:pt x="270" y="166"/>
                        </a:cubicBezTo>
                        <a:lnTo>
                          <a:pt x="270" y="166"/>
                        </a:lnTo>
                        <a:lnTo>
                          <a:pt x="270" y="166"/>
                        </a:lnTo>
                        <a:cubicBezTo>
                          <a:pt x="270" y="162"/>
                          <a:pt x="270" y="158"/>
                          <a:pt x="269" y="154"/>
                        </a:cubicBezTo>
                        <a:lnTo>
                          <a:pt x="269" y="154"/>
                        </a:lnTo>
                        <a:cubicBezTo>
                          <a:pt x="268" y="140"/>
                          <a:pt x="263" y="126"/>
                          <a:pt x="256" y="113"/>
                        </a:cubicBezTo>
                        <a:cubicBezTo>
                          <a:pt x="247" y="97"/>
                          <a:pt x="234" y="84"/>
                          <a:pt x="218" y="75"/>
                        </a:cubicBezTo>
                        <a:cubicBezTo>
                          <a:pt x="202" y="66"/>
                          <a:pt x="184" y="61"/>
                          <a:pt x="166" y="61"/>
                        </a:cubicBezTo>
                        <a:cubicBezTo>
                          <a:pt x="147" y="61"/>
                          <a:pt x="129" y="66"/>
                          <a:pt x="113" y="75"/>
                        </a:cubicBezTo>
                        <a:cubicBezTo>
                          <a:pt x="97" y="84"/>
                          <a:pt x="84" y="97"/>
                          <a:pt x="75" y="113"/>
                        </a:cubicBezTo>
                        <a:cubicBezTo>
                          <a:pt x="68" y="126"/>
                          <a:pt x="63" y="140"/>
                          <a:pt x="62" y="154"/>
                        </a:cubicBezTo>
                        <a:lnTo>
                          <a:pt x="0" y="154"/>
                        </a:lnTo>
                        <a:lnTo>
                          <a:pt x="0" y="154"/>
                        </a:lnTo>
                        <a:cubicBezTo>
                          <a:pt x="2" y="129"/>
                          <a:pt x="9" y="105"/>
                          <a:pt x="22" y="83"/>
                        </a:cubicBezTo>
                        <a:cubicBezTo>
                          <a:pt x="36" y="58"/>
                          <a:pt x="57" y="38"/>
                          <a:pt x="83" y="23"/>
                        </a:cubicBezTo>
                        <a:cubicBezTo>
                          <a:pt x="108" y="9"/>
                          <a:pt x="135" y="0"/>
                          <a:pt x="165" y="0"/>
                        </a:cubicBezTo>
                        <a:cubicBezTo>
                          <a:pt x="194" y="0"/>
                          <a:pt x="223" y="9"/>
                          <a:pt x="248" y="23"/>
                        </a:cubicBezTo>
                        <a:cubicBezTo>
                          <a:pt x="273" y="38"/>
                          <a:pt x="294" y="58"/>
                          <a:pt x="309" y="83"/>
                        </a:cubicBezTo>
                        <a:cubicBezTo>
                          <a:pt x="321" y="105"/>
                          <a:pt x="329" y="129"/>
                          <a:pt x="331" y="154"/>
                        </a:cubicBezTo>
                        <a:cubicBezTo>
                          <a:pt x="331" y="158"/>
                          <a:pt x="331" y="162"/>
                          <a:pt x="331" y="1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6" name="Google Shape;1646;p30"/>
                  <p:cNvSpPr/>
                  <p:nvPr/>
                </p:nvSpPr>
                <p:spPr>
                  <a:xfrm>
                    <a:off x="3838648" y="3931438"/>
                    <a:ext cx="52030" cy="54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" h="140" extrusionOk="0">
                        <a:moveTo>
                          <a:pt x="132" y="98"/>
                        </a:moveTo>
                        <a:lnTo>
                          <a:pt x="132" y="98"/>
                        </a:lnTo>
                        <a:cubicBezTo>
                          <a:pt x="131" y="100"/>
                          <a:pt x="130" y="102"/>
                          <a:pt x="129" y="104"/>
                        </a:cubicBezTo>
                        <a:cubicBezTo>
                          <a:pt x="123" y="115"/>
                          <a:pt x="114" y="124"/>
                          <a:pt x="104" y="130"/>
                        </a:cubicBezTo>
                        <a:cubicBezTo>
                          <a:pt x="93" y="137"/>
                          <a:pt x="81" y="139"/>
                          <a:pt x="69" y="139"/>
                        </a:cubicBezTo>
                        <a:cubicBezTo>
                          <a:pt x="57" y="139"/>
                          <a:pt x="45" y="137"/>
                          <a:pt x="35" y="130"/>
                        </a:cubicBezTo>
                        <a:cubicBezTo>
                          <a:pt x="24" y="124"/>
                          <a:pt x="15" y="115"/>
                          <a:pt x="9" y="104"/>
                        </a:cubicBezTo>
                        <a:cubicBezTo>
                          <a:pt x="3" y="94"/>
                          <a:pt x="0" y="83"/>
                          <a:pt x="0" y="70"/>
                        </a:cubicBezTo>
                        <a:cubicBezTo>
                          <a:pt x="0" y="58"/>
                          <a:pt x="3" y="46"/>
                          <a:pt x="9" y="35"/>
                        </a:cubicBezTo>
                        <a:cubicBezTo>
                          <a:pt x="15" y="25"/>
                          <a:pt x="24" y="16"/>
                          <a:pt x="35" y="10"/>
                        </a:cubicBezTo>
                        <a:cubicBezTo>
                          <a:pt x="45" y="4"/>
                          <a:pt x="57" y="0"/>
                          <a:pt x="69" y="0"/>
                        </a:cubicBezTo>
                        <a:cubicBezTo>
                          <a:pt x="81" y="0"/>
                          <a:pt x="93" y="4"/>
                          <a:pt x="104" y="10"/>
                        </a:cubicBezTo>
                        <a:cubicBezTo>
                          <a:pt x="114" y="16"/>
                          <a:pt x="123" y="24"/>
                          <a:pt x="129" y="35"/>
                        </a:cubicBezTo>
                        <a:lnTo>
                          <a:pt x="129" y="35"/>
                        </a:lnTo>
                        <a:cubicBezTo>
                          <a:pt x="117" y="39"/>
                          <a:pt x="104" y="42"/>
                          <a:pt x="91" y="42"/>
                        </a:cubicBezTo>
                        <a:lnTo>
                          <a:pt x="91" y="42"/>
                        </a:lnTo>
                        <a:lnTo>
                          <a:pt x="91" y="42"/>
                        </a:lnTo>
                        <a:lnTo>
                          <a:pt x="90" y="42"/>
                        </a:lnTo>
                        <a:cubicBezTo>
                          <a:pt x="85" y="42"/>
                          <a:pt x="79" y="44"/>
                          <a:pt x="75" y="46"/>
                        </a:cubicBezTo>
                        <a:cubicBezTo>
                          <a:pt x="70" y="49"/>
                          <a:pt x="65" y="52"/>
                          <a:pt x="63" y="57"/>
                        </a:cubicBezTo>
                        <a:cubicBezTo>
                          <a:pt x="60" y="62"/>
                          <a:pt x="59" y="67"/>
                          <a:pt x="59" y="72"/>
                        </a:cubicBezTo>
                        <a:cubicBezTo>
                          <a:pt x="59" y="78"/>
                          <a:pt x="60" y="84"/>
                          <a:pt x="63" y="88"/>
                        </a:cubicBezTo>
                        <a:cubicBezTo>
                          <a:pt x="65" y="93"/>
                          <a:pt x="70" y="97"/>
                          <a:pt x="75" y="99"/>
                        </a:cubicBezTo>
                        <a:cubicBezTo>
                          <a:pt x="79" y="102"/>
                          <a:pt x="85" y="103"/>
                          <a:pt x="90" y="103"/>
                        </a:cubicBezTo>
                        <a:lnTo>
                          <a:pt x="91" y="103"/>
                        </a:lnTo>
                        <a:lnTo>
                          <a:pt x="91" y="103"/>
                        </a:lnTo>
                        <a:lnTo>
                          <a:pt x="91" y="103"/>
                        </a:lnTo>
                        <a:cubicBezTo>
                          <a:pt x="105" y="103"/>
                          <a:pt x="119" y="101"/>
                          <a:pt x="132" y="9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7" name="Google Shape;1647;p30"/>
                  <p:cNvSpPr/>
                  <p:nvPr/>
                </p:nvSpPr>
                <p:spPr>
                  <a:xfrm>
                    <a:off x="4014297" y="3931438"/>
                    <a:ext cx="52030" cy="54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" h="140" extrusionOk="0">
                        <a:moveTo>
                          <a:pt x="132" y="99"/>
                        </a:moveTo>
                        <a:lnTo>
                          <a:pt x="132" y="99"/>
                        </a:lnTo>
                        <a:cubicBezTo>
                          <a:pt x="131" y="101"/>
                          <a:pt x="130" y="102"/>
                          <a:pt x="129" y="104"/>
                        </a:cubicBezTo>
                        <a:cubicBezTo>
                          <a:pt x="123" y="114"/>
                          <a:pt x="114" y="123"/>
                          <a:pt x="104" y="129"/>
                        </a:cubicBezTo>
                        <a:cubicBezTo>
                          <a:pt x="93" y="135"/>
                          <a:pt x="81" y="139"/>
                          <a:pt x="69" y="139"/>
                        </a:cubicBezTo>
                        <a:cubicBezTo>
                          <a:pt x="57" y="139"/>
                          <a:pt x="45" y="135"/>
                          <a:pt x="35" y="129"/>
                        </a:cubicBezTo>
                        <a:cubicBezTo>
                          <a:pt x="24" y="123"/>
                          <a:pt x="15" y="115"/>
                          <a:pt x="9" y="104"/>
                        </a:cubicBezTo>
                        <a:cubicBezTo>
                          <a:pt x="2" y="94"/>
                          <a:pt x="0" y="82"/>
                          <a:pt x="0" y="69"/>
                        </a:cubicBezTo>
                        <a:cubicBezTo>
                          <a:pt x="0" y="57"/>
                          <a:pt x="2" y="46"/>
                          <a:pt x="9" y="35"/>
                        </a:cubicBezTo>
                        <a:cubicBezTo>
                          <a:pt x="15" y="25"/>
                          <a:pt x="24" y="16"/>
                          <a:pt x="35" y="10"/>
                        </a:cubicBezTo>
                        <a:cubicBezTo>
                          <a:pt x="45" y="4"/>
                          <a:pt x="57" y="0"/>
                          <a:pt x="69" y="0"/>
                        </a:cubicBezTo>
                        <a:cubicBezTo>
                          <a:pt x="81" y="0"/>
                          <a:pt x="93" y="4"/>
                          <a:pt x="104" y="10"/>
                        </a:cubicBezTo>
                        <a:cubicBezTo>
                          <a:pt x="114" y="16"/>
                          <a:pt x="123" y="24"/>
                          <a:pt x="129" y="35"/>
                        </a:cubicBezTo>
                        <a:lnTo>
                          <a:pt x="130" y="36"/>
                        </a:lnTo>
                        <a:lnTo>
                          <a:pt x="130" y="36"/>
                        </a:lnTo>
                        <a:lnTo>
                          <a:pt x="130" y="36"/>
                        </a:lnTo>
                        <a:cubicBezTo>
                          <a:pt x="120" y="40"/>
                          <a:pt x="109" y="41"/>
                          <a:pt x="98" y="41"/>
                        </a:cubicBezTo>
                        <a:lnTo>
                          <a:pt x="98" y="41"/>
                        </a:lnTo>
                        <a:lnTo>
                          <a:pt x="97" y="41"/>
                        </a:lnTo>
                        <a:cubicBezTo>
                          <a:pt x="92" y="41"/>
                          <a:pt x="86" y="44"/>
                          <a:pt x="82" y="46"/>
                        </a:cubicBezTo>
                        <a:cubicBezTo>
                          <a:pt x="77" y="49"/>
                          <a:pt x="73" y="53"/>
                          <a:pt x="71" y="57"/>
                        </a:cubicBezTo>
                        <a:cubicBezTo>
                          <a:pt x="68" y="62"/>
                          <a:pt x="67" y="67"/>
                          <a:pt x="67" y="72"/>
                        </a:cubicBezTo>
                        <a:cubicBezTo>
                          <a:pt x="67" y="77"/>
                          <a:pt x="68" y="83"/>
                          <a:pt x="71" y="87"/>
                        </a:cubicBezTo>
                        <a:cubicBezTo>
                          <a:pt x="73" y="92"/>
                          <a:pt x="77" y="97"/>
                          <a:pt x="82" y="99"/>
                        </a:cubicBezTo>
                        <a:cubicBezTo>
                          <a:pt x="86" y="102"/>
                          <a:pt x="92" y="103"/>
                          <a:pt x="97" y="103"/>
                        </a:cubicBezTo>
                        <a:lnTo>
                          <a:pt x="98" y="103"/>
                        </a:lnTo>
                        <a:lnTo>
                          <a:pt x="98" y="103"/>
                        </a:lnTo>
                        <a:lnTo>
                          <a:pt x="99" y="103"/>
                        </a:lnTo>
                        <a:cubicBezTo>
                          <a:pt x="110" y="103"/>
                          <a:pt x="121" y="102"/>
                          <a:pt x="132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8" name="Google Shape;1648;p30"/>
                  <p:cNvSpPr/>
                  <p:nvPr/>
                </p:nvSpPr>
                <p:spPr>
                  <a:xfrm>
                    <a:off x="3988086" y="3841461"/>
                    <a:ext cx="129878" cy="130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334" extrusionOk="0">
                        <a:moveTo>
                          <a:pt x="331" y="167"/>
                        </a:moveTo>
                        <a:lnTo>
                          <a:pt x="331" y="167"/>
                        </a:lnTo>
                        <a:cubicBezTo>
                          <a:pt x="331" y="196"/>
                          <a:pt x="323" y="226"/>
                          <a:pt x="309" y="250"/>
                        </a:cubicBezTo>
                        <a:cubicBezTo>
                          <a:pt x="294" y="276"/>
                          <a:pt x="273" y="297"/>
                          <a:pt x="248" y="311"/>
                        </a:cubicBezTo>
                        <a:cubicBezTo>
                          <a:pt x="233" y="320"/>
                          <a:pt x="216" y="326"/>
                          <a:pt x="199" y="329"/>
                        </a:cubicBezTo>
                        <a:lnTo>
                          <a:pt x="199" y="329"/>
                        </a:lnTo>
                        <a:cubicBezTo>
                          <a:pt x="188" y="332"/>
                          <a:pt x="177" y="333"/>
                          <a:pt x="165" y="333"/>
                        </a:cubicBezTo>
                        <a:lnTo>
                          <a:pt x="165" y="333"/>
                        </a:lnTo>
                        <a:lnTo>
                          <a:pt x="164" y="333"/>
                        </a:lnTo>
                        <a:cubicBezTo>
                          <a:pt x="159" y="333"/>
                          <a:pt x="154" y="332"/>
                          <a:pt x="149" y="329"/>
                        </a:cubicBezTo>
                        <a:cubicBezTo>
                          <a:pt x="144" y="327"/>
                          <a:pt x="140" y="322"/>
                          <a:pt x="138" y="317"/>
                        </a:cubicBezTo>
                        <a:cubicBezTo>
                          <a:pt x="135" y="313"/>
                          <a:pt x="134" y="308"/>
                          <a:pt x="134" y="302"/>
                        </a:cubicBezTo>
                        <a:cubicBezTo>
                          <a:pt x="134" y="297"/>
                          <a:pt x="135" y="292"/>
                          <a:pt x="138" y="287"/>
                        </a:cubicBezTo>
                        <a:cubicBezTo>
                          <a:pt x="140" y="282"/>
                          <a:pt x="144" y="279"/>
                          <a:pt x="149" y="276"/>
                        </a:cubicBezTo>
                        <a:cubicBezTo>
                          <a:pt x="154" y="274"/>
                          <a:pt x="159" y="272"/>
                          <a:pt x="164" y="272"/>
                        </a:cubicBezTo>
                        <a:cubicBezTo>
                          <a:pt x="165" y="272"/>
                          <a:pt x="165" y="272"/>
                          <a:pt x="165" y="272"/>
                        </a:cubicBezTo>
                        <a:lnTo>
                          <a:pt x="165" y="272"/>
                        </a:lnTo>
                        <a:cubicBezTo>
                          <a:pt x="176" y="272"/>
                          <a:pt x="187" y="270"/>
                          <a:pt x="197" y="267"/>
                        </a:cubicBezTo>
                        <a:lnTo>
                          <a:pt x="197" y="267"/>
                        </a:lnTo>
                        <a:lnTo>
                          <a:pt x="197" y="267"/>
                        </a:lnTo>
                        <a:cubicBezTo>
                          <a:pt x="204" y="264"/>
                          <a:pt x="211" y="262"/>
                          <a:pt x="218" y="258"/>
                        </a:cubicBezTo>
                        <a:cubicBezTo>
                          <a:pt x="234" y="249"/>
                          <a:pt x="246" y="235"/>
                          <a:pt x="256" y="219"/>
                        </a:cubicBezTo>
                        <a:cubicBezTo>
                          <a:pt x="264" y="204"/>
                          <a:pt x="270" y="186"/>
                          <a:pt x="270" y="167"/>
                        </a:cubicBezTo>
                        <a:lnTo>
                          <a:pt x="270" y="167"/>
                        </a:lnTo>
                        <a:lnTo>
                          <a:pt x="270" y="167"/>
                        </a:lnTo>
                        <a:cubicBezTo>
                          <a:pt x="270" y="163"/>
                          <a:pt x="270" y="159"/>
                          <a:pt x="269" y="155"/>
                        </a:cubicBezTo>
                        <a:lnTo>
                          <a:pt x="269" y="155"/>
                        </a:lnTo>
                        <a:cubicBezTo>
                          <a:pt x="268" y="141"/>
                          <a:pt x="263" y="127"/>
                          <a:pt x="256" y="114"/>
                        </a:cubicBezTo>
                        <a:cubicBezTo>
                          <a:pt x="247" y="99"/>
                          <a:pt x="233" y="85"/>
                          <a:pt x="218" y="76"/>
                        </a:cubicBezTo>
                        <a:cubicBezTo>
                          <a:pt x="202" y="67"/>
                          <a:pt x="183" y="62"/>
                          <a:pt x="165" y="62"/>
                        </a:cubicBezTo>
                        <a:cubicBezTo>
                          <a:pt x="146" y="62"/>
                          <a:pt x="129" y="67"/>
                          <a:pt x="113" y="76"/>
                        </a:cubicBezTo>
                        <a:cubicBezTo>
                          <a:pt x="97" y="85"/>
                          <a:pt x="83" y="99"/>
                          <a:pt x="75" y="114"/>
                        </a:cubicBezTo>
                        <a:cubicBezTo>
                          <a:pt x="67" y="127"/>
                          <a:pt x="63" y="141"/>
                          <a:pt x="61" y="155"/>
                        </a:cubicBezTo>
                        <a:lnTo>
                          <a:pt x="0" y="155"/>
                        </a:lnTo>
                        <a:lnTo>
                          <a:pt x="0" y="155"/>
                        </a:lnTo>
                        <a:cubicBezTo>
                          <a:pt x="2" y="130"/>
                          <a:pt x="9" y="106"/>
                          <a:pt x="22" y="83"/>
                        </a:cubicBezTo>
                        <a:cubicBezTo>
                          <a:pt x="36" y="59"/>
                          <a:pt x="56" y="37"/>
                          <a:pt x="82" y="22"/>
                        </a:cubicBezTo>
                        <a:cubicBezTo>
                          <a:pt x="107" y="8"/>
                          <a:pt x="136" y="0"/>
                          <a:pt x="165" y="0"/>
                        </a:cubicBezTo>
                        <a:cubicBezTo>
                          <a:pt x="194" y="0"/>
                          <a:pt x="223" y="8"/>
                          <a:pt x="248" y="22"/>
                        </a:cubicBezTo>
                        <a:cubicBezTo>
                          <a:pt x="273" y="37"/>
                          <a:pt x="294" y="58"/>
                          <a:pt x="309" y="83"/>
                        </a:cubicBezTo>
                        <a:cubicBezTo>
                          <a:pt x="321" y="105"/>
                          <a:pt x="329" y="130"/>
                          <a:pt x="331" y="155"/>
                        </a:cubicBezTo>
                        <a:cubicBezTo>
                          <a:pt x="331" y="159"/>
                          <a:pt x="331" y="163"/>
                          <a:pt x="331" y="16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9" name="Google Shape;1649;p30"/>
                  <p:cNvSpPr/>
                  <p:nvPr/>
                </p:nvSpPr>
                <p:spPr>
                  <a:xfrm>
                    <a:off x="4166865" y="3841461"/>
                    <a:ext cx="129878" cy="130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334" extrusionOk="0">
                        <a:moveTo>
                          <a:pt x="331" y="167"/>
                        </a:moveTo>
                        <a:lnTo>
                          <a:pt x="331" y="167"/>
                        </a:lnTo>
                        <a:cubicBezTo>
                          <a:pt x="331" y="196"/>
                          <a:pt x="323" y="226"/>
                          <a:pt x="309" y="250"/>
                        </a:cubicBezTo>
                        <a:cubicBezTo>
                          <a:pt x="294" y="276"/>
                          <a:pt x="273" y="297"/>
                          <a:pt x="248" y="311"/>
                        </a:cubicBezTo>
                        <a:cubicBezTo>
                          <a:pt x="223" y="326"/>
                          <a:pt x="194" y="333"/>
                          <a:pt x="165" y="333"/>
                        </a:cubicBezTo>
                        <a:lnTo>
                          <a:pt x="165" y="333"/>
                        </a:lnTo>
                        <a:cubicBezTo>
                          <a:pt x="160" y="333"/>
                          <a:pt x="155" y="332"/>
                          <a:pt x="151" y="329"/>
                        </a:cubicBezTo>
                        <a:cubicBezTo>
                          <a:pt x="146" y="327"/>
                          <a:pt x="142" y="322"/>
                          <a:pt x="140" y="317"/>
                        </a:cubicBezTo>
                        <a:cubicBezTo>
                          <a:pt x="137" y="313"/>
                          <a:pt x="136" y="308"/>
                          <a:pt x="136" y="302"/>
                        </a:cubicBezTo>
                        <a:cubicBezTo>
                          <a:pt x="136" y="297"/>
                          <a:pt x="137" y="292"/>
                          <a:pt x="140" y="287"/>
                        </a:cubicBezTo>
                        <a:cubicBezTo>
                          <a:pt x="142" y="282"/>
                          <a:pt x="146" y="279"/>
                          <a:pt x="151" y="276"/>
                        </a:cubicBezTo>
                        <a:cubicBezTo>
                          <a:pt x="155" y="274"/>
                          <a:pt x="160" y="272"/>
                          <a:pt x="165" y="272"/>
                        </a:cubicBezTo>
                        <a:lnTo>
                          <a:pt x="165" y="272"/>
                        </a:lnTo>
                        <a:lnTo>
                          <a:pt x="166" y="272"/>
                        </a:lnTo>
                        <a:cubicBezTo>
                          <a:pt x="177" y="272"/>
                          <a:pt x="188" y="270"/>
                          <a:pt x="199" y="266"/>
                        </a:cubicBezTo>
                        <a:lnTo>
                          <a:pt x="199" y="266"/>
                        </a:lnTo>
                        <a:cubicBezTo>
                          <a:pt x="205" y="264"/>
                          <a:pt x="211" y="261"/>
                          <a:pt x="217" y="257"/>
                        </a:cubicBezTo>
                        <a:cubicBezTo>
                          <a:pt x="232" y="248"/>
                          <a:pt x="246" y="236"/>
                          <a:pt x="256" y="219"/>
                        </a:cubicBezTo>
                        <a:cubicBezTo>
                          <a:pt x="265" y="204"/>
                          <a:pt x="270" y="185"/>
                          <a:pt x="270" y="167"/>
                        </a:cubicBezTo>
                        <a:lnTo>
                          <a:pt x="270" y="167"/>
                        </a:lnTo>
                        <a:lnTo>
                          <a:pt x="270" y="166"/>
                        </a:lnTo>
                        <a:cubicBezTo>
                          <a:pt x="270" y="163"/>
                          <a:pt x="269" y="159"/>
                          <a:pt x="269" y="155"/>
                        </a:cubicBezTo>
                        <a:lnTo>
                          <a:pt x="269" y="155"/>
                        </a:lnTo>
                        <a:cubicBezTo>
                          <a:pt x="267" y="141"/>
                          <a:pt x="263" y="127"/>
                          <a:pt x="256" y="115"/>
                        </a:cubicBezTo>
                        <a:cubicBezTo>
                          <a:pt x="246" y="99"/>
                          <a:pt x="233" y="87"/>
                          <a:pt x="217" y="77"/>
                        </a:cubicBezTo>
                        <a:cubicBezTo>
                          <a:pt x="201" y="68"/>
                          <a:pt x="183" y="63"/>
                          <a:pt x="165" y="63"/>
                        </a:cubicBezTo>
                        <a:cubicBezTo>
                          <a:pt x="147" y="63"/>
                          <a:pt x="129" y="68"/>
                          <a:pt x="113" y="77"/>
                        </a:cubicBezTo>
                        <a:cubicBezTo>
                          <a:pt x="97" y="87"/>
                          <a:pt x="83" y="99"/>
                          <a:pt x="74" y="115"/>
                        </a:cubicBezTo>
                        <a:cubicBezTo>
                          <a:pt x="66" y="127"/>
                          <a:pt x="63" y="141"/>
                          <a:pt x="61" y="155"/>
                        </a:cubicBezTo>
                        <a:lnTo>
                          <a:pt x="0" y="155"/>
                        </a:lnTo>
                        <a:lnTo>
                          <a:pt x="0" y="155"/>
                        </a:lnTo>
                        <a:cubicBezTo>
                          <a:pt x="1" y="130"/>
                          <a:pt x="9" y="106"/>
                          <a:pt x="22" y="83"/>
                        </a:cubicBezTo>
                        <a:cubicBezTo>
                          <a:pt x="36" y="59"/>
                          <a:pt x="57" y="37"/>
                          <a:pt x="82" y="22"/>
                        </a:cubicBezTo>
                        <a:cubicBezTo>
                          <a:pt x="107" y="8"/>
                          <a:pt x="136" y="0"/>
                          <a:pt x="165" y="0"/>
                        </a:cubicBezTo>
                        <a:cubicBezTo>
                          <a:pt x="194" y="0"/>
                          <a:pt x="223" y="8"/>
                          <a:pt x="248" y="22"/>
                        </a:cubicBezTo>
                        <a:cubicBezTo>
                          <a:pt x="273" y="37"/>
                          <a:pt x="294" y="58"/>
                          <a:pt x="309" y="83"/>
                        </a:cubicBezTo>
                        <a:cubicBezTo>
                          <a:pt x="321" y="105"/>
                          <a:pt x="329" y="130"/>
                          <a:pt x="330" y="155"/>
                        </a:cubicBezTo>
                        <a:cubicBezTo>
                          <a:pt x="330" y="159"/>
                          <a:pt x="331" y="163"/>
                          <a:pt x="331" y="16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0" name="Google Shape;1650;p30"/>
                  <p:cNvSpPr/>
                  <p:nvPr/>
                </p:nvSpPr>
                <p:spPr>
                  <a:xfrm>
                    <a:off x="4193858" y="3931438"/>
                    <a:ext cx="52030" cy="54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" h="140" extrusionOk="0">
                        <a:moveTo>
                          <a:pt x="132" y="99"/>
                        </a:moveTo>
                        <a:lnTo>
                          <a:pt x="132" y="99"/>
                        </a:lnTo>
                        <a:cubicBezTo>
                          <a:pt x="131" y="100"/>
                          <a:pt x="130" y="102"/>
                          <a:pt x="129" y="104"/>
                        </a:cubicBezTo>
                        <a:cubicBezTo>
                          <a:pt x="123" y="115"/>
                          <a:pt x="114" y="123"/>
                          <a:pt x="104" y="129"/>
                        </a:cubicBezTo>
                        <a:cubicBezTo>
                          <a:pt x="93" y="135"/>
                          <a:pt x="82" y="139"/>
                          <a:pt x="70" y="139"/>
                        </a:cubicBezTo>
                        <a:cubicBezTo>
                          <a:pt x="57" y="139"/>
                          <a:pt x="45" y="135"/>
                          <a:pt x="35" y="129"/>
                        </a:cubicBezTo>
                        <a:cubicBezTo>
                          <a:pt x="24" y="123"/>
                          <a:pt x="16" y="115"/>
                          <a:pt x="10" y="104"/>
                        </a:cubicBezTo>
                        <a:cubicBezTo>
                          <a:pt x="4" y="93"/>
                          <a:pt x="0" y="82"/>
                          <a:pt x="0" y="69"/>
                        </a:cubicBezTo>
                        <a:cubicBezTo>
                          <a:pt x="0" y="57"/>
                          <a:pt x="4" y="46"/>
                          <a:pt x="10" y="35"/>
                        </a:cubicBezTo>
                        <a:cubicBezTo>
                          <a:pt x="16" y="25"/>
                          <a:pt x="24" y="16"/>
                          <a:pt x="35" y="10"/>
                        </a:cubicBezTo>
                        <a:cubicBezTo>
                          <a:pt x="45" y="4"/>
                          <a:pt x="57" y="0"/>
                          <a:pt x="70" y="0"/>
                        </a:cubicBezTo>
                        <a:cubicBezTo>
                          <a:pt x="82" y="0"/>
                          <a:pt x="93" y="4"/>
                          <a:pt x="104" y="10"/>
                        </a:cubicBezTo>
                        <a:cubicBezTo>
                          <a:pt x="114" y="16"/>
                          <a:pt x="123" y="24"/>
                          <a:pt x="129" y="35"/>
                        </a:cubicBezTo>
                        <a:cubicBezTo>
                          <a:pt x="130" y="35"/>
                          <a:pt x="130" y="35"/>
                          <a:pt x="130" y="36"/>
                        </a:cubicBezTo>
                        <a:lnTo>
                          <a:pt x="130" y="36"/>
                        </a:lnTo>
                        <a:cubicBezTo>
                          <a:pt x="119" y="40"/>
                          <a:pt x="108" y="42"/>
                          <a:pt x="96" y="42"/>
                        </a:cubicBezTo>
                        <a:lnTo>
                          <a:pt x="96" y="42"/>
                        </a:lnTo>
                        <a:lnTo>
                          <a:pt x="96" y="42"/>
                        </a:lnTo>
                        <a:cubicBezTo>
                          <a:pt x="91" y="42"/>
                          <a:pt x="86" y="44"/>
                          <a:pt x="82" y="46"/>
                        </a:cubicBezTo>
                        <a:cubicBezTo>
                          <a:pt x="77" y="49"/>
                          <a:pt x="72" y="52"/>
                          <a:pt x="70" y="57"/>
                        </a:cubicBezTo>
                        <a:cubicBezTo>
                          <a:pt x="67" y="62"/>
                          <a:pt x="66" y="67"/>
                          <a:pt x="66" y="72"/>
                        </a:cubicBezTo>
                        <a:cubicBezTo>
                          <a:pt x="66" y="78"/>
                          <a:pt x="67" y="83"/>
                          <a:pt x="70" y="87"/>
                        </a:cubicBezTo>
                        <a:cubicBezTo>
                          <a:pt x="72" y="92"/>
                          <a:pt x="77" y="97"/>
                          <a:pt x="82" y="99"/>
                        </a:cubicBezTo>
                        <a:cubicBezTo>
                          <a:pt x="86" y="102"/>
                          <a:pt x="91" y="103"/>
                          <a:pt x="96" y="103"/>
                        </a:cubicBezTo>
                        <a:lnTo>
                          <a:pt x="96" y="103"/>
                        </a:lnTo>
                        <a:lnTo>
                          <a:pt x="96" y="103"/>
                        </a:lnTo>
                        <a:cubicBezTo>
                          <a:pt x="108" y="103"/>
                          <a:pt x="120" y="101"/>
                          <a:pt x="132" y="9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1" name="Google Shape;1651;p30"/>
                  <p:cNvSpPr/>
                  <p:nvPr/>
                </p:nvSpPr>
                <p:spPr>
                  <a:xfrm>
                    <a:off x="3394635" y="4010461"/>
                    <a:ext cx="984650" cy="604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7" h="1545" extrusionOk="0">
                        <a:moveTo>
                          <a:pt x="2509" y="1544"/>
                        </a:moveTo>
                        <a:lnTo>
                          <a:pt x="8" y="1544"/>
                        </a:lnTo>
                        <a:lnTo>
                          <a:pt x="8" y="1544"/>
                        </a:lnTo>
                        <a:lnTo>
                          <a:pt x="8" y="1544"/>
                        </a:lnTo>
                        <a:cubicBezTo>
                          <a:pt x="6" y="1544"/>
                          <a:pt x="5" y="1544"/>
                          <a:pt x="4" y="1543"/>
                        </a:cubicBezTo>
                        <a:cubicBezTo>
                          <a:pt x="3" y="1543"/>
                          <a:pt x="1" y="1542"/>
                          <a:pt x="1" y="1540"/>
                        </a:cubicBezTo>
                        <a:cubicBezTo>
                          <a:pt x="0" y="1539"/>
                          <a:pt x="0" y="1538"/>
                          <a:pt x="0" y="1537"/>
                        </a:cubicBezTo>
                        <a:lnTo>
                          <a:pt x="0" y="153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3"/>
                        </a:cubicBezTo>
                        <a:cubicBezTo>
                          <a:pt x="1" y="2"/>
                          <a:pt x="3" y="2"/>
                          <a:pt x="4" y="1"/>
                        </a:cubicBezTo>
                        <a:cubicBezTo>
                          <a:pt x="5" y="1"/>
                          <a:pt x="6" y="0"/>
                          <a:pt x="8" y="0"/>
                        </a:cubicBezTo>
                        <a:lnTo>
                          <a:pt x="2509" y="0"/>
                        </a:lnTo>
                        <a:lnTo>
                          <a:pt x="2509" y="0"/>
                        </a:lnTo>
                        <a:cubicBezTo>
                          <a:pt x="2510" y="0"/>
                          <a:pt x="2511" y="1"/>
                          <a:pt x="2513" y="1"/>
                        </a:cubicBezTo>
                        <a:cubicBezTo>
                          <a:pt x="2514" y="2"/>
                          <a:pt x="2514" y="2"/>
                          <a:pt x="2515" y="3"/>
                        </a:cubicBezTo>
                        <a:cubicBezTo>
                          <a:pt x="2515" y="5"/>
                          <a:pt x="2516" y="6"/>
                          <a:pt x="2516" y="7"/>
                        </a:cubicBezTo>
                        <a:lnTo>
                          <a:pt x="2516" y="1537"/>
                        </a:lnTo>
                        <a:lnTo>
                          <a:pt x="2516" y="1537"/>
                        </a:lnTo>
                        <a:cubicBezTo>
                          <a:pt x="2516" y="1538"/>
                          <a:pt x="2515" y="1539"/>
                          <a:pt x="2515" y="1540"/>
                        </a:cubicBezTo>
                        <a:cubicBezTo>
                          <a:pt x="2514" y="1542"/>
                          <a:pt x="2514" y="1543"/>
                          <a:pt x="2513" y="1543"/>
                        </a:cubicBezTo>
                        <a:cubicBezTo>
                          <a:pt x="2512" y="1544"/>
                          <a:pt x="2510" y="1544"/>
                          <a:pt x="2509" y="1544"/>
                        </a:cubicBezTo>
                        <a:moveTo>
                          <a:pt x="15" y="1529"/>
                        </a:moveTo>
                        <a:lnTo>
                          <a:pt x="2502" y="1529"/>
                        </a:lnTo>
                        <a:lnTo>
                          <a:pt x="2502" y="14"/>
                        </a:lnTo>
                        <a:lnTo>
                          <a:pt x="15" y="14"/>
                        </a:lnTo>
                        <a:lnTo>
                          <a:pt x="15" y="152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2" name="Google Shape;1652;p30"/>
                  <p:cNvSpPr/>
                  <p:nvPr/>
                </p:nvSpPr>
                <p:spPr>
                  <a:xfrm>
                    <a:off x="3449794" y="3839114"/>
                    <a:ext cx="135746" cy="135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7" h="347" extrusionOk="0">
                        <a:moveTo>
                          <a:pt x="172" y="346"/>
                        </a:moveTo>
                        <a:lnTo>
                          <a:pt x="172" y="346"/>
                        </a:lnTo>
                        <a:lnTo>
                          <a:pt x="171" y="346"/>
                        </a:lnTo>
                        <a:cubicBezTo>
                          <a:pt x="164" y="346"/>
                          <a:pt x="158" y="344"/>
                          <a:pt x="152" y="341"/>
                        </a:cubicBezTo>
                        <a:cubicBezTo>
                          <a:pt x="146" y="338"/>
                          <a:pt x="141" y="333"/>
                          <a:pt x="138" y="327"/>
                        </a:cubicBezTo>
                        <a:cubicBezTo>
                          <a:pt x="135" y="321"/>
                          <a:pt x="133" y="315"/>
                          <a:pt x="133" y="308"/>
                        </a:cubicBezTo>
                        <a:cubicBezTo>
                          <a:pt x="133" y="302"/>
                          <a:pt x="135" y="295"/>
                          <a:pt x="138" y="289"/>
                        </a:cubicBezTo>
                        <a:cubicBezTo>
                          <a:pt x="141" y="283"/>
                          <a:pt x="146" y="279"/>
                          <a:pt x="152" y="275"/>
                        </a:cubicBezTo>
                        <a:cubicBezTo>
                          <a:pt x="158" y="272"/>
                          <a:pt x="164" y="270"/>
                          <a:pt x="171" y="270"/>
                        </a:cubicBezTo>
                        <a:lnTo>
                          <a:pt x="172" y="270"/>
                        </a:lnTo>
                        <a:lnTo>
                          <a:pt x="172" y="270"/>
                        </a:lnTo>
                        <a:lnTo>
                          <a:pt x="172" y="270"/>
                        </a:lnTo>
                        <a:cubicBezTo>
                          <a:pt x="184" y="270"/>
                          <a:pt x="196" y="268"/>
                          <a:pt x="207" y="264"/>
                        </a:cubicBezTo>
                        <a:lnTo>
                          <a:pt x="207" y="264"/>
                        </a:lnTo>
                        <a:cubicBezTo>
                          <a:pt x="212" y="262"/>
                          <a:pt x="216" y="260"/>
                          <a:pt x="221" y="257"/>
                        </a:cubicBezTo>
                        <a:cubicBezTo>
                          <a:pt x="235" y="249"/>
                          <a:pt x="247" y="236"/>
                          <a:pt x="256" y="221"/>
                        </a:cubicBezTo>
                        <a:cubicBezTo>
                          <a:pt x="264" y="207"/>
                          <a:pt x="269" y="190"/>
                          <a:pt x="269" y="173"/>
                        </a:cubicBezTo>
                        <a:lnTo>
                          <a:pt x="269" y="173"/>
                        </a:lnTo>
                        <a:lnTo>
                          <a:pt x="269" y="172"/>
                        </a:lnTo>
                        <a:cubicBezTo>
                          <a:pt x="269" y="169"/>
                          <a:pt x="269" y="165"/>
                          <a:pt x="269" y="162"/>
                        </a:cubicBezTo>
                        <a:lnTo>
                          <a:pt x="269" y="162"/>
                        </a:lnTo>
                        <a:cubicBezTo>
                          <a:pt x="267" y="149"/>
                          <a:pt x="263" y="136"/>
                          <a:pt x="256" y="124"/>
                        </a:cubicBezTo>
                        <a:cubicBezTo>
                          <a:pt x="248" y="110"/>
                          <a:pt x="236" y="98"/>
                          <a:pt x="221" y="89"/>
                        </a:cubicBezTo>
                        <a:cubicBezTo>
                          <a:pt x="206" y="81"/>
                          <a:pt x="189" y="76"/>
                          <a:pt x="172" y="76"/>
                        </a:cubicBezTo>
                        <a:cubicBezTo>
                          <a:pt x="155" y="76"/>
                          <a:pt x="138" y="81"/>
                          <a:pt x="124" y="89"/>
                        </a:cubicBezTo>
                        <a:cubicBezTo>
                          <a:pt x="109" y="98"/>
                          <a:pt x="96" y="110"/>
                          <a:pt x="88" y="124"/>
                        </a:cubicBezTo>
                        <a:cubicBezTo>
                          <a:pt x="80" y="136"/>
                          <a:pt x="77" y="149"/>
                          <a:pt x="76" y="162"/>
                        </a:cubicBezTo>
                        <a:lnTo>
                          <a:pt x="76" y="162"/>
                        </a:lnTo>
                        <a:cubicBezTo>
                          <a:pt x="76" y="163"/>
                          <a:pt x="75" y="164"/>
                          <a:pt x="75" y="165"/>
                        </a:cubicBezTo>
                        <a:cubicBezTo>
                          <a:pt x="74" y="167"/>
                          <a:pt x="73" y="167"/>
                          <a:pt x="72" y="167"/>
                        </a:cubicBezTo>
                        <a:cubicBezTo>
                          <a:pt x="70" y="168"/>
                          <a:pt x="70" y="168"/>
                          <a:pt x="68" y="168"/>
                        </a:cubicBezTo>
                        <a:lnTo>
                          <a:pt x="47" y="168"/>
                        </a:lnTo>
                        <a:lnTo>
                          <a:pt x="47" y="168"/>
                        </a:lnTo>
                        <a:lnTo>
                          <a:pt x="46" y="168"/>
                        </a:lnTo>
                        <a:cubicBezTo>
                          <a:pt x="34" y="168"/>
                          <a:pt x="21" y="170"/>
                          <a:pt x="9" y="173"/>
                        </a:cubicBezTo>
                        <a:lnTo>
                          <a:pt x="9" y="173"/>
                        </a:lnTo>
                        <a:cubicBezTo>
                          <a:pt x="8" y="173"/>
                          <a:pt x="7" y="173"/>
                          <a:pt x="7" y="173"/>
                        </a:cubicBezTo>
                        <a:cubicBezTo>
                          <a:pt x="6" y="173"/>
                          <a:pt x="4" y="173"/>
                          <a:pt x="3" y="172"/>
                        </a:cubicBezTo>
                        <a:cubicBezTo>
                          <a:pt x="2" y="171"/>
                          <a:pt x="1" y="170"/>
                          <a:pt x="1" y="169"/>
                        </a:cubicBezTo>
                        <a:cubicBezTo>
                          <a:pt x="0" y="168"/>
                          <a:pt x="0" y="167"/>
                          <a:pt x="0" y="166"/>
                        </a:cubicBezTo>
                        <a:cubicBezTo>
                          <a:pt x="0" y="165"/>
                          <a:pt x="0" y="165"/>
                          <a:pt x="0" y="165"/>
                        </a:cubicBezTo>
                        <a:lnTo>
                          <a:pt x="0" y="165"/>
                        </a:lnTo>
                        <a:cubicBezTo>
                          <a:pt x="1" y="137"/>
                          <a:pt x="9" y="110"/>
                          <a:pt x="23" y="86"/>
                        </a:cubicBezTo>
                        <a:cubicBezTo>
                          <a:pt x="38" y="60"/>
                          <a:pt x="60" y="38"/>
                          <a:pt x="86" y="23"/>
                        </a:cubicBezTo>
                        <a:cubicBezTo>
                          <a:pt x="112" y="8"/>
                          <a:pt x="141" y="0"/>
                          <a:pt x="172" y="0"/>
                        </a:cubicBezTo>
                        <a:cubicBezTo>
                          <a:pt x="202" y="0"/>
                          <a:pt x="233" y="8"/>
                          <a:pt x="259" y="23"/>
                        </a:cubicBezTo>
                        <a:cubicBezTo>
                          <a:pt x="285" y="38"/>
                          <a:pt x="307" y="60"/>
                          <a:pt x="322" y="86"/>
                        </a:cubicBezTo>
                        <a:cubicBezTo>
                          <a:pt x="335" y="109"/>
                          <a:pt x="343" y="134"/>
                          <a:pt x="345" y="160"/>
                        </a:cubicBezTo>
                        <a:cubicBezTo>
                          <a:pt x="345" y="164"/>
                          <a:pt x="346" y="169"/>
                          <a:pt x="346" y="173"/>
                        </a:cubicBezTo>
                        <a:lnTo>
                          <a:pt x="346" y="173"/>
                        </a:lnTo>
                        <a:lnTo>
                          <a:pt x="346" y="173"/>
                        </a:lnTo>
                        <a:cubicBezTo>
                          <a:pt x="346" y="204"/>
                          <a:pt x="337" y="234"/>
                          <a:pt x="322" y="260"/>
                        </a:cubicBezTo>
                        <a:cubicBezTo>
                          <a:pt x="306" y="287"/>
                          <a:pt x="285" y="308"/>
                          <a:pt x="259" y="323"/>
                        </a:cubicBezTo>
                        <a:cubicBezTo>
                          <a:pt x="245" y="331"/>
                          <a:pt x="231" y="337"/>
                          <a:pt x="215" y="341"/>
                        </a:cubicBezTo>
                        <a:lnTo>
                          <a:pt x="215" y="341"/>
                        </a:lnTo>
                        <a:cubicBezTo>
                          <a:pt x="201" y="344"/>
                          <a:pt x="187" y="346"/>
                          <a:pt x="172" y="346"/>
                        </a:cubicBezTo>
                        <a:moveTo>
                          <a:pt x="172" y="61"/>
                        </a:moveTo>
                        <a:lnTo>
                          <a:pt x="172" y="61"/>
                        </a:lnTo>
                        <a:cubicBezTo>
                          <a:pt x="192" y="61"/>
                          <a:pt x="211" y="66"/>
                          <a:pt x="228" y="76"/>
                        </a:cubicBezTo>
                        <a:cubicBezTo>
                          <a:pt x="245" y="86"/>
                          <a:pt x="259" y="100"/>
                          <a:pt x="269" y="117"/>
                        </a:cubicBezTo>
                        <a:cubicBezTo>
                          <a:pt x="277" y="130"/>
                          <a:pt x="281" y="145"/>
                          <a:pt x="283" y="160"/>
                        </a:cubicBezTo>
                        <a:lnTo>
                          <a:pt x="283" y="160"/>
                        </a:lnTo>
                        <a:cubicBezTo>
                          <a:pt x="284" y="164"/>
                          <a:pt x="284" y="168"/>
                          <a:pt x="284" y="172"/>
                        </a:cubicBezTo>
                        <a:cubicBezTo>
                          <a:pt x="284" y="173"/>
                          <a:pt x="284" y="173"/>
                          <a:pt x="284" y="173"/>
                        </a:cubicBezTo>
                        <a:lnTo>
                          <a:pt x="284" y="173"/>
                        </a:lnTo>
                        <a:cubicBezTo>
                          <a:pt x="284" y="193"/>
                          <a:pt x="279" y="212"/>
                          <a:pt x="269" y="229"/>
                        </a:cubicBezTo>
                        <a:cubicBezTo>
                          <a:pt x="259" y="246"/>
                          <a:pt x="245" y="260"/>
                          <a:pt x="228" y="270"/>
                        </a:cubicBezTo>
                        <a:cubicBezTo>
                          <a:pt x="223" y="273"/>
                          <a:pt x="218" y="275"/>
                          <a:pt x="212" y="277"/>
                        </a:cubicBezTo>
                        <a:lnTo>
                          <a:pt x="212" y="277"/>
                        </a:lnTo>
                        <a:cubicBezTo>
                          <a:pt x="200" y="282"/>
                          <a:pt x="186" y="285"/>
                          <a:pt x="173" y="285"/>
                        </a:cubicBezTo>
                        <a:cubicBezTo>
                          <a:pt x="172" y="285"/>
                          <a:pt x="172" y="285"/>
                          <a:pt x="172" y="285"/>
                        </a:cubicBezTo>
                        <a:lnTo>
                          <a:pt x="172" y="285"/>
                        </a:lnTo>
                        <a:cubicBezTo>
                          <a:pt x="168" y="285"/>
                          <a:pt x="164" y="286"/>
                          <a:pt x="161" y="288"/>
                        </a:cubicBezTo>
                        <a:cubicBezTo>
                          <a:pt x="157" y="290"/>
                          <a:pt x="154" y="294"/>
                          <a:pt x="152" y="297"/>
                        </a:cubicBezTo>
                        <a:cubicBezTo>
                          <a:pt x="150" y="301"/>
                          <a:pt x="149" y="304"/>
                          <a:pt x="149" y="308"/>
                        </a:cubicBezTo>
                        <a:cubicBezTo>
                          <a:pt x="149" y="312"/>
                          <a:pt x="150" y="317"/>
                          <a:pt x="152" y="320"/>
                        </a:cubicBezTo>
                        <a:cubicBezTo>
                          <a:pt x="154" y="324"/>
                          <a:pt x="157" y="326"/>
                          <a:pt x="161" y="328"/>
                        </a:cubicBezTo>
                        <a:cubicBezTo>
                          <a:pt x="164" y="330"/>
                          <a:pt x="168" y="332"/>
                          <a:pt x="172" y="332"/>
                        </a:cubicBezTo>
                        <a:lnTo>
                          <a:pt x="172" y="332"/>
                        </a:lnTo>
                        <a:cubicBezTo>
                          <a:pt x="185" y="332"/>
                          <a:pt x="199" y="330"/>
                          <a:pt x="211" y="327"/>
                        </a:cubicBezTo>
                        <a:lnTo>
                          <a:pt x="211" y="327"/>
                        </a:lnTo>
                        <a:cubicBezTo>
                          <a:pt x="225" y="323"/>
                          <a:pt x="238" y="317"/>
                          <a:pt x="251" y="310"/>
                        </a:cubicBezTo>
                        <a:cubicBezTo>
                          <a:pt x="275" y="296"/>
                          <a:pt x="295" y="277"/>
                          <a:pt x="309" y="252"/>
                        </a:cubicBezTo>
                        <a:cubicBezTo>
                          <a:pt x="322" y="228"/>
                          <a:pt x="331" y="201"/>
                          <a:pt x="331" y="173"/>
                        </a:cubicBezTo>
                        <a:lnTo>
                          <a:pt x="331" y="173"/>
                        </a:lnTo>
                        <a:cubicBezTo>
                          <a:pt x="331" y="169"/>
                          <a:pt x="331" y="165"/>
                          <a:pt x="330" y="162"/>
                        </a:cubicBezTo>
                        <a:lnTo>
                          <a:pt x="330" y="162"/>
                        </a:lnTo>
                        <a:cubicBezTo>
                          <a:pt x="328" y="138"/>
                          <a:pt x="321" y="115"/>
                          <a:pt x="309" y="94"/>
                        </a:cubicBezTo>
                        <a:cubicBezTo>
                          <a:pt x="295" y="70"/>
                          <a:pt x="275" y="50"/>
                          <a:pt x="251" y="36"/>
                        </a:cubicBezTo>
                        <a:cubicBezTo>
                          <a:pt x="227" y="22"/>
                          <a:pt x="200" y="15"/>
                          <a:pt x="172" y="15"/>
                        </a:cubicBezTo>
                        <a:cubicBezTo>
                          <a:pt x="144" y="15"/>
                          <a:pt x="117" y="22"/>
                          <a:pt x="93" y="36"/>
                        </a:cubicBezTo>
                        <a:cubicBezTo>
                          <a:pt x="69" y="50"/>
                          <a:pt x="49" y="70"/>
                          <a:pt x="35" y="94"/>
                        </a:cubicBezTo>
                        <a:cubicBezTo>
                          <a:pt x="24" y="113"/>
                          <a:pt x="17" y="135"/>
                          <a:pt x="15" y="157"/>
                        </a:cubicBezTo>
                        <a:lnTo>
                          <a:pt x="15" y="157"/>
                        </a:lnTo>
                        <a:cubicBezTo>
                          <a:pt x="25" y="155"/>
                          <a:pt x="36" y="154"/>
                          <a:pt x="47" y="154"/>
                        </a:cubicBezTo>
                        <a:lnTo>
                          <a:pt x="62" y="154"/>
                        </a:lnTo>
                        <a:lnTo>
                          <a:pt x="62" y="154"/>
                        </a:lnTo>
                        <a:cubicBezTo>
                          <a:pt x="64" y="141"/>
                          <a:pt x="68" y="128"/>
                          <a:pt x="75" y="117"/>
                        </a:cubicBezTo>
                        <a:cubicBezTo>
                          <a:pt x="84" y="100"/>
                          <a:pt x="99" y="86"/>
                          <a:pt x="116" y="76"/>
                        </a:cubicBezTo>
                        <a:cubicBezTo>
                          <a:pt x="133" y="66"/>
                          <a:pt x="153" y="61"/>
                          <a:pt x="172" y="6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3" name="Google Shape;1653;p30"/>
                  <p:cNvSpPr/>
                  <p:nvPr/>
                </p:nvSpPr>
                <p:spPr>
                  <a:xfrm>
                    <a:off x="3806960" y="3839114"/>
                    <a:ext cx="135355" cy="135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6" h="347" extrusionOk="0">
                        <a:moveTo>
                          <a:pt x="172" y="346"/>
                        </a:moveTo>
                        <a:lnTo>
                          <a:pt x="172" y="346"/>
                        </a:lnTo>
                        <a:lnTo>
                          <a:pt x="171" y="346"/>
                        </a:lnTo>
                        <a:cubicBezTo>
                          <a:pt x="164" y="346"/>
                          <a:pt x="158" y="344"/>
                          <a:pt x="152" y="341"/>
                        </a:cubicBezTo>
                        <a:cubicBezTo>
                          <a:pt x="146" y="338"/>
                          <a:pt x="141" y="333"/>
                          <a:pt x="138" y="327"/>
                        </a:cubicBezTo>
                        <a:cubicBezTo>
                          <a:pt x="135" y="321"/>
                          <a:pt x="133" y="315"/>
                          <a:pt x="133" y="308"/>
                        </a:cubicBezTo>
                        <a:cubicBezTo>
                          <a:pt x="133" y="302"/>
                          <a:pt x="135" y="295"/>
                          <a:pt x="138" y="289"/>
                        </a:cubicBezTo>
                        <a:cubicBezTo>
                          <a:pt x="141" y="283"/>
                          <a:pt x="146" y="279"/>
                          <a:pt x="152" y="275"/>
                        </a:cubicBezTo>
                        <a:cubicBezTo>
                          <a:pt x="158" y="272"/>
                          <a:pt x="164" y="270"/>
                          <a:pt x="171" y="270"/>
                        </a:cubicBezTo>
                        <a:lnTo>
                          <a:pt x="172" y="270"/>
                        </a:lnTo>
                        <a:lnTo>
                          <a:pt x="172" y="270"/>
                        </a:lnTo>
                        <a:lnTo>
                          <a:pt x="172" y="270"/>
                        </a:lnTo>
                        <a:cubicBezTo>
                          <a:pt x="184" y="270"/>
                          <a:pt x="196" y="268"/>
                          <a:pt x="207" y="264"/>
                        </a:cubicBezTo>
                        <a:lnTo>
                          <a:pt x="207" y="264"/>
                        </a:lnTo>
                        <a:cubicBezTo>
                          <a:pt x="212" y="262"/>
                          <a:pt x="215" y="260"/>
                          <a:pt x="220" y="257"/>
                        </a:cubicBezTo>
                        <a:cubicBezTo>
                          <a:pt x="234" y="249"/>
                          <a:pt x="247" y="236"/>
                          <a:pt x="256" y="222"/>
                        </a:cubicBezTo>
                        <a:cubicBezTo>
                          <a:pt x="264" y="207"/>
                          <a:pt x="269" y="190"/>
                          <a:pt x="269" y="173"/>
                        </a:cubicBezTo>
                        <a:lnTo>
                          <a:pt x="269" y="173"/>
                        </a:lnTo>
                        <a:lnTo>
                          <a:pt x="269" y="172"/>
                        </a:lnTo>
                        <a:cubicBezTo>
                          <a:pt x="269" y="169"/>
                          <a:pt x="269" y="165"/>
                          <a:pt x="269" y="162"/>
                        </a:cubicBezTo>
                        <a:lnTo>
                          <a:pt x="269" y="162"/>
                        </a:lnTo>
                        <a:cubicBezTo>
                          <a:pt x="267" y="149"/>
                          <a:pt x="262" y="137"/>
                          <a:pt x="256" y="125"/>
                        </a:cubicBezTo>
                        <a:cubicBezTo>
                          <a:pt x="247" y="111"/>
                          <a:pt x="235" y="98"/>
                          <a:pt x="221" y="89"/>
                        </a:cubicBezTo>
                        <a:cubicBezTo>
                          <a:pt x="206" y="81"/>
                          <a:pt x="189" y="76"/>
                          <a:pt x="172" y="76"/>
                        </a:cubicBezTo>
                        <a:cubicBezTo>
                          <a:pt x="155" y="76"/>
                          <a:pt x="137" y="81"/>
                          <a:pt x="123" y="89"/>
                        </a:cubicBezTo>
                        <a:cubicBezTo>
                          <a:pt x="108" y="98"/>
                          <a:pt x="96" y="111"/>
                          <a:pt x="88" y="125"/>
                        </a:cubicBezTo>
                        <a:cubicBezTo>
                          <a:pt x="81" y="137"/>
                          <a:pt x="77" y="149"/>
                          <a:pt x="75" y="162"/>
                        </a:cubicBezTo>
                        <a:lnTo>
                          <a:pt x="75" y="162"/>
                        </a:lnTo>
                        <a:cubicBezTo>
                          <a:pt x="75" y="163"/>
                          <a:pt x="75" y="164"/>
                          <a:pt x="75" y="165"/>
                        </a:cubicBezTo>
                        <a:cubicBezTo>
                          <a:pt x="74" y="167"/>
                          <a:pt x="73" y="167"/>
                          <a:pt x="72" y="167"/>
                        </a:cubicBezTo>
                        <a:cubicBezTo>
                          <a:pt x="70" y="168"/>
                          <a:pt x="70" y="168"/>
                          <a:pt x="68" y="168"/>
                        </a:cubicBezTo>
                        <a:lnTo>
                          <a:pt x="7" y="168"/>
                        </a:lnTo>
                        <a:lnTo>
                          <a:pt x="7" y="168"/>
                        </a:lnTo>
                        <a:cubicBezTo>
                          <a:pt x="6" y="168"/>
                          <a:pt x="4" y="168"/>
                          <a:pt x="3" y="167"/>
                        </a:cubicBezTo>
                        <a:cubicBezTo>
                          <a:pt x="3" y="167"/>
                          <a:pt x="2" y="167"/>
                          <a:pt x="2" y="166"/>
                        </a:cubicBezTo>
                        <a:lnTo>
                          <a:pt x="2" y="166"/>
                        </a:lnTo>
                        <a:cubicBezTo>
                          <a:pt x="1" y="166"/>
                          <a:pt x="1" y="165"/>
                          <a:pt x="1" y="165"/>
                        </a:cubicBezTo>
                        <a:cubicBezTo>
                          <a:pt x="0" y="164"/>
                          <a:pt x="0" y="162"/>
                          <a:pt x="0" y="161"/>
                        </a:cubicBezTo>
                        <a:lnTo>
                          <a:pt x="0" y="161"/>
                        </a:lnTo>
                        <a:lnTo>
                          <a:pt x="0" y="161"/>
                        </a:lnTo>
                        <a:cubicBezTo>
                          <a:pt x="2" y="135"/>
                          <a:pt x="8" y="109"/>
                          <a:pt x="22" y="87"/>
                        </a:cubicBezTo>
                        <a:cubicBezTo>
                          <a:pt x="37" y="61"/>
                          <a:pt x="59" y="39"/>
                          <a:pt x="86" y="23"/>
                        </a:cubicBezTo>
                        <a:cubicBezTo>
                          <a:pt x="112" y="8"/>
                          <a:pt x="141" y="0"/>
                          <a:pt x="172" y="0"/>
                        </a:cubicBezTo>
                        <a:cubicBezTo>
                          <a:pt x="202" y="0"/>
                          <a:pt x="232" y="8"/>
                          <a:pt x="259" y="23"/>
                        </a:cubicBezTo>
                        <a:cubicBezTo>
                          <a:pt x="285" y="39"/>
                          <a:pt x="307" y="61"/>
                          <a:pt x="322" y="87"/>
                        </a:cubicBezTo>
                        <a:cubicBezTo>
                          <a:pt x="335" y="109"/>
                          <a:pt x="343" y="135"/>
                          <a:pt x="345" y="161"/>
                        </a:cubicBezTo>
                        <a:cubicBezTo>
                          <a:pt x="345" y="165"/>
                          <a:pt x="345" y="169"/>
                          <a:pt x="345" y="173"/>
                        </a:cubicBezTo>
                        <a:lnTo>
                          <a:pt x="345" y="173"/>
                        </a:lnTo>
                        <a:cubicBezTo>
                          <a:pt x="345" y="204"/>
                          <a:pt x="337" y="234"/>
                          <a:pt x="322" y="260"/>
                        </a:cubicBezTo>
                        <a:cubicBezTo>
                          <a:pt x="307" y="286"/>
                          <a:pt x="285" y="308"/>
                          <a:pt x="259" y="323"/>
                        </a:cubicBezTo>
                        <a:cubicBezTo>
                          <a:pt x="245" y="331"/>
                          <a:pt x="231" y="337"/>
                          <a:pt x="215" y="341"/>
                        </a:cubicBezTo>
                        <a:lnTo>
                          <a:pt x="215" y="341"/>
                        </a:lnTo>
                        <a:cubicBezTo>
                          <a:pt x="202" y="344"/>
                          <a:pt x="187" y="346"/>
                          <a:pt x="173" y="346"/>
                        </a:cubicBezTo>
                        <a:lnTo>
                          <a:pt x="172" y="346"/>
                        </a:lnTo>
                        <a:moveTo>
                          <a:pt x="172" y="61"/>
                        </a:moveTo>
                        <a:lnTo>
                          <a:pt x="172" y="61"/>
                        </a:lnTo>
                        <a:lnTo>
                          <a:pt x="172" y="61"/>
                        </a:lnTo>
                        <a:cubicBezTo>
                          <a:pt x="192" y="61"/>
                          <a:pt x="211" y="66"/>
                          <a:pt x="228" y="76"/>
                        </a:cubicBezTo>
                        <a:cubicBezTo>
                          <a:pt x="245" y="86"/>
                          <a:pt x="259" y="100"/>
                          <a:pt x="269" y="117"/>
                        </a:cubicBezTo>
                        <a:cubicBezTo>
                          <a:pt x="277" y="130"/>
                          <a:pt x="281" y="145"/>
                          <a:pt x="283" y="160"/>
                        </a:cubicBezTo>
                        <a:lnTo>
                          <a:pt x="283" y="160"/>
                        </a:lnTo>
                        <a:cubicBezTo>
                          <a:pt x="284" y="164"/>
                          <a:pt x="284" y="168"/>
                          <a:pt x="284" y="172"/>
                        </a:cubicBezTo>
                        <a:cubicBezTo>
                          <a:pt x="284" y="173"/>
                          <a:pt x="284" y="173"/>
                          <a:pt x="284" y="173"/>
                        </a:cubicBezTo>
                        <a:lnTo>
                          <a:pt x="284" y="173"/>
                        </a:lnTo>
                        <a:cubicBezTo>
                          <a:pt x="284" y="193"/>
                          <a:pt x="279" y="212"/>
                          <a:pt x="269" y="229"/>
                        </a:cubicBezTo>
                        <a:cubicBezTo>
                          <a:pt x="259" y="246"/>
                          <a:pt x="245" y="260"/>
                          <a:pt x="228" y="270"/>
                        </a:cubicBezTo>
                        <a:cubicBezTo>
                          <a:pt x="223" y="273"/>
                          <a:pt x="218" y="275"/>
                          <a:pt x="213" y="277"/>
                        </a:cubicBezTo>
                        <a:lnTo>
                          <a:pt x="213" y="277"/>
                        </a:lnTo>
                        <a:cubicBezTo>
                          <a:pt x="200" y="282"/>
                          <a:pt x="186" y="285"/>
                          <a:pt x="172" y="285"/>
                        </a:cubicBezTo>
                        <a:lnTo>
                          <a:pt x="172" y="285"/>
                        </a:lnTo>
                        <a:lnTo>
                          <a:pt x="172" y="285"/>
                        </a:lnTo>
                        <a:cubicBezTo>
                          <a:pt x="168" y="285"/>
                          <a:pt x="163" y="286"/>
                          <a:pt x="160" y="288"/>
                        </a:cubicBezTo>
                        <a:cubicBezTo>
                          <a:pt x="156" y="290"/>
                          <a:pt x="154" y="294"/>
                          <a:pt x="152" y="297"/>
                        </a:cubicBezTo>
                        <a:cubicBezTo>
                          <a:pt x="150" y="301"/>
                          <a:pt x="149" y="304"/>
                          <a:pt x="149" y="308"/>
                        </a:cubicBezTo>
                        <a:cubicBezTo>
                          <a:pt x="149" y="312"/>
                          <a:pt x="150" y="317"/>
                          <a:pt x="152" y="320"/>
                        </a:cubicBezTo>
                        <a:cubicBezTo>
                          <a:pt x="154" y="324"/>
                          <a:pt x="156" y="326"/>
                          <a:pt x="160" y="328"/>
                        </a:cubicBezTo>
                        <a:cubicBezTo>
                          <a:pt x="163" y="330"/>
                          <a:pt x="168" y="332"/>
                          <a:pt x="172" y="332"/>
                        </a:cubicBezTo>
                        <a:lnTo>
                          <a:pt x="172" y="332"/>
                        </a:lnTo>
                        <a:lnTo>
                          <a:pt x="172" y="332"/>
                        </a:lnTo>
                        <a:cubicBezTo>
                          <a:pt x="185" y="332"/>
                          <a:pt x="199" y="330"/>
                          <a:pt x="212" y="327"/>
                        </a:cubicBezTo>
                        <a:lnTo>
                          <a:pt x="212" y="327"/>
                        </a:lnTo>
                        <a:cubicBezTo>
                          <a:pt x="225" y="323"/>
                          <a:pt x="238" y="318"/>
                          <a:pt x="251" y="310"/>
                        </a:cubicBezTo>
                        <a:cubicBezTo>
                          <a:pt x="274" y="297"/>
                          <a:pt x="294" y="277"/>
                          <a:pt x="309" y="252"/>
                        </a:cubicBezTo>
                        <a:cubicBezTo>
                          <a:pt x="322" y="228"/>
                          <a:pt x="330" y="201"/>
                          <a:pt x="330" y="173"/>
                        </a:cubicBezTo>
                        <a:lnTo>
                          <a:pt x="330" y="173"/>
                        </a:lnTo>
                        <a:lnTo>
                          <a:pt x="330" y="173"/>
                        </a:lnTo>
                        <a:cubicBezTo>
                          <a:pt x="330" y="169"/>
                          <a:pt x="330" y="165"/>
                          <a:pt x="330" y="162"/>
                        </a:cubicBezTo>
                        <a:lnTo>
                          <a:pt x="330" y="162"/>
                        </a:lnTo>
                        <a:cubicBezTo>
                          <a:pt x="328" y="138"/>
                          <a:pt x="321" y="115"/>
                          <a:pt x="309" y="94"/>
                        </a:cubicBezTo>
                        <a:cubicBezTo>
                          <a:pt x="295" y="70"/>
                          <a:pt x="275" y="50"/>
                          <a:pt x="251" y="36"/>
                        </a:cubicBezTo>
                        <a:cubicBezTo>
                          <a:pt x="227" y="22"/>
                          <a:pt x="200" y="15"/>
                          <a:pt x="172" y="15"/>
                        </a:cubicBezTo>
                        <a:cubicBezTo>
                          <a:pt x="144" y="15"/>
                          <a:pt x="117" y="22"/>
                          <a:pt x="93" y="36"/>
                        </a:cubicBezTo>
                        <a:cubicBezTo>
                          <a:pt x="69" y="50"/>
                          <a:pt x="49" y="71"/>
                          <a:pt x="35" y="94"/>
                        </a:cubicBezTo>
                        <a:cubicBezTo>
                          <a:pt x="24" y="113"/>
                          <a:pt x="17" y="133"/>
                          <a:pt x="15" y="154"/>
                        </a:cubicBezTo>
                        <a:lnTo>
                          <a:pt x="62" y="154"/>
                        </a:lnTo>
                        <a:lnTo>
                          <a:pt x="62" y="154"/>
                        </a:lnTo>
                        <a:cubicBezTo>
                          <a:pt x="64" y="141"/>
                          <a:pt x="68" y="129"/>
                          <a:pt x="75" y="117"/>
                        </a:cubicBezTo>
                        <a:cubicBezTo>
                          <a:pt x="85" y="101"/>
                          <a:pt x="99" y="86"/>
                          <a:pt x="116" y="76"/>
                        </a:cubicBezTo>
                        <a:cubicBezTo>
                          <a:pt x="133" y="66"/>
                          <a:pt x="152" y="61"/>
                          <a:pt x="172" y="6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4" name="Google Shape;1654;p30"/>
                  <p:cNvSpPr/>
                  <p:nvPr/>
                </p:nvSpPr>
                <p:spPr>
                  <a:xfrm>
                    <a:off x="3394635" y="3898968"/>
                    <a:ext cx="984650" cy="117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7" h="300" extrusionOk="0">
                        <a:moveTo>
                          <a:pt x="2509" y="299"/>
                        </a:moveTo>
                        <a:lnTo>
                          <a:pt x="8" y="299"/>
                        </a:lnTo>
                        <a:lnTo>
                          <a:pt x="8" y="299"/>
                        </a:lnTo>
                        <a:lnTo>
                          <a:pt x="8" y="299"/>
                        </a:lnTo>
                        <a:cubicBezTo>
                          <a:pt x="6" y="299"/>
                          <a:pt x="5" y="299"/>
                          <a:pt x="4" y="298"/>
                        </a:cubicBezTo>
                        <a:cubicBezTo>
                          <a:pt x="3" y="298"/>
                          <a:pt x="1" y="297"/>
                          <a:pt x="1" y="296"/>
                        </a:cubicBezTo>
                        <a:cubicBezTo>
                          <a:pt x="0" y="295"/>
                          <a:pt x="0" y="293"/>
                          <a:pt x="0" y="292"/>
                        </a:cubicBezTo>
                        <a:lnTo>
                          <a:pt x="0" y="292"/>
                        </a:lnTo>
                        <a:lnTo>
                          <a:pt x="0" y="188"/>
                        </a:lnTo>
                        <a:lnTo>
                          <a:pt x="0" y="188"/>
                        </a:lnTo>
                        <a:lnTo>
                          <a:pt x="0" y="187"/>
                        </a:lnTo>
                        <a:cubicBezTo>
                          <a:pt x="0" y="155"/>
                          <a:pt x="8" y="122"/>
                          <a:pt x="25" y="94"/>
                        </a:cubicBezTo>
                        <a:cubicBezTo>
                          <a:pt x="41" y="66"/>
                          <a:pt x="65" y="43"/>
                          <a:pt x="94" y="26"/>
                        </a:cubicBezTo>
                        <a:cubicBezTo>
                          <a:pt x="110" y="17"/>
                          <a:pt x="128" y="10"/>
                          <a:pt x="146" y="5"/>
                        </a:cubicBezTo>
                        <a:lnTo>
                          <a:pt x="146" y="5"/>
                        </a:lnTo>
                        <a:cubicBezTo>
                          <a:pt x="160" y="2"/>
                          <a:pt x="174" y="1"/>
                          <a:pt x="188" y="1"/>
                        </a:cubicBezTo>
                        <a:lnTo>
                          <a:pt x="188" y="1"/>
                        </a:lnTo>
                        <a:lnTo>
                          <a:pt x="417" y="1"/>
                        </a:lnTo>
                        <a:lnTo>
                          <a:pt x="417" y="1"/>
                        </a:lnTo>
                        <a:lnTo>
                          <a:pt x="417" y="1"/>
                        </a:lnTo>
                        <a:cubicBezTo>
                          <a:pt x="418" y="1"/>
                          <a:pt x="420" y="2"/>
                          <a:pt x="421" y="2"/>
                        </a:cubicBezTo>
                        <a:cubicBezTo>
                          <a:pt x="422" y="3"/>
                          <a:pt x="422" y="3"/>
                          <a:pt x="423" y="4"/>
                        </a:cubicBezTo>
                        <a:cubicBezTo>
                          <a:pt x="423" y="6"/>
                          <a:pt x="424" y="6"/>
                          <a:pt x="424" y="7"/>
                        </a:cubicBezTo>
                        <a:lnTo>
                          <a:pt x="424" y="7"/>
                        </a:lnTo>
                        <a:cubicBezTo>
                          <a:pt x="425" y="11"/>
                          <a:pt x="425" y="15"/>
                          <a:pt x="425" y="19"/>
                        </a:cubicBezTo>
                        <a:cubicBezTo>
                          <a:pt x="425" y="20"/>
                          <a:pt x="425" y="20"/>
                          <a:pt x="425" y="20"/>
                        </a:cubicBezTo>
                        <a:lnTo>
                          <a:pt x="425" y="20"/>
                        </a:lnTo>
                        <a:cubicBezTo>
                          <a:pt x="425" y="40"/>
                          <a:pt x="420" y="59"/>
                          <a:pt x="410" y="76"/>
                        </a:cubicBezTo>
                        <a:cubicBezTo>
                          <a:pt x="400" y="93"/>
                          <a:pt x="386" y="107"/>
                          <a:pt x="369" y="117"/>
                        </a:cubicBezTo>
                        <a:cubicBezTo>
                          <a:pt x="364" y="120"/>
                          <a:pt x="359" y="122"/>
                          <a:pt x="353" y="124"/>
                        </a:cubicBezTo>
                        <a:lnTo>
                          <a:pt x="353" y="124"/>
                        </a:lnTo>
                        <a:cubicBezTo>
                          <a:pt x="353" y="125"/>
                          <a:pt x="352" y="125"/>
                          <a:pt x="351" y="125"/>
                        </a:cubicBezTo>
                        <a:cubicBezTo>
                          <a:pt x="349" y="125"/>
                          <a:pt x="348" y="125"/>
                          <a:pt x="347" y="124"/>
                        </a:cubicBezTo>
                        <a:cubicBezTo>
                          <a:pt x="345" y="124"/>
                          <a:pt x="345" y="122"/>
                          <a:pt x="344" y="121"/>
                        </a:cubicBezTo>
                        <a:lnTo>
                          <a:pt x="344" y="121"/>
                        </a:lnTo>
                        <a:cubicBezTo>
                          <a:pt x="339" y="112"/>
                          <a:pt x="331" y="104"/>
                          <a:pt x="322" y="99"/>
                        </a:cubicBezTo>
                        <a:cubicBezTo>
                          <a:pt x="313" y="94"/>
                          <a:pt x="302" y="91"/>
                          <a:pt x="291" y="91"/>
                        </a:cubicBezTo>
                        <a:cubicBezTo>
                          <a:pt x="280" y="91"/>
                          <a:pt x="269" y="94"/>
                          <a:pt x="260" y="99"/>
                        </a:cubicBezTo>
                        <a:cubicBezTo>
                          <a:pt x="250" y="104"/>
                          <a:pt x="243" y="113"/>
                          <a:pt x="238" y="122"/>
                        </a:cubicBezTo>
                        <a:cubicBezTo>
                          <a:pt x="232" y="132"/>
                          <a:pt x="229" y="143"/>
                          <a:pt x="229" y="153"/>
                        </a:cubicBezTo>
                        <a:cubicBezTo>
                          <a:pt x="229" y="164"/>
                          <a:pt x="232" y="174"/>
                          <a:pt x="238" y="183"/>
                        </a:cubicBezTo>
                        <a:cubicBezTo>
                          <a:pt x="243" y="193"/>
                          <a:pt x="250" y="201"/>
                          <a:pt x="260" y="206"/>
                        </a:cubicBezTo>
                        <a:cubicBezTo>
                          <a:pt x="269" y="211"/>
                          <a:pt x="280" y="214"/>
                          <a:pt x="291" y="214"/>
                        </a:cubicBezTo>
                        <a:cubicBezTo>
                          <a:pt x="302" y="214"/>
                          <a:pt x="313" y="211"/>
                          <a:pt x="322" y="206"/>
                        </a:cubicBezTo>
                        <a:cubicBezTo>
                          <a:pt x="331" y="201"/>
                          <a:pt x="338" y="193"/>
                          <a:pt x="345" y="183"/>
                        </a:cubicBezTo>
                        <a:cubicBezTo>
                          <a:pt x="345" y="182"/>
                          <a:pt x="347" y="180"/>
                          <a:pt x="348" y="178"/>
                        </a:cubicBezTo>
                        <a:lnTo>
                          <a:pt x="348" y="178"/>
                        </a:lnTo>
                        <a:cubicBezTo>
                          <a:pt x="348" y="177"/>
                          <a:pt x="348" y="177"/>
                          <a:pt x="348" y="177"/>
                        </a:cubicBezTo>
                        <a:cubicBezTo>
                          <a:pt x="349" y="176"/>
                          <a:pt x="350" y="175"/>
                          <a:pt x="351" y="174"/>
                        </a:cubicBezTo>
                        <a:lnTo>
                          <a:pt x="352" y="174"/>
                        </a:lnTo>
                        <a:lnTo>
                          <a:pt x="352" y="174"/>
                        </a:lnTo>
                        <a:cubicBezTo>
                          <a:pt x="367" y="170"/>
                          <a:pt x="380" y="165"/>
                          <a:pt x="393" y="157"/>
                        </a:cubicBezTo>
                        <a:cubicBezTo>
                          <a:pt x="417" y="144"/>
                          <a:pt x="437" y="123"/>
                          <a:pt x="451" y="99"/>
                        </a:cubicBezTo>
                        <a:cubicBezTo>
                          <a:pt x="464" y="75"/>
                          <a:pt x="472" y="48"/>
                          <a:pt x="472" y="20"/>
                        </a:cubicBezTo>
                        <a:lnTo>
                          <a:pt x="472" y="20"/>
                        </a:lnTo>
                        <a:cubicBezTo>
                          <a:pt x="472" y="16"/>
                          <a:pt x="472" y="12"/>
                          <a:pt x="471" y="8"/>
                        </a:cubicBezTo>
                        <a:lnTo>
                          <a:pt x="471" y="8"/>
                        </a:lnTo>
                        <a:lnTo>
                          <a:pt x="471" y="8"/>
                        </a:lnTo>
                        <a:cubicBezTo>
                          <a:pt x="471" y="6"/>
                          <a:pt x="472" y="5"/>
                          <a:pt x="472" y="4"/>
                        </a:cubicBezTo>
                        <a:lnTo>
                          <a:pt x="473" y="3"/>
                        </a:lnTo>
                        <a:lnTo>
                          <a:pt x="473" y="3"/>
                        </a:lnTo>
                        <a:cubicBezTo>
                          <a:pt x="474" y="2"/>
                          <a:pt x="473" y="2"/>
                          <a:pt x="475" y="1"/>
                        </a:cubicBezTo>
                        <a:cubicBezTo>
                          <a:pt x="476" y="1"/>
                          <a:pt x="477" y="0"/>
                          <a:pt x="479" y="0"/>
                        </a:cubicBezTo>
                        <a:lnTo>
                          <a:pt x="874" y="0"/>
                        </a:lnTo>
                        <a:lnTo>
                          <a:pt x="874" y="0"/>
                        </a:lnTo>
                        <a:cubicBezTo>
                          <a:pt x="875" y="0"/>
                          <a:pt x="876" y="1"/>
                          <a:pt x="877" y="1"/>
                        </a:cubicBezTo>
                        <a:cubicBezTo>
                          <a:pt x="878" y="2"/>
                          <a:pt x="879" y="3"/>
                          <a:pt x="880" y="4"/>
                        </a:cubicBezTo>
                        <a:cubicBezTo>
                          <a:pt x="880" y="5"/>
                          <a:pt x="881" y="6"/>
                          <a:pt x="881" y="7"/>
                        </a:cubicBezTo>
                        <a:lnTo>
                          <a:pt x="881" y="7"/>
                        </a:lnTo>
                        <a:cubicBezTo>
                          <a:pt x="881" y="11"/>
                          <a:pt x="882" y="15"/>
                          <a:pt x="882" y="19"/>
                        </a:cubicBezTo>
                        <a:lnTo>
                          <a:pt x="882" y="20"/>
                        </a:lnTo>
                        <a:lnTo>
                          <a:pt x="882" y="20"/>
                        </a:lnTo>
                        <a:lnTo>
                          <a:pt x="882" y="20"/>
                        </a:lnTo>
                        <a:cubicBezTo>
                          <a:pt x="882" y="40"/>
                          <a:pt x="876" y="59"/>
                          <a:pt x="867" y="76"/>
                        </a:cubicBezTo>
                        <a:cubicBezTo>
                          <a:pt x="857" y="93"/>
                          <a:pt x="843" y="107"/>
                          <a:pt x="826" y="117"/>
                        </a:cubicBezTo>
                        <a:cubicBezTo>
                          <a:pt x="819" y="121"/>
                          <a:pt x="811" y="124"/>
                          <a:pt x="804" y="126"/>
                        </a:cubicBezTo>
                        <a:lnTo>
                          <a:pt x="804" y="126"/>
                        </a:lnTo>
                        <a:cubicBezTo>
                          <a:pt x="803" y="127"/>
                          <a:pt x="802" y="127"/>
                          <a:pt x="801" y="127"/>
                        </a:cubicBezTo>
                        <a:cubicBezTo>
                          <a:pt x="800" y="127"/>
                          <a:pt x="799" y="127"/>
                          <a:pt x="798" y="126"/>
                        </a:cubicBezTo>
                        <a:cubicBezTo>
                          <a:pt x="797" y="126"/>
                          <a:pt x="796" y="124"/>
                          <a:pt x="795" y="123"/>
                        </a:cubicBezTo>
                        <a:lnTo>
                          <a:pt x="795" y="123"/>
                        </a:lnTo>
                        <a:lnTo>
                          <a:pt x="795" y="123"/>
                        </a:lnTo>
                        <a:cubicBezTo>
                          <a:pt x="795" y="123"/>
                          <a:pt x="795" y="122"/>
                          <a:pt x="794" y="122"/>
                        </a:cubicBezTo>
                        <a:cubicBezTo>
                          <a:pt x="789" y="112"/>
                          <a:pt x="780" y="105"/>
                          <a:pt x="771" y="99"/>
                        </a:cubicBezTo>
                        <a:cubicBezTo>
                          <a:pt x="761" y="94"/>
                          <a:pt x="751" y="91"/>
                          <a:pt x="740" y="90"/>
                        </a:cubicBezTo>
                        <a:lnTo>
                          <a:pt x="740" y="90"/>
                        </a:lnTo>
                        <a:lnTo>
                          <a:pt x="740" y="90"/>
                        </a:lnTo>
                        <a:cubicBezTo>
                          <a:pt x="729" y="90"/>
                          <a:pt x="718" y="94"/>
                          <a:pt x="709" y="99"/>
                        </a:cubicBezTo>
                        <a:cubicBezTo>
                          <a:pt x="699" y="105"/>
                          <a:pt x="692" y="112"/>
                          <a:pt x="687" y="121"/>
                        </a:cubicBezTo>
                        <a:cubicBezTo>
                          <a:pt x="681" y="131"/>
                          <a:pt x="678" y="142"/>
                          <a:pt x="678" y="152"/>
                        </a:cubicBezTo>
                        <a:cubicBezTo>
                          <a:pt x="678" y="163"/>
                          <a:pt x="681" y="174"/>
                          <a:pt x="687" y="183"/>
                        </a:cubicBezTo>
                        <a:cubicBezTo>
                          <a:pt x="692" y="193"/>
                          <a:pt x="699" y="201"/>
                          <a:pt x="709" y="206"/>
                        </a:cubicBezTo>
                        <a:cubicBezTo>
                          <a:pt x="718" y="211"/>
                          <a:pt x="729" y="214"/>
                          <a:pt x="740" y="214"/>
                        </a:cubicBezTo>
                        <a:cubicBezTo>
                          <a:pt x="751" y="214"/>
                          <a:pt x="761" y="211"/>
                          <a:pt x="771" y="206"/>
                        </a:cubicBezTo>
                        <a:cubicBezTo>
                          <a:pt x="780" y="201"/>
                          <a:pt x="787" y="193"/>
                          <a:pt x="794" y="183"/>
                        </a:cubicBezTo>
                        <a:cubicBezTo>
                          <a:pt x="794" y="182"/>
                          <a:pt x="795" y="181"/>
                          <a:pt x="796" y="179"/>
                        </a:cubicBezTo>
                        <a:lnTo>
                          <a:pt x="796" y="179"/>
                        </a:lnTo>
                        <a:cubicBezTo>
                          <a:pt x="796" y="179"/>
                          <a:pt x="795" y="179"/>
                          <a:pt x="796" y="178"/>
                        </a:cubicBezTo>
                        <a:cubicBezTo>
                          <a:pt x="796" y="177"/>
                          <a:pt x="798" y="177"/>
                          <a:pt x="799" y="176"/>
                        </a:cubicBezTo>
                        <a:cubicBezTo>
                          <a:pt x="800" y="176"/>
                          <a:pt x="801" y="175"/>
                          <a:pt x="801" y="175"/>
                        </a:cubicBezTo>
                        <a:lnTo>
                          <a:pt x="801" y="175"/>
                        </a:lnTo>
                        <a:cubicBezTo>
                          <a:pt x="818" y="171"/>
                          <a:pt x="834" y="166"/>
                          <a:pt x="849" y="157"/>
                        </a:cubicBezTo>
                        <a:cubicBezTo>
                          <a:pt x="873" y="144"/>
                          <a:pt x="893" y="123"/>
                          <a:pt x="907" y="99"/>
                        </a:cubicBezTo>
                        <a:cubicBezTo>
                          <a:pt x="921" y="75"/>
                          <a:pt x="928" y="47"/>
                          <a:pt x="928" y="20"/>
                        </a:cubicBezTo>
                        <a:cubicBezTo>
                          <a:pt x="928" y="16"/>
                          <a:pt x="928" y="12"/>
                          <a:pt x="928" y="8"/>
                        </a:cubicBezTo>
                        <a:lnTo>
                          <a:pt x="928" y="8"/>
                        </a:lnTo>
                        <a:lnTo>
                          <a:pt x="928" y="8"/>
                        </a:lnTo>
                        <a:cubicBezTo>
                          <a:pt x="928" y="6"/>
                          <a:pt x="928" y="5"/>
                          <a:pt x="929" y="4"/>
                        </a:cubicBezTo>
                        <a:cubicBezTo>
                          <a:pt x="929" y="4"/>
                          <a:pt x="929" y="3"/>
                          <a:pt x="930" y="3"/>
                        </a:cubicBezTo>
                        <a:lnTo>
                          <a:pt x="930" y="3"/>
                        </a:lnTo>
                        <a:cubicBezTo>
                          <a:pt x="930" y="2"/>
                          <a:pt x="930" y="2"/>
                          <a:pt x="931" y="1"/>
                        </a:cubicBezTo>
                        <a:cubicBezTo>
                          <a:pt x="931" y="1"/>
                          <a:pt x="934" y="0"/>
                          <a:pt x="935" y="0"/>
                        </a:cubicBezTo>
                        <a:lnTo>
                          <a:pt x="1330" y="0"/>
                        </a:lnTo>
                        <a:lnTo>
                          <a:pt x="1330" y="0"/>
                        </a:lnTo>
                        <a:cubicBezTo>
                          <a:pt x="1331" y="0"/>
                          <a:pt x="1333" y="1"/>
                          <a:pt x="1334" y="1"/>
                        </a:cubicBezTo>
                        <a:cubicBezTo>
                          <a:pt x="1335" y="2"/>
                          <a:pt x="1335" y="3"/>
                          <a:pt x="1336" y="4"/>
                        </a:cubicBezTo>
                        <a:cubicBezTo>
                          <a:pt x="1336" y="6"/>
                          <a:pt x="1337" y="6"/>
                          <a:pt x="1337" y="7"/>
                        </a:cubicBezTo>
                        <a:lnTo>
                          <a:pt x="1337" y="7"/>
                        </a:lnTo>
                        <a:cubicBezTo>
                          <a:pt x="1338" y="11"/>
                          <a:pt x="1338" y="15"/>
                          <a:pt x="1338" y="19"/>
                        </a:cubicBezTo>
                        <a:lnTo>
                          <a:pt x="1338" y="20"/>
                        </a:lnTo>
                        <a:lnTo>
                          <a:pt x="1338" y="20"/>
                        </a:lnTo>
                        <a:cubicBezTo>
                          <a:pt x="1338" y="39"/>
                          <a:pt x="1333" y="59"/>
                          <a:pt x="1323" y="76"/>
                        </a:cubicBezTo>
                        <a:cubicBezTo>
                          <a:pt x="1313" y="93"/>
                          <a:pt x="1299" y="108"/>
                          <a:pt x="1282" y="117"/>
                        </a:cubicBezTo>
                        <a:cubicBezTo>
                          <a:pt x="1277" y="120"/>
                          <a:pt x="1272" y="122"/>
                          <a:pt x="1267" y="124"/>
                        </a:cubicBezTo>
                        <a:lnTo>
                          <a:pt x="1267" y="124"/>
                        </a:lnTo>
                        <a:cubicBezTo>
                          <a:pt x="1266" y="124"/>
                          <a:pt x="1265" y="124"/>
                          <a:pt x="1264" y="124"/>
                        </a:cubicBezTo>
                        <a:cubicBezTo>
                          <a:pt x="1263" y="124"/>
                          <a:pt x="1261" y="125"/>
                          <a:pt x="1260" y="124"/>
                        </a:cubicBezTo>
                        <a:cubicBezTo>
                          <a:pt x="1258" y="124"/>
                          <a:pt x="1258" y="122"/>
                          <a:pt x="1258" y="121"/>
                        </a:cubicBezTo>
                        <a:lnTo>
                          <a:pt x="1258" y="121"/>
                        </a:lnTo>
                        <a:cubicBezTo>
                          <a:pt x="1252" y="112"/>
                          <a:pt x="1244" y="105"/>
                          <a:pt x="1235" y="99"/>
                        </a:cubicBezTo>
                        <a:cubicBezTo>
                          <a:pt x="1225" y="94"/>
                          <a:pt x="1214" y="90"/>
                          <a:pt x="1204" y="90"/>
                        </a:cubicBezTo>
                        <a:cubicBezTo>
                          <a:pt x="1193" y="90"/>
                          <a:pt x="1182" y="94"/>
                          <a:pt x="1173" y="99"/>
                        </a:cubicBezTo>
                        <a:cubicBezTo>
                          <a:pt x="1163" y="105"/>
                          <a:pt x="1156" y="112"/>
                          <a:pt x="1151" y="121"/>
                        </a:cubicBezTo>
                        <a:cubicBezTo>
                          <a:pt x="1145" y="131"/>
                          <a:pt x="1143" y="141"/>
                          <a:pt x="1143" y="152"/>
                        </a:cubicBezTo>
                        <a:cubicBezTo>
                          <a:pt x="1143" y="163"/>
                          <a:pt x="1145" y="174"/>
                          <a:pt x="1151" y="183"/>
                        </a:cubicBezTo>
                        <a:cubicBezTo>
                          <a:pt x="1156" y="193"/>
                          <a:pt x="1163" y="201"/>
                          <a:pt x="1173" y="206"/>
                        </a:cubicBezTo>
                        <a:cubicBezTo>
                          <a:pt x="1182" y="212"/>
                          <a:pt x="1193" y="214"/>
                          <a:pt x="1204" y="214"/>
                        </a:cubicBezTo>
                        <a:cubicBezTo>
                          <a:pt x="1214" y="214"/>
                          <a:pt x="1225" y="212"/>
                          <a:pt x="1235" y="206"/>
                        </a:cubicBezTo>
                        <a:cubicBezTo>
                          <a:pt x="1244" y="201"/>
                          <a:pt x="1253" y="193"/>
                          <a:pt x="1258" y="183"/>
                        </a:cubicBezTo>
                        <a:cubicBezTo>
                          <a:pt x="1259" y="181"/>
                          <a:pt x="1260" y="179"/>
                          <a:pt x="1261" y="177"/>
                        </a:cubicBezTo>
                        <a:lnTo>
                          <a:pt x="1261" y="177"/>
                        </a:lnTo>
                        <a:cubicBezTo>
                          <a:pt x="1261" y="177"/>
                          <a:pt x="1260" y="177"/>
                          <a:pt x="1261" y="176"/>
                        </a:cubicBezTo>
                        <a:cubicBezTo>
                          <a:pt x="1261" y="175"/>
                          <a:pt x="1263" y="175"/>
                          <a:pt x="1264" y="174"/>
                        </a:cubicBezTo>
                        <a:cubicBezTo>
                          <a:pt x="1265" y="174"/>
                          <a:pt x="1265" y="173"/>
                          <a:pt x="1266" y="173"/>
                        </a:cubicBezTo>
                        <a:lnTo>
                          <a:pt x="1266" y="173"/>
                        </a:lnTo>
                        <a:cubicBezTo>
                          <a:pt x="1280" y="169"/>
                          <a:pt x="1293" y="164"/>
                          <a:pt x="1305" y="157"/>
                        </a:cubicBezTo>
                        <a:cubicBezTo>
                          <a:pt x="1329" y="143"/>
                          <a:pt x="1349" y="123"/>
                          <a:pt x="1363" y="99"/>
                        </a:cubicBezTo>
                        <a:cubicBezTo>
                          <a:pt x="1377" y="75"/>
                          <a:pt x="1384" y="47"/>
                          <a:pt x="1384" y="20"/>
                        </a:cubicBezTo>
                        <a:lnTo>
                          <a:pt x="1384" y="20"/>
                        </a:lnTo>
                        <a:cubicBezTo>
                          <a:pt x="1384" y="19"/>
                          <a:pt x="1384" y="19"/>
                          <a:pt x="1384" y="19"/>
                        </a:cubicBezTo>
                        <a:cubicBezTo>
                          <a:pt x="1384" y="16"/>
                          <a:pt x="1384" y="12"/>
                          <a:pt x="1384" y="8"/>
                        </a:cubicBezTo>
                        <a:lnTo>
                          <a:pt x="1384" y="8"/>
                        </a:lnTo>
                        <a:lnTo>
                          <a:pt x="1384" y="8"/>
                        </a:lnTo>
                        <a:cubicBezTo>
                          <a:pt x="1384" y="6"/>
                          <a:pt x="1384" y="5"/>
                          <a:pt x="1385" y="4"/>
                        </a:cubicBezTo>
                        <a:cubicBezTo>
                          <a:pt x="1386" y="3"/>
                          <a:pt x="1386" y="2"/>
                          <a:pt x="1388" y="1"/>
                        </a:cubicBezTo>
                        <a:cubicBezTo>
                          <a:pt x="1389" y="1"/>
                          <a:pt x="1390" y="0"/>
                          <a:pt x="1391" y="0"/>
                        </a:cubicBezTo>
                        <a:lnTo>
                          <a:pt x="1786" y="0"/>
                        </a:lnTo>
                        <a:lnTo>
                          <a:pt x="1786" y="0"/>
                        </a:lnTo>
                        <a:cubicBezTo>
                          <a:pt x="1787" y="0"/>
                          <a:pt x="1789" y="0"/>
                          <a:pt x="1790" y="1"/>
                        </a:cubicBezTo>
                        <a:cubicBezTo>
                          <a:pt x="1791" y="2"/>
                          <a:pt x="1791" y="3"/>
                          <a:pt x="1792" y="4"/>
                        </a:cubicBezTo>
                        <a:cubicBezTo>
                          <a:pt x="1792" y="6"/>
                          <a:pt x="1793" y="6"/>
                          <a:pt x="1793" y="7"/>
                        </a:cubicBezTo>
                        <a:lnTo>
                          <a:pt x="1793" y="7"/>
                        </a:lnTo>
                        <a:cubicBezTo>
                          <a:pt x="1794" y="11"/>
                          <a:pt x="1794" y="15"/>
                          <a:pt x="1794" y="19"/>
                        </a:cubicBezTo>
                        <a:lnTo>
                          <a:pt x="1794" y="20"/>
                        </a:lnTo>
                        <a:lnTo>
                          <a:pt x="1794" y="20"/>
                        </a:lnTo>
                        <a:lnTo>
                          <a:pt x="1794" y="20"/>
                        </a:lnTo>
                        <a:cubicBezTo>
                          <a:pt x="1794" y="39"/>
                          <a:pt x="1788" y="60"/>
                          <a:pt x="1779" y="76"/>
                        </a:cubicBezTo>
                        <a:cubicBezTo>
                          <a:pt x="1769" y="93"/>
                          <a:pt x="1756" y="106"/>
                          <a:pt x="1739" y="116"/>
                        </a:cubicBezTo>
                        <a:cubicBezTo>
                          <a:pt x="1732" y="120"/>
                          <a:pt x="1724" y="124"/>
                          <a:pt x="1716" y="126"/>
                        </a:cubicBezTo>
                        <a:lnTo>
                          <a:pt x="1716" y="126"/>
                        </a:lnTo>
                        <a:cubicBezTo>
                          <a:pt x="1716" y="126"/>
                          <a:pt x="1715" y="126"/>
                          <a:pt x="1714" y="126"/>
                        </a:cubicBezTo>
                        <a:cubicBezTo>
                          <a:pt x="1713" y="126"/>
                          <a:pt x="1711" y="126"/>
                          <a:pt x="1710" y="125"/>
                        </a:cubicBezTo>
                        <a:cubicBezTo>
                          <a:pt x="1708" y="125"/>
                          <a:pt x="1708" y="124"/>
                          <a:pt x="1708" y="123"/>
                        </a:cubicBezTo>
                        <a:lnTo>
                          <a:pt x="1708" y="122"/>
                        </a:lnTo>
                        <a:lnTo>
                          <a:pt x="1708" y="122"/>
                        </a:lnTo>
                        <a:cubicBezTo>
                          <a:pt x="1707" y="122"/>
                          <a:pt x="1707" y="122"/>
                          <a:pt x="1707" y="121"/>
                        </a:cubicBezTo>
                        <a:cubicBezTo>
                          <a:pt x="1701" y="112"/>
                          <a:pt x="1693" y="105"/>
                          <a:pt x="1684" y="99"/>
                        </a:cubicBezTo>
                        <a:cubicBezTo>
                          <a:pt x="1674" y="94"/>
                          <a:pt x="1663" y="90"/>
                          <a:pt x="1653" y="90"/>
                        </a:cubicBezTo>
                        <a:cubicBezTo>
                          <a:pt x="1642" y="90"/>
                          <a:pt x="1631" y="94"/>
                          <a:pt x="1622" y="99"/>
                        </a:cubicBezTo>
                        <a:cubicBezTo>
                          <a:pt x="1612" y="105"/>
                          <a:pt x="1605" y="112"/>
                          <a:pt x="1600" y="121"/>
                        </a:cubicBezTo>
                        <a:cubicBezTo>
                          <a:pt x="1594" y="131"/>
                          <a:pt x="1592" y="141"/>
                          <a:pt x="1592" y="152"/>
                        </a:cubicBezTo>
                        <a:cubicBezTo>
                          <a:pt x="1592" y="163"/>
                          <a:pt x="1594" y="174"/>
                          <a:pt x="1600" y="183"/>
                        </a:cubicBezTo>
                        <a:cubicBezTo>
                          <a:pt x="1605" y="192"/>
                          <a:pt x="1612" y="201"/>
                          <a:pt x="1622" y="206"/>
                        </a:cubicBezTo>
                        <a:cubicBezTo>
                          <a:pt x="1631" y="212"/>
                          <a:pt x="1642" y="214"/>
                          <a:pt x="1653" y="214"/>
                        </a:cubicBezTo>
                        <a:cubicBezTo>
                          <a:pt x="1663" y="214"/>
                          <a:pt x="1674" y="212"/>
                          <a:pt x="1684" y="206"/>
                        </a:cubicBezTo>
                        <a:cubicBezTo>
                          <a:pt x="1693" y="201"/>
                          <a:pt x="1700" y="192"/>
                          <a:pt x="1707" y="183"/>
                        </a:cubicBezTo>
                        <a:cubicBezTo>
                          <a:pt x="1707" y="182"/>
                          <a:pt x="1708" y="180"/>
                          <a:pt x="1709" y="179"/>
                        </a:cubicBezTo>
                        <a:lnTo>
                          <a:pt x="1709" y="179"/>
                        </a:lnTo>
                        <a:lnTo>
                          <a:pt x="1709" y="178"/>
                        </a:lnTo>
                        <a:cubicBezTo>
                          <a:pt x="1710" y="177"/>
                          <a:pt x="1710" y="176"/>
                          <a:pt x="1712" y="175"/>
                        </a:cubicBezTo>
                        <a:cubicBezTo>
                          <a:pt x="1713" y="175"/>
                          <a:pt x="1714" y="175"/>
                          <a:pt x="1714" y="175"/>
                        </a:cubicBezTo>
                        <a:lnTo>
                          <a:pt x="1714" y="175"/>
                        </a:lnTo>
                        <a:cubicBezTo>
                          <a:pt x="1731" y="171"/>
                          <a:pt x="1747" y="165"/>
                          <a:pt x="1761" y="157"/>
                        </a:cubicBezTo>
                        <a:cubicBezTo>
                          <a:pt x="1785" y="143"/>
                          <a:pt x="1804" y="123"/>
                          <a:pt x="1819" y="98"/>
                        </a:cubicBezTo>
                        <a:cubicBezTo>
                          <a:pt x="1832" y="74"/>
                          <a:pt x="1841" y="47"/>
                          <a:pt x="1841" y="19"/>
                        </a:cubicBezTo>
                        <a:cubicBezTo>
                          <a:pt x="1841" y="16"/>
                          <a:pt x="1841" y="12"/>
                          <a:pt x="1840" y="8"/>
                        </a:cubicBezTo>
                        <a:lnTo>
                          <a:pt x="1840" y="8"/>
                        </a:lnTo>
                        <a:lnTo>
                          <a:pt x="1840" y="7"/>
                        </a:lnTo>
                        <a:cubicBezTo>
                          <a:pt x="1840" y="6"/>
                          <a:pt x="1841" y="5"/>
                          <a:pt x="1841" y="4"/>
                        </a:cubicBezTo>
                        <a:cubicBezTo>
                          <a:pt x="1841" y="3"/>
                          <a:pt x="1842" y="3"/>
                          <a:pt x="1842" y="2"/>
                        </a:cubicBezTo>
                        <a:lnTo>
                          <a:pt x="1842" y="2"/>
                        </a:lnTo>
                        <a:cubicBezTo>
                          <a:pt x="1843" y="2"/>
                          <a:pt x="1843" y="2"/>
                          <a:pt x="1844" y="1"/>
                        </a:cubicBezTo>
                        <a:cubicBezTo>
                          <a:pt x="1845" y="1"/>
                          <a:pt x="1846" y="0"/>
                          <a:pt x="1847" y="0"/>
                        </a:cubicBezTo>
                        <a:lnTo>
                          <a:pt x="2243" y="0"/>
                        </a:lnTo>
                        <a:lnTo>
                          <a:pt x="2243" y="0"/>
                        </a:lnTo>
                        <a:cubicBezTo>
                          <a:pt x="2244" y="0"/>
                          <a:pt x="2245" y="0"/>
                          <a:pt x="2246" y="1"/>
                        </a:cubicBezTo>
                        <a:cubicBezTo>
                          <a:pt x="2247" y="2"/>
                          <a:pt x="2248" y="3"/>
                          <a:pt x="2249" y="4"/>
                        </a:cubicBezTo>
                        <a:cubicBezTo>
                          <a:pt x="2249" y="4"/>
                          <a:pt x="2250" y="5"/>
                          <a:pt x="2250" y="6"/>
                        </a:cubicBezTo>
                        <a:lnTo>
                          <a:pt x="2250" y="6"/>
                        </a:lnTo>
                        <a:cubicBezTo>
                          <a:pt x="2250" y="10"/>
                          <a:pt x="2251" y="14"/>
                          <a:pt x="2251" y="18"/>
                        </a:cubicBezTo>
                        <a:cubicBezTo>
                          <a:pt x="2251" y="19"/>
                          <a:pt x="2251" y="19"/>
                          <a:pt x="2251" y="19"/>
                        </a:cubicBezTo>
                        <a:lnTo>
                          <a:pt x="2251" y="19"/>
                        </a:lnTo>
                        <a:lnTo>
                          <a:pt x="2251" y="19"/>
                        </a:lnTo>
                        <a:cubicBezTo>
                          <a:pt x="2251" y="39"/>
                          <a:pt x="2245" y="58"/>
                          <a:pt x="2236" y="75"/>
                        </a:cubicBezTo>
                        <a:cubicBezTo>
                          <a:pt x="2226" y="92"/>
                          <a:pt x="2211" y="106"/>
                          <a:pt x="2195" y="116"/>
                        </a:cubicBezTo>
                        <a:cubicBezTo>
                          <a:pt x="2188" y="120"/>
                          <a:pt x="2182" y="123"/>
                          <a:pt x="2175" y="125"/>
                        </a:cubicBezTo>
                        <a:lnTo>
                          <a:pt x="2175" y="125"/>
                        </a:lnTo>
                        <a:cubicBezTo>
                          <a:pt x="2175" y="125"/>
                          <a:pt x="2174" y="125"/>
                          <a:pt x="2173" y="125"/>
                        </a:cubicBezTo>
                        <a:cubicBezTo>
                          <a:pt x="2172" y="125"/>
                          <a:pt x="2170" y="125"/>
                          <a:pt x="2169" y="124"/>
                        </a:cubicBezTo>
                        <a:cubicBezTo>
                          <a:pt x="2168" y="124"/>
                          <a:pt x="2167" y="123"/>
                          <a:pt x="2167" y="122"/>
                        </a:cubicBezTo>
                        <a:lnTo>
                          <a:pt x="2166" y="122"/>
                        </a:lnTo>
                        <a:lnTo>
                          <a:pt x="2166" y="122"/>
                        </a:lnTo>
                        <a:cubicBezTo>
                          <a:pt x="2166" y="121"/>
                          <a:pt x="2166" y="121"/>
                          <a:pt x="2166" y="121"/>
                        </a:cubicBezTo>
                        <a:cubicBezTo>
                          <a:pt x="2161" y="112"/>
                          <a:pt x="2152" y="104"/>
                          <a:pt x="2143" y="98"/>
                        </a:cubicBezTo>
                        <a:cubicBezTo>
                          <a:pt x="2133" y="93"/>
                          <a:pt x="2122" y="90"/>
                          <a:pt x="2112" y="90"/>
                        </a:cubicBezTo>
                        <a:cubicBezTo>
                          <a:pt x="2101" y="90"/>
                          <a:pt x="2091" y="93"/>
                          <a:pt x="2082" y="98"/>
                        </a:cubicBezTo>
                        <a:cubicBezTo>
                          <a:pt x="2072" y="104"/>
                          <a:pt x="2064" y="112"/>
                          <a:pt x="2059" y="121"/>
                        </a:cubicBezTo>
                        <a:cubicBezTo>
                          <a:pt x="2053" y="130"/>
                          <a:pt x="2051" y="141"/>
                          <a:pt x="2051" y="152"/>
                        </a:cubicBezTo>
                        <a:cubicBezTo>
                          <a:pt x="2051" y="163"/>
                          <a:pt x="2053" y="174"/>
                          <a:pt x="2059" y="183"/>
                        </a:cubicBezTo>
                        <a:cubicBezTo>
                          <a:pt x="2064" y="193"/>
                          <a:pt x="2072" y="200"/>
                          <a:pt x="2082" y="205"/>
                        </a:cubicBezTo>
                        <a:cubicBezTo>
                          <a:pt x="2091" y="211"/>
                          <a:pt x="2101" y="214"/>
                          <a:pt x="2112" y="214"/>
                        </a:cubicBezTo>
                        <a:cubicBezTo>
                          <a:pt x="2122" y="214"/>
                          <a:pt x="2133" y="211"/>
                          <a:pt x="2143" y="205"/>
                        </a:cubicBezTo>
                        <a:cubicBezTo>
                          <a:pt x="2152" y="200"/>
                          <a:pt x="2161" y="192"/>
                          <a:pt x="2166" y="183"/>
                        </a:cubicBezTo>
                        <a:cubicBezTo>
                          <a:pt x="2167" y="181"/>
                          <a:pt x="2168" y="180"/>
                          <a:pt x="2169" y="178"/>
                        </a:cubicBezTo>
                        <a:lnTo>
                          <a:pt x="2169" y="178"/>
                        </a:lnTo>
                        <a:lnTo>
                          <a:pt x="2169" y="177"/>
                        </a:lnTo>
                        <a:cubicBezTo>
                          <a:pt x="2170" y="176"/>
                          <a:pt x="2171" y="176"/>
                          <a:pt x="2172" y="175"/>
                        </a:cubicBezTo>
                        <a:cubicBezTo>
                          <a:pt x="2172" y="175"/>
                          <a:pt x="2173" y="174"/>
                          <a:pt x="2174" y="174"/>
                        </a:cubicBezTo>
                        <a:lnTo>
                          <a:pt x="2174" y="174"/>
                        </a:lnTo>
                        <a:cubicBezTo>
                          <a:pt x="2189" y="170"/>
                          <a:pt x="2204" y="164"/>
                          <a:pt x="2218" y="156"/>
                        </a:cubicBezTo>
                        <a:cubicBezTo>
                          <a:pt x="2242" y="143"/>
                          <a:pt x="2262" y="122"/>
                          <a:pt x="2276" y="98"/>
                        </a:cubicBezTo>
                        <a:cubicBezTo>
                          <a:pt x="2290" y="74"/>
                          <a:pt x="2297" y="47"/>
                          <a:pt x="2297" y="19"/>
                        </a:cubicBezTo>
                        <a:cubicBezTo>
                          <a:pt x="2297" y="15"/>
                          <a:pt x="2297" y="12"/>
                          <a:pt x="2297" y="8"/>
                        </a:cubicBezTo>
                        <a:lnTo>
                          <a:pt x="2297" y="8"/>
                        </a:lnTo>
                        <a:lnTo>
                          <a:pt x="2297" y="7"/>
                        </a:lnTo>
                        <a:cubicBezTo>
                          <a:pt x="2297" y="6"/>
                          <a:pt x="2297" y="6"/>
                          <a:pt x="2298" y="4"/>
                        </a:cubicBezTo>
                        <a:cubicBezTo>
                          <a:pt x="2298" y="3"/>
                          <a:pt x="2299" y="2"/>
                          <a:pt x="2300" y="1"/>
                        </a:cubicBezTo>
                        <a:cubicBezTo>
                          <a:pt x="2301" y="1"/>
                          <a:pt x="2303" y="0"/>
                          <a:pt x="2304" y="0"/>
                        </a:cubicBezTo>
                        <a:lnTo>
                          <a:pt x="2329" y="0"/>
                        </a:lnTo>
                        <a:lnTo>
                          <a:pt x="2329" y="0"/>
                        </a:lnTo>
                        <a:cubicBezTo>
                          <a:pt x="2361" y="0"/>
                          <a:pt x="2394" y="9"/>
                          <a:pt x="2422" y="25"/>
                        </a:cubicBezTo>
                        <a:cubicBezTo>
                          <a:pt x="2451" y="42"/>
                          <a:pt x="2474" y="66"/>
                          <a:pt x="2491" y="94"/>
                        </a:cubicBezTo>
                        <a:cubicBezTo>
                          <a:pt x="2507" y="123"/>
                          <a:pt x="2516" y="155"/>
                          <a:pt x="2516" y="187"/>
                        </a:cubicBezTo>
                        <a:lnTo>
                          <a:pt x="2516" y="291"/>
                        </a:lnTo>
                        <a:lnTo>
                          <a:pt x="2516" y="291"/>
                        </a:lnTo>
                        <a:cubicBezTo>
                          <a:pt x="2516" y="292"/>
                          <a:pt x="2516" y="292"/>
                          <a:pt x="2516" y="292"/>
                        </a:cubicBezTo>
                        <a:cubicBezTo>
                          <a:pt x="2516" y="293"/>
                          <a:pt x="2515" y="295"/>
                          <a:pt x="2515" y="296"/>
                        </a:cubicBezTo>
                        <a:cubicBezTo>
                          <a:pt x="2514" y="297"/>
                          <a:pt x="2514" y="298"/>
                          <a:pt x="2513" y="298"/>
                        </a:cubicBezTo>
                        <a:cubicBezTo>
                          <a:pt x="2512" y="299"/>
                          <a:pt x="2510" y="299"/>
                          <a:pt x="2509" y="299"/>
                        </a:cubicBezTo>
                        <a:moveTo>
                          <a:pt x="15" y="285"/>
                        </a:moveTo>
                        <a:lnTo>
                          <a:pt x="2502" y="285"/>
                        </a:lnTo>
                        <a:lnTo>
                          <a:pt x="2502" y="188"/>
                        </a:lnTo>
                        <a:lnTo>
                          <a:pt x="2502" y="188"/>
                        </a:lnTo>
                        <a:cubicBezTo>
                          <a:pt x="2502" y="158"/>
                          <a:pt x="2493" y="129"/>
                          <a:pt x="2478" y="102"/>
                        </a:cubicBezTo>
                        <a:cubicBezTo>
                          <a:pt x="2462" y="77"/>
                          <a:pt x="2441" y="54"/>
                          <a:pt x="2415" y="38"/>
                        </a:cubicBezTo>
                        <a:cubicBezTo>
                          <a:pt x="2389" y="23"/>
                          <a:pt x="2359" y="15"/>
                          <a:pt x="2329" y="15"/>
                        </a:cubicBezTo>
                        <a:lnTo>
                          <a:pt x="2312" y="15"/>
                        </a:lnTo>
                        <a:cubicBezTo>
                          <a:pt x="2312" y="17"/>
                          <a:pt x="2312" y="18"/>
                          <a:pt x="2312" y="20"/>
                        </a:cubicBezTo>
                        <a:lnTo>
                          <a:pt x="2312" y="20"/>
                        </a:lnTo>
                        <a:cubicBezTo>
                          <a:pt x="2311" y="50"/>
                          <a:pt x="2302" y="80"/>
                          <a:pt x="2288" y="106"/>
                        </a:cubicBezTo>
                        <a:cubicBezTo>
                          <a:pt x="2272" y="133"/>
                          <a:pt x="2251" y="155"/>
                          <a:pt x="2225" y="170"/>
                        </a:cubicBezTo>
                        <a:cubicBezTo>
                          <a:pt x="2211" y="178"/>
                          <a:pt x="2196" y="184"/>
                          <a:pt x="2180" y="188"/>
                        </a:cubicBezTo>
                        <a:lnTo>
                          <a:pt x="2180" y="188"/>
                        </a:lnTo>
                        <a:cubicBezTo>
                          <a:pt x="2180" y="189"/>
                          <a:pt x="2179" y="190"/>
                          <a:pt x="2179" y="191"/>
                        </a:cubicBezTo>
                        <a:cubicBezTo>
                          <a:pt x="2172" y="203"/>
                          <a:pt x="2162" y="212"/>
                          <a:pt x="2151" y="218"/>
                        </a:cubicBezTo>
                        <a:cubicBezTo>
                          <a:pt x="2139" y="225"/>
                          <a:pt x="2126" y="229"/>
                          <a:pt x="2113" y="229"/>
                        </a:cubicBezTo>
                        <a:cubicBezTo>
                          <a:pt x="2099" y="229"/>
                          <a:pt x="2086" y="225"/>
                          <a:pt x="2075" y="218"/>
                        </a:cubicBezTo>
                        <a:cubicBezTo>
                          <a:pt x="2063" y="212"/>
                          <a:pt x="2053" y="203"/>
                          <a:pt x="2047" y="191"/>
                        </a:cubicBezTo>
                        <a:cubicBezTo>
                          <a:pt x="2040" y="180"/>
                          <a:pt x="2036" y="166"/>
                          <a:pt x="2036" y="152"/>
                        </a:cubicBezTo>
                        <a:cubicBezTo>
                          <a:pt x="2036" y="139"/>
                          <a:pt x="2040" y="126"/>
                          <a:pt x="2047" y="114"/>
                        </a:cubicBezTo>
                        <a:cubicBezTo>
                          <a:pt x="2053" y="103"/>
                          <a:pt x="2063" y="93"/>
                          <a:pt x="2075" y="86"/>
                        </a:cubicBezTo>
                        <a:cubicBezTo>
                          <a:pt x="2086" y="80"/>
                          <a:pt x="2099" y="76"/>
                          <a:pt x="2113" y="76"/>
                        </a:cubicBezTo>
                        <a:cubicBezTo>
                          <a:pt x="2126" y="76"/>
                          <a:pt x="2139" y="80"/>
                          <a:pt x="2151" y="86"/>
                        </a:cubicBezTo>
                        <a:cubicBezTo>
                          <a:pt x="2161" y="92"/>
                          <a:pt x="2169" y="100"/>
                          <a:pt x="2176" y="110"/>
                        </a:cubicBezTo>
                        <a:lnTo>
                          <a:pt x="2176" y="110"/>
                        </a:lnTo>
                        <a:cubicBezTo>
                          <a:pt x="2180" y="108"/>
                          <a:pt x="2183" y="106"/>
                          <a:pt x="2187" y="104"/>
                        </a:cubicBezTo>
                        <a:cubicBezTo>
                          <a:pt x="2201" y="96"/>
                          <a:pt x="2214" y="84"/>
                          <a:pt x="2223" y="69"/>
                        </a:cubicBezTo>
                        <a:cubicBezTo>
                          <a:pt x="2231" y="55"/>
                          <a:pt x="2236" y="37"/>
                          <a:pt x="2236" y="20"/>
                        </a:cubicBezTo>
                        <a:lnTo>
                          <a:pt x="2236" y="20"/>
                        </a:lnTo>
                        <a:cubicBezTo>
                          <a:pt x="2236" y="18"/>
                          <a:pt x="2236" y="17"/>
                          <a:pt x="2236" y="15"/>
                        </a:cubicBezTo>
                        <a:lnTo>
                          <a:pt x="1855" y="15"/>
                        </a:lnTo>
                        <a:cubicBezTo>
                          <a:pt x="1855" y="17"/>
                          <a:pt x="1855" y="18"/>
                          <a:pt x="1855" y="20"/>
                        </a:cubicBezTo>
                        <a:lnTo>
                          <a:pt x="1855" y="20"/>
                        </a:lnTo>
                        <a:cubicBezTo>
                          <a:pt x="1855" y="50"/>
                          <a:pt x="1846" y="80"/>
                          <a:pt x="1832" y="106"/>
                        </a:cubicBezTo>
                        <a:cubicBezTo>
                          <a:pt x="1816" y="133"/>
                          <a:pt x="1795" y="155"/>
                          <a:pt x="1769" y="170"/>
                        </a:cubicBezTo>
                        <a:cubicBezTo>
                          <a:pt x="1754" y="179"/>
                          <a:pt x="1738" y="185"/>
                          <a:pt x="1721" y="189"/>
                        </a:cubicBezTo>
                        <a:lnTo>
                          <a:pt x="1721" y="189"/>
                        </a:lnTo>
                        <a:cubicBezTo>
                          <a:pt x="1721" y="189"/>
                          <a:pt x="1720" y="190"/>
                          <a:pt x="1720" y="191"/>
                        </a:cubicBezTo>
                        <a:cubicBezTo>
                          <a:pt x="1713" y="203"/>
                          <a:pt x="1703" y="213"/>
                          <a:pt x="1692" y="219"/>
                        </a:cubicBezTo>
                        <a:cubicBezTo>
                          <a:pt x="1680" y="226"/>
                          <a:pt x="1667" y="229"/>
                          <a:pt x="1654" y="229"/>
                        </a:cubicBezTo>
                        <a:cubicBezTo>
                          <a:pt x="1640" y="229"/>
                          <a:pt x="1626" y="226"/>
                          <a:pt x="1615" y="219"/>
                        </a:cubicBezTo>
                        <a:cubicBezTo>
                          <a:pt x="1603" y="213"/>
                          <a:pt x="1593" y="203"/>
                          <a:pt x="1587" y="191"/>
                        </a:cubicBezTo>
                        <a:cubicBezTo>
                          <a:pt x="1580" y="180"/>
                          <a:pt x="1577" y="166"/>
                          <a:pt x="1577" y="152"/>
                        </a:cubicBezTo>
                        <a:cubicBezTo>
                          <a:pt x="1577" y="139"/>
                          <a:pt x="1580" y="126"/>
                          <a:pt x="1587" y="114"/>
                        </a:cubicBezTo>
                        <a:cubicBezTo>
                          <a:pt x="1593" y="103"/>
                          <a:pt x="1603" y="93"/>
                          <a:pt x="1615" y="86"/>
                        </a:cubicBezTo>
                        <a:cubicBezTo>
                          <a:pt x="1626" y="80"/>
                          <a:pt x="1640" y="76"/>
                          <a:pt x="1654" y="76"/>
                        </a:cubicBezTo>
                        <a:cubicBezTo>
                          <a:pt x="1667" y="76"/>
                          <a:pt x="1680" y="80"/>
                          <a:pt x="1692" y="86"/>
                        </a:cubicBezTo>
                        <a:cubicBezTo>
                          <a:pt x="1702" y="92"/>
                          <a:pt x="1711" y="101"/>
                          <a:pt x="1718" y="111"/>
                        </a:cubicBezTo>
                        <a:lnTo>
                          <a:pt x="1718" y="111"/>
                        </a:lnTo>
                        <a:cubicBezTo>
                          <a:pt x="1722" y="109"/>
                          <a:pt x="1726" y="107"/>
                          <a:pt x="1731" y="104"/>
                        </a:cubicBezTo>
                        <a:cubicBezTo>
                          <a:pt x="1745" y="95"/>
                          <a:pt x="1758" y="84"/>
                          <a:pt x="1767" y="69"/>
                        </a:cubicBezTo>
                        <a:cubicBezTo>
                          <a:pt x="1775" y="55"/>
                          <a:pt x="1780" y="37"/>
                          <a:pt x="1780" y="20"/>
                        </a:cubicBezTo>
                        <a:lnTo>
                          <a:pt x="1780" y="20"/>
                        </a:lnTo>
                        <a:cubicBezTo>
                          <a:pt x="1780" y="18"/>
                          <a:pt x="1780" y="17"/>
                          <a:pt x="1780" y="15"/>
                        </a:cubicBezTo>
                        <a:lnTo>
                          <a:pt x="1399" y="15"/>
                        </a:lnTo>
                        <a:cubicBezTo>
                          <a:pt x="1399" y="17"/>
                          <a:pt x="1399" y="18"/>
                          <a:pt x="1399" y="20"/>
                        </a:cubicBezTo>
                        <a:lnTo>
                          <a:pt x="1399" y="20"/>
                        </a:lnTo>
                        <a:cubicBezTo>
                          <a:pt x="1399" y="50"/>
                          <a:pt x="1391" y="80"/>
                          <a:pt x="1376" y="107"/>
                        </a:cubicBezTo>
                        <a:cubicBezTo>
                          <a:pt x="1361" y="133"/>
                          <a:pt x="1339" y="156"/>
                          <a:pt x="1313" y="170"/>
                        </a:cubicBezTo>
                        <a:cubicBezTo>
                          <a:pt x="1300" y="178"/>
                          <a:pt x="1287" y="183"/>
                          <a:pt x="1273" y="187"/>
                        </a:cubicBezTo>
                        <a:lnTo>
                          <a:pt x="1273" y="187"/>
                        </a:lnTo>
                        <a:cubicBezTo>
                          <a:pt x="1272" y="188"/>
                          <a:pt x="1272" y="190"/>
                          <a:pt x="1271" y="191"/>
                        </a:cubicBezTo>
                        <a:cubicBezTo>
                          <a:pt x="1264" y="203"/>
                          <a:pt x="1254" y="213"/>
                          <a:pt x="1243" y="219"/>
                        </a:cubicBezTo>
                        <a:cubicBezTo>
                          <a:pt x="1231" y="226"/>
                          <a:pt x="1217" y="229"/>
                          <a:pt x="1204" y="229"/>
                        </a:cubicBezTo>
                        <a:cubicBezTo>
                          <a:pt x="1190" y="229"/>
                          <a:pt x="1178" y="226"/>
                          <a:pt x="1166" y="219"/>
                        </a:cubicBezTo>
                        <a:cubicBezTo>
                          <a:pt x="1154" y="213"/>
                          <a:pt x="1145" y="203"/>
                          <a:pt x="1138" y="191"/>
                        </a:cubicBezTo>
                        <a:cubicBezTo>
                          <a:pt x="1131" y="180"/>
                          <a:pt x="1128" y="166"/>
                          <a:pt x="1128" y="152"/>
                        </a:cubicBezTo>
                        <a:cubicBezTo>
                          <a:pt x="1128" y="139"/>
                          <a:pt x="1131" y="126"/>
                          <a:pt x="1138" y="114"/>
                        </a:cubicBezTo>
                        <a:cubicBezTo>
                          <a:pt x="1145" y="103"/>
                          <a:pt x="1154" y="93"/>
                          <a:pt x="1166" y="86"/>
                        </a:cubicBezTo>
                        <a:cubicBezTo>
                          <a:pt x="1178" y="79"/>
                          <a:pt x="1190" y="76"/>
                          <a:pt x="1204" y="76"/>
                        </a:cubicBezTo>
                        <a:cubicBezTo>
                          <a:pt x="1217" y="76"/>
                          <a:pt x="1231" y="79"/>
                          <a:pt x="1243" y="86"/>
                        </a:cubicBezTo>
                        <a:cubicBezTo>
                          <a:pt x="1252" y="92"/>
                          <a:pt x="1260" y="99"/>
                          <a:pt x="1267" y="108"/>
                        </a:cubicBezTo>
                        <a:lnTo>
                          <a:pt x="1267" y="108"/>
                        </a:lnTo>
                        <a:cubicBezTo>
                          <a:pt x="1269" y="107"/>
                          <a:pt x="1272" y="106"/>
                          <a:pt x="1275" y="104"/>
                        </a:cubicBezTo>
                        <a:cubicBezTo>
                          <a:pt x="1289" y="96"/>
                          <a:pt x="1301" y="83"/>
                          <a:pt x="1310" y="69"/>
                        </a:cubicBezTo>
                        <a:cubicBezTo>
                          <a:pt x="1318" y="54"/>
                          <a:pt x="1323" y="37"/>
                          <a:pt x="1323" y="20"/>
                        </a:cubicBezTo>
                        <a:cubicBezTo>
                          <a:pt x="1323" y="18"/>
                          <a:pt x="1323" y="17"/>
                          <a:pt x="1323" y="15"/>
                        </a:cubicBezTo>
                        <a:lnTo>
                          <a:pt x="943" y="15"/>
                        </a:lnTo>
                        <a:cubicBezTo>
                          <a:pt x="943" y="17"/>
                          <a:pt x="943" y="18"/>
                          <a:pt x="943" y="20"/>
                        </a:cubicBezTo>
                        <a:lnTo>
                          <a:pt x="943" y="20"/>
                        </a:lnTo>
                        <a:cubicBezTo>
                          <a:pt x="943" y="50"/>
                          <a:pt x="935" y="80"/>
                          <a:pt x="920" y="106"/>
                        </a:cubicBezTo>
                        <a:cubicBezTo>
                          <a:pt x="904" y="133"/>
                          <a:pt x="882" y="155"/>
                          <a:pt x="856" y="170"/>
                        </a:cubicBezTo>
                        <a:cubicBezTo>
                          <a:pt x="841" y="179"/>
                          <a:pt x="825" y="185"/>
                          <a:pt x="808" y="189"/>
                        </a:cubicBezTo>
                        <a:lnTo>
                          <a:pt x="808" y="189"/>
                        </a:lnTo>
                        <a:cubicBezTo>
                          <a:pt x="807" y="189"/>
                          <a:pt x="807" y="190"/>
                          <a:pt x="807" y="190"/>
                        </a:cubicBezTo>
                        <a:cubicBezTo>
                          <a:pt x="800" y="202"/>
                          <a:pt x="790" y="212"/>
                          <a:pt x="779" y="218"/>
                        </a:cubicBezTo>
                        <a:cubicBezTo>
                          <a:pt x="767" y="225"/>
                          <a:pt x="754" y="229"/>
                          <a:pt x="741" y="229"/>
                        </a:cubicBezTo>
                        <a:cubicBezTo>
                          <a:pt x="727" y="229"/>
                          <a:pt x="713" y="225"/>
                          <a:pt x="702" y="218"/>
                        </a:cubicBezTo>
                        <a:cubicBezTo>
                          <a:pt x="690" y="212"/>
                          <a:pt x="681" y="202"/>
                          <a:pt x="675" y="190"/>
                        </a:cubicBezTo>
                        <a:cubicBezTo>
                          <a:pt x="668" y="179"/>
                          <a:pt x="664" y="166"/>
                          <a:pt x="664" y="152"/>
                        </a:cubicBezTo>
                        <a:cubicBezTo>
                          <a:pt x="664" y="139"/>
                          <a:pt x="668" y="126"/>
                          <a:pt x="675" y="114"/>
                        </a:cubicBezTo>
                        <a:cubicBezTo>
                          <a:pt x="681" y="103"/>
                          <a:pt x="690" y="93"/>
                          <a:pt x="702" y="86"/>
                        </a:cubicBezTo>
                        <a:cubicBezTo>
                          <a:pt x="713" y="80"/>
                          <a:pt x="727" y="76"/>
                          <a:pt x="741" y="76"/>
                        </a:cubicBezTo>
                        <a:cubicBezTo>
                          <a:pt x="754" y="76"/>
                          <a:pt x="767" y="80"/>
                          <a:pt x="779" y="86"/>
                        </a:cubicBezTo>
                        <a:cubicBezTo>
                          <a:pt x="789" y="92"/>
                          <a:pt x="798" y="101"/>
                          <a:pt x="805" y="111"/>
                        </a:cubicBezTo>
                        <a:lnTo>
                          <a:pt x="805" y="111"/>
                        </a:lnTo>
                        <a:cubicBezTo>
                          <a:pt x="809" y="109"/>
                          <a:pt x="813" y="107"/>
                          <a:pt x="818" y="104"/>
                        </a:cubicBezTo>
                        <a:cubicBezTo>
                          <a:pt x="832" y="96"/>
                          <a:pt x="845" y="83"/>
                          <a:pt x="854" y="68"/>
                        </a:cubicBezTo>
                        <a:cubicBezTo>
                          <a:pt x="862" y="54"/>
                          <a:pt x="867" y="37"/>
                          <a:pt x="867" y="20"/>
                        </a:cubicBezTo>
                        <a:cubicBezTo>
                          <a:pt x="867" y="18"/>
                          <a:pt x="867" y="17"/>
                          <a:pt x="867" y="15"/>
                        </a:cubicBezTo>
                        <a:lnTo>
                          <a:pt x="487" y="15"/>
                        </a:lnTo>
                        <a:cubicBezTo>
                          <a:pt x="487" y="17"/>
                          <a:pt x="487" y="18"/>
                          <a:pt x="487" y="20"/>
                        </a:cubicBezTo>
                        <a:lnTo>
                          <a:pt x="487" y="20"/>
                        </a:lnTo>
                        <a:cubicBezTo>
                          <a:pt x="487" y="50"/>
                          <a:pt x="479" y="80"/>
                          <a:pt x="463" y="107"/>
                        </a:cubicBezTo>
                        <a:cubicBezTo>
                          <a:pt x="448" y="133"/>
                          <a:pt x="426" y="156"/>
                          <a:pt x="400" y="170"/>
                        </a:cubicBezTo>
                        <a:cubicBezTo>
                          <a:pt x="387" y="178"/>
                          <a:pt x="374" y="183"/>
                          <a:pt x="359" y="187"/>
                        </a:cubicBezTo>
                        <a:lnTo>
                          <a:pt x="359" y="187"/>
                        </a:lnTo>
                        <a:cubicBezTo>
                          <a:pt x="359" y="188"/>
                          <a:pt x="358" y="190"/>
                          <a:pt x="357" y="191"/>
                        </a:cubicBezTo>
                        <a:cubicBezTo>
                          <a:pt x="351" y="202"/>
                          <a:pt x="340" y="212"/>
                          <a:pt x="329" y="219"/>
                        </a:cubicBezTo>
                        <a:cubicBezTo>
                          <a:pt x="317" y="226"/>
                          <a:pt x="304" y="229"/>
                          <a:pt x="291" y="229"/>
                        </a:cubicBezTo>
                        <a:cubicBezTo>
                          <a:pt x="277" y="229"/>
                          <a:pt x="264" y="226"/>
                          <a:pt x="253" y="219"/>
                        </a:cubicBezTo>
                        <a:cubicBezTo>
                          <a:pt x="241" y="212"/>
                          <a:pt x="232" y="203"/>
                          <a:pt x="225" y="191"/>
                        </a:cubicBezTo>
                        <a:cubicBezTo>
                          <a:pt x="218" y="180"/>
                          <a:pt x="215" y="167"/>
                          <a:pt x="215" y="153"/>
                        </a:cubicBezTo>
                        <a:cubicBezTo>
                          <a:pt x="215" y="140"/>
                          <a:pt x="218" y="126"/>
                          <a:pt x="225" y="114"/>
                        </a:cubicBezTo>
                        <a:cubicBezTo>
                          <a:pt x="232" y="103"/>
                          <a:pt x="241" y="93"/>
                          <a:pt x="253" y="86"/>
                        </a:cubicBezTo>
                        <a:cubicBezTo>
                          <a:pt x="264" y="80"/>
                          <a:pt x="277" y="76"/>
                          <a:pt x="291" y="76"/>
                        </a:cubicBezTo>
                        <a:cubicBezTo>
                          <a:pt x="304" y="76"/>
                          <a:pt x="318" y="80"/>
                          <a:pt x="329" y="86"/>
                        </a:cubicBezTo>
                        <a:cubicBezTo>
                          <a:pt x="339" y="92"/>
                          <a:pt x="347" y="99"/>
                          <a:pt x="354" y="108"/>
                        </a:cubicBezTo>
                        <a:lnTo>
                          <a:pt x="354" y="108"/>
                        </a:lnTo>
                        <a:cubicBezTo>
                          <a:pt x="356" y="107"/>
                          <a:pt x="359" y="106"/>
                          <a:pt x="362" y="104"/>
                        </a:cubicBezTo>
                        <a:cubicBezTo>
                          <a:pt x="376" y="96"/>
                          <a:pt x="388" y="83"/>
                          <a:pt x="397" y="68"/>
                        </a:cubicBezTo>
                        <a:cubicBezTo>
                          <a:pt x="405" y="54"/>
                          <a:pt x="410" y="37"/>
                          <a:pt x="410" y="20"/>
                        </a:cubicBezTo>
                        <a:cubicBezTo>
                          <a:pt x="410" y="18"/>
                          <a:pt x="410" y="17"/>
                          <a:pt x="410" y="15"/>
                        </a:cubicBezTo>
                        <a:lnTo>
                          <a:pt x="188" y="15"/>
                        </a:lnTo>
                        <a:lnTo>
                          <a:pt x="188" y="15"/>
                        </a:lnTo>
                        <a:cubicBezTo>
                          <a:pt x="158" y="15"/>
                          <a:pt x="128" y="23"/>
                          <a:pt x="102" y="38"/>
                        </a:cubicBezTo>
                        <a:cubicBezTo>
                          <a:pt x="75" y="54"/>
                          <a:pt x="53" y="76"/>
                          <a:pt x="38" y="102"/>
                        </a:cubicBezTo>
                        <a:cubicBezTo>
                          <a:pt x="22" y="128"/>
                          <a:pt x="15" y="158"/>
                          <a:pt x="15" y="188"/>
                        </a:cubicBezTo>
                        <a:lnTo>
                          <a:pt x="15" y="28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5" name="Google Shape;1655;p30"/>
                  <p:cNvSpPr/>
                  <p:nvPr/>
                </p:nvSpPr>
                <p:spPr>
                  <a:xfrm>
                    <a:off x="3478352" y="3928700"/>
                    <a:ext cx="58289" cy="60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" h="154" extrusionOk="0">
                        <a:moveTo>
                          <a:pt x="77" y="153"/>
                        </a:moveTo>
                        <a:lnTo>
                          <a:pt x="77" y="153"/>
                        </a:lnTo>
                        <a:lnTo>
                          <a:pt x="77" y="153"/>
                        </a:lnTo>
                        <a:cubicBezTo>
                          <a:pt x="63" y="153"/>
                          <a:pt x="50" y="150"/>
                          <a:pt x="39" y="143"/>
                        </a:cubicBezTo>
                        <a:cubicBezTo>
                          <a:pt x="27" y="137"/>
                          <a:pt x="17" y="127"/>
                          <a:pt x="11" y="115"/>
                        </a:cubicBezTo>
                        <a:cubicBezTo>
                          <a:pt x="4" y="104"/>
                          <a:pt x="0" y="90"/>
                          <a:pt x="0" y="76"/>
                        </a:cubicBezTo>
                        <a:cubicBezTo>
                          <a:pt x="0" y="63"/>
                          <a:pt x="4" y="50"/>
                          <a:pt x="11" y="38"/>
                        </a:cubicBezTo>
                        <a:cubicBezTo>
                          <a:pt x="17" y="27"/>
                          <a:pt x="27" y="17"/>
                          <a:pt x="39" y="10"/>
                        </a:cubicBezTo>
                        <a:cubicBezTo>
                          <a:pt x="50" y="3"/>
                          <a:pt x="63" y="0"/>
                          <a:pt x="77" y="0"/>
                        </a:cubicBezTo>
                        <a:cubicBezTo>
                          <a:pt x="90" y="0"/>
                          <a:pt x="104" y="4"/>
                          <a:pt x="115" y="10"/>
                        </a:cubicBezTo>
                        <a:cubicBezTo>
                          <a:pt x="127" y="18"/>
                          <a:pt x="136" y="26"/>
                          <a:pt x="143" y="38"/>
                        </a:cubicBezTo>
                        <a:lnTo>
                          <a:pt x="143" y="38"/>
                        </a:lnTo>
                        <a:lnTo>
                          <a:pt x="143" y="38"/>
                        </a:lnTo>
                        <a:cubicBezTo>
                          <a:pt x="144" y="39"/>
                          <a:pt x="144" y="40"/>
                          <a:pt x="144" y="41"/>
                        </a:cubicBezTo>
                        <a:cubicBezTo>
                          <a:pt x="144" y="43"/>
                          <a:pt x="144" y="44"/>
                          <a:pt x="143" y="45"/>
                        </a:cubicBezTo>
                        <a:cubicBezTo>
                          <a:pt x="142" y="46"/>
                          <a:pt x="141" y="47"/>
                          <a:pt x="140" y="48"/>
                        </a:cubicBezTo>
                        <a:lnTo>
                          <a:pt x="139" y="48"/>
                        </a:lnTo>
                        <a:lnTo>
                          <a:pt x="139" y="48"/>
                        </a:lnTo>
                        <a:cubicBezTo>
                          <a:pt x="127" y="53"/>
                          <a:pt x="113" y="56"/>
                          <a:pt x="100" y="56"/>
                        </a:cubicBezTo>
                        <a:cubicBezTo>
                          <a:pt x="99" y="56"/>
                          <a:pt x="99" y="56"/>
                          <a:pt x="99" y="56"/>
                        </a:cubicBezTo>
                        <a:lnTo>
                          <a:pt x="99" y="56"/>
                        </a:lnTo>
                        <a:cubicBezTo>
                          <a:pt x="95" y="56"/>
                          <a:pt x="91" y="57"/>
                          <a:pt x="88" y="59"/>
                        </a:cubicBezTo>
                        <a:cubicBezTo>
                          <a:pt x="84" y="61"/>
                          <a:pt x="81" y="65"/>
                          <a:pt x="79" y="68"/>
                        </a:cubicBezTo>
                        <a:cubicBezTo>
                          <a:pt x="77" y="72"/>
                          <a:pt x="76" y="75"/>
                          <a:pt x="76" y="79"/>
                        </a:cubicBezTo>
                        <a:cubicBezTo>
                          <a:pt x="76" y="83"/>
                          <a:pt x="77" y="88"/>
                          <a:pt x="79" y="91"/>
                        </a:cubicBezTo>
                        <a:cubicBezTo>
                          <a:pt x="81" y="95"/>
                          <a:pt x="84" y="97"/>
                          <a:pt x="88" y="99"/>
                        </a:cubicBezTo>
                        <a:cubicBezTo>
                          <a:pt x="91" y="101"/>
                          <a:pt x="95" y="103"/>
                          <a:pt x="99" y="103"/>
                        </a:cubicBezTo>
                        <a:lnTo>
                          <a:pt x="99" y="103"/>
                        </a:lnTo>
                        <a:cubicBezTo>
                          <a:pt x="112" y="103"/>
                          <a:pt x="126" y="101"/>
                          <a:pt x="138" y="98"/>
                        </a:cubicBezTo>
                        <a:lnTo>
                          <a:pt x="138" y="98"/>
                        </a:lnTo>
                        <a:cubicBezTo>
                          <a:pt x="139" y="98"/>
                          <a:pt x="140" y="98"/>
                          <a:pt x="140" y="98"/>
                        </a:cubicBezTo>
                        <a:cubicBezTo>
                          <a:pt x="142" y="98"/>
                          <a:pt x="143" y="99"/>
                          <a:pt x="144" y="99"/>
                        </a:cubicBezTo>
                        <a:cubicBezTo>
                          <a:pt x="145" y="100"/>
                          <a:pt x="146" y="100"/>
                          <a:pt x="147" y="101"/>
                        </a:cubicBezTo>
                        <a:cubicBezTo>
                          <a:pt x="147" y="102"/>
                          <a:pt x="148" y="104"/>
                          <a:pt x="148" y="105"/>
                        </a:cubicBezTo>
                        <a:cubicBezTo>
                          <a:pt x="148" y="106"/>
                          <a:pt x="147" y="107"/>
                          <a:pt x="147" y="108"/>
                        </a:cubicBezTo>
                        <a:lnTo>
                          <a:pt x="147" y="108"/>
                        </a:lnTo>
                        <a:cubicBezTo>
                          <a:pt x="146" y="110"/>
                          <a:pt x="144" y="113"/>
                          <a:pt x="143" y="115"/>
                        </a:cubicBezTo>
                        <a:cubicBezTo>
                          <a:pt x="136" y="126"/>
                          <a:pt x="126" y="137"/>
                          <a:pt x="115" y="143"/>
                        </a:cubicBezTo>
                        <a:cubicBezTo>
                          <a:pt x="103" y="150"/>
                          <a:pt x="91" y="153"/>
                          <a:pt x="77" y="153"/>
                        </a:cubicBezTo>
                        <a:moveTo>
                          <a:pt x="77" y="15"/>
                        </a:moveTo>
                        <a:lnTo>
                          <a:pt x="77" y="15"/>
                        </a:lnTo>
                        <a:cubicBezTo>
                          <a:pt x="66" y="15"/>
                          <a:pt x="55" y="18"/>
                          <a:pt x="46" y="23"/>
                        </a:cubicBezTo>
                        <a:cubicBezTo>
                          <a:pt x="37" y="28"/>
                          <a:pt x="28" y="37"/>
                          <a:pt x="23" y="46"/>
                        </a:cubicBezTo>
                        <a:cubicBezTo>
                          <a:pt x="17" y="56"/>
                          <a:pt x="15" y="67"/>
                          <a:pt x="15" y="77"/>
                        </a:cubicBezTo>
                        <a:cubicBezTo>
                          <a:pt x="15" y="88"/>
                          <a:pt x="17" y="98"/>
                          <a:pt x="23" y="107"/>
                        </a:cubicBezTo>
                        <a:cubicBezTo>
                          <a:pt x="28" y="117"/>
                          <a:pt x="37" y="125"/>
                          <a:pt x="46" y="130"/>
                        </a:cubicBezTo>
                        <a:cubicBezTo>
                          <a:pt x="55" y="136"/>
                          <a:pt x="66" y="138"/>
                          <a:pt x="77" y="138"/>
                        </a:cubicBezTo>
                        <a:cubicBezTo>
                          <a:pt x="88" y="138"/>
                          <a:pt x="99" y="136"/>
                          <a:pt x="108" y="130"/>
                        </a:cubicBezTo>
                        <a:cubicBezTo>
                          <a:pt x="115" y="126"/>
                          <a:pt x="121" y="121"/>
                          <a:pt x="125" y="115"/>
                        </a:cubicBezTo>
                        <a:lnTo>
                          <a:pt x="125" y="115"/>
                        </a:lnTo>
                        <a:cubicBezTo>
                          <a:pt x="117" y="116"/>
                          <a:pt x="108" y="117"/>
                          <a:pt x="99" y="117"/>
                        </a:cubicBezTo>
                        <a:lnTo>
                          <a:pt x="99" y="117"/>
                        </a:lnTo>
                        <a:lnTo>
                          <a:pt x="99" y="117"/>
                        </a:lnTo>
                        <a:lnTo>
                          <a:pt x="98" y="117"/>
                        </a:lnTo>
                        <a:cubicBezTo>
                          <a:pt x="91" y="117"/>
                          <a:pt x="85" y="115"/>
                          <a:pt x="79" y="112"/>
                        </a:cubicBezTo>
                        <a:cubicBezTo>
                          <a:pt x="73" y="109"/>
                          <a:pt x="68" y="104"/>
                          <a:pt x="65" y="98"/>
                        </a:cubicBezTo>
                        <a:cubicBezTo>
                          <a:pt x="62" y="92"/>
                          <a:pt x="60" y="86"/>
                          <a:pt x="60" y="79"/>
                        </a:cubicBezTo>
                        <a:cubicBezTo>
                          <a:pt x="60" y="73"/>
                          <a:pt x="62" y="66"/>
                          <a:pt x="65" y="60"/>
                        </a:cubicBezTo>
                        <a:cubicBezTo>
                          <a:pt x="68" y="54"/>
                          <a:pt x="73" y="50"/>
                          <a:pt x="79" y="46"/>
                        </a:cubicBezTo>
                        <a:cubicBezTo>
                          <a:pt x="85" y="43"/>
                          <a:pt x="91" y="41"/>
                          <a:pt x="98" y="41"/>
                        </a:cubicBezTo>
                        <a:lnTo>
                          <a:pt x="99" y="41"/>
                        </a:lnTo>
                        <a:lnTo>
                          <a:pt x="99" y="41"/>
                        </a:lnTo>
                        <a:lnTo>
                          <a:pt x="99" y="41"/>
                        </a:lnTo>
                        <a:cubicBezTo>
                          <a:pt x="108" y="41"/>
                          <a:pt x="117" y="40"/>
                          <a:pt x="125" y="38"/>
                        </a:cubicBezTo>
                        <a:lnTo>
                          <a:pt x="125" y="38"/>
                        </a:lnTo>
                        <a:cubicBezTo>
                          <a:pt x="120" y="32"/>
                          <a:pt x="115" y="27"/>
                          <a:pt x="108" y="23"/>
                        </a:cubicBezTo>
                        <a:cubicBezTo>
                          <a:pt x="99" y="18"/>
                          <a:pt x="88" y="15"/>
                          <a:pt x="77" y="1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6" name="Google Shape;1656;p30"/>
                  <p:cNvSpPr/>
                  <p:nvPr/>
                </p:nvSpPr>
                <p:spPr>
                  <a:xfrm>
                    <a:off x="3654783" y="3928700"/>
                    <a:ext cx="57115" cy="60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6" h="154" extrusionOk="0">
                        <a:moveTo>
                          <a:pt x="75" y="153"/>
                        </a:moveTo>
                        <a:lnTo>
                          <a:pt x="75" y="153"/>
                        </a:lnTo>
                        <a:cubicBezTo>
                          <a:pt x="62" y="153"/>
                          <a:pt x="50" y="150"/>
                          <a:pt x="39" y="143"/>
                        </a:cubicBezTo>
                        <a:cubicBezTo>
                          <a:pt x="27" y="137"/>
                          <a:pt x="17" y="127"/>
                          <a:pt x="11" y="115"/>
                        </a:cubicBezTo>
                        <a:cubicBezTo>
                          <a:pt x="4" y="104"/>
                          <a:pt x="0" y="91"/>
                          <a:pt x="0" y="77"/>
                        </a:cubicBezTo>
                        <a:cubicBezTo>
                          <a:pt x="0" y="64"/>
                          <a:pt x="4" y="50"/>
                          <a:pt x="11" y="38"/>
                        </a:cubicBezTo>
                        <a:cubicBezTo>
                          <a:pt x="17" y="27"/>
                          <a:pt x="27" y="17"/>
                          <a:pt x="39" y="10"/>
                        </a:cubicBezTo>
                        <a:cubicBezTo>
                          <a:pt x="50" y="4"/>
                          <a:pt x="62" y="0"/>
                          <a:pt x="75" y="0"/>
                        </a:cubicBezTo>
                        <a:lnTo>
                          <a:pt x="75" y="0"/>
                        </a:lnTo>
                        <a:cubicBezTo>
                          <a:pt x="89" y="0"/>
                          <a:pt x="102" y="4"/>
                          <a:pt x="114" y="10"/>
                        </a:cubicBezTo>
                        <a:cubicBezTo>
                          <a:pt x="125" y="17"/>
                          <a:pt x="135" y="27"/>
                          <a:pt x="142" y="39"/>
                        </a:cubicBezTo>
                        <a:cubicBezTo>
                          <a:pt x="142" y="39"/>
                          <a:pt x="142" y="40"/>
                          <a:pt x="143" y="40"/>
                        </a:cubicBezTo>
                        <a:lnTo>
                          <a:pt x="143" y="40"/>
                        </a:lnTo>
                        <a:cubicBezTo>
                          <a:pt x="143" y="41"/>
                          <a:pt x="144" y="42"/>
                          <a:pt x="144" y="44"/>
                        </a:cubicBezTo>
                        <a:cubicBezTo>
                          <a:pt x="144" y="45"/>
                          <a:pt x="143" y="46"/>
                          <a:pt x="143" y="47"/>
                        </a:cubicBezTo>
                        <a:cubicBezTo>
                          <a:pt x="142" y="48"/>
                          <a:pt x="141" y="50"/>
                          <a:pt x="140" y="50"/>
                        </a:cubicBezTo>
                        <a:cubicBezTo>
                          <a:pt x="139" y="51"/>
                          <a:pt x="139" y="50"/>
                          <a:pt x="138" y="51"/>
                        </a:cubicBezTo>
                        <a:lnTo>
                          <a:pt x="138" y="51"/>
                        </a:lnTo>
                        <a:cubicBezTo>
                          <a:pt x="127" y="54"/>
                          <a:pt x="116" y="56"/>
                          <a:pt x="105" y="56"/>
                        </a:cubicBezTo>
                        <a:lnTo>
                          <a:pt x="104" y="56"/>
                        </a:lnTo>
                        <a:lnTo>
                          <a:pt x="104" y="56"/>
                        </a:lnTo>
                        <a:cubicBezTo>
                          <a:pt x="100" y="56"/>
                          <a:pt x="96" y="57"/>
                          <a:pt x="93" y="59"/>
                        </a:cubicBezTo>
                        <a:cubicBezTo>
                          <a:pt x="89" y="61"/>
                          <a:pt x="86" y="65"/>
                          <a:pt x="84" y="68"/>
                        </a:cubicBezTo>
                        <a:cubicBezTo>
                          <a:pt x="82" y="72"/>
                          <a:pt x="81" y="75"/>
                          <a:pt x="81" y="79"/>
                        </a:cubicBezTo>
                        <a:cubicBezTo>
                          <a:pt x="81" y="83"/>
                          <a:pt x="82" y="88"/>
                          <a:pt x="84" y="91"/>
                        </a:cubicBezTo>
                        <a:cubicBezTo>
                          <a:pt x="86" y="95"/>
                          <a:pt x="89" y="97"/>
                          <a:pt x="93" y="99"/>
                        </a:cubicBezTo>
                        <a:cubicBezTo>
                          <a:pt x="96" y="101"/>
                          <a:pt x="100" y="103"/>
                          <a:pt x="104" y="103"/>
                        </a:cubicBezTo>
                        <a:lnTo>
                          <a:pt x="104" y="103"/>
                        </a:lnTo>
                        <a:cubicBezTo>
                          <a:pt x="105" y="103"/>
                          <a:pt x="105" y="103"/>
                          <a:pt x="105" y="103"/>
                        </a:cubicBezTo>
                        <a:cubicBezTo>
                          <a:pt x="116" y="103"/>
                          <a:pt x="126" y="101"/>
                          <a:pt x="136" y="99"/>
                        </a:cubicBezTo>
                        <a:lnTo>
                          <a:pt x="136" y="99"/>
                        </a:lnTo>
                        <a:lnTo>
                          <a:pt x="137" y="99"/>
                        </a:lnTo>
                        <a:cubicBezTo>
                          <a:pt x="139" y="99"/>
                          <a:pt x="140" y="100"/>
                          <a:pt x="141" y="100"/>
                        </a:cubicBezTo>
                        <a:cubicBezTo>
                          <a:pt x="142" y="101"/>
                          <a:pt x="143" y="101"/>
                          <a:pt x="143" y="102"/>
                        </a:cubicBezTo>
                        <a:lnTo>
                          <a:pt x="143" y="102"/>
                        </a:lnTo>
                        <a:lnTo>
                          <a:pt x="144" y="103"/>
                        </a:lnTo>
                        <a:cubicBezTo>
                          <a:pt x="144" y="104"/>
                          <a:pt x="145" y="105"/>
                          <a:pt x="145" y="107"/>
                        </a:cubicBezTo>
                        <a:cubicBezTo>
                          <a:pt x="145" y="108"/>
                          <a:pt x="145" y="109"/>
                          <a:pt x="144" y="110"/>
                        </a:cubicBezTo>
                        <a:lnTo>
                          <a:pt x="144" y="110"/>
                        </a:lnTo>
                        <a:cubicBezTo>
                          <a:pt x="143" y="111"/>
                          <a:pt x="142" y="113"/>
                          <a:pt x="141" y="115"/>
                        </a:cubicBezTo>
                        <a:cubicBezTo>
                          <a:pt x="135" y="126"/>
                          <a:pt x="125" y="137"/>
                          <a:pt x="113" y="143"/>
                        </a:cubicBezTo>
                        <a:cubicBezTo>
                          <a:pt x="102" y="150"/>
                          <a:pt x="88" y="153"/>
                          <a:pt x="75" y="153"/>
                        </a:cubicBezTo>
                        <a:moveTo>
                          <a:pt x="75" y="15"/>
                        </a:moveTo>
                        <a:lnTo>
                          <a:pt x="75" y="15"/>
                        </a:lnTo>
                        <a:cubicBezTo>
                          <a:pt x="64" y="15"/>
                          <a:pt x="54" y="18"/>
                          <a:pt x="44" y="23"/>
                        </a:cubicBezTo>
                        <a:cubicBezTo>
                          <a:pt x="35" y="28"/>
                          <a:pt x="27" y="37"/>
                          <a:pt x="22" y="46"/>
                        </a:cubicBezTo>
                        <a:cubicBezTo>
                          <a:pt x="16" y="56"/>
                          <a:pt x="13" y="67"/>
                          <a:pt x="13" y="77"/>
                        </a:cubicBezTo>
                        <a:cubicBezTo>
                          <a:pt x="13" y="88"/>
                          <a:pt x="16" y="98"/>
                          <a:pt x="22" y="107"/>
                        </a:cubicBezTo>
                        <a:cubicBezTo>
                          <a:pt x="27" y="117"/>
                          <a:pt x="34" y="125"/>
                          <a:pt x="44" y="130"/>
                        </a:cubicBezTo>
                        <a:cubicBezTo>
                          <a:pt x="53" y="136"/>
                          <a:pt x="64" y="138"/>
                          <a:pt x="75" y="138"/>
                        </a:cubicBezTo>
                        <a:cubicBezTo>
                          <a:pt x="86" y="138"/>
                          <a:pt x="96" y="136"/>
                          <a:pt x="106" y="130"/>
                        </a:cubicBezTo>
                        <a:cubicBezTo>
                          <a:pt x="111" y="127"/>
                          <a:pt x="118" y="122"/>
                          <a:pt x="123" y="116"/>
                        </a:cubicBezTo>
                        <a:lnTo>
                          <a:pt x="123" y="116"/>
                        </a:lnTo>
                        <a:cubicBezTo>
                          <a:pt x="117" y="117"/>
                          <a:pt x="111" y="117"/>
                          <a:pt x="105" y="117"/>
                        </a:cubicBezTo>
                        <a:lnTo>
                          <a:pt x="105" y="117"/>
                        </a:lnTo>
                        <a:lnTo>
                          <a:pt x="105" y="117"/>
                        </a:lnTo>
                        <a:cubicBezTo>
                          <a:pt x="98" y="117"/>
                          <a:pt x="92" y="115"/>
                          <a:pt x="87" y="112"/>
                        </a:cubicBezTo>
                        <a:cubicBezTo>
                          <a:pt x="81" y="109"/>
                          <a:pt x="76" y="104"/>
                          <a:pt x="73" y="98"/>
                        </a:cubicBezTo>
                        <a:cubicBezTo>
                          <a:pt x="70" y="93"/>
                          <a:pt x="68" y="86"/>
                          <a:pt x="68" y="79"/>
                        </a:cubicBezTo>
                        <a:cubicBezTo>
                          <a:pt x="68" y="73"/>
                          <a:pt x="70" y="66"/>
                          <a:pt x="73" y="60"/>
                        </a:cubicBezTo>
                        <a:cubicBezTo>
                          <a:pt x="76" y="55"/>
                          <a:pt x="81" y="51"/>
                          <a:pt x="87" y="47"/>
                        </a:cubicBezTo>
                        <a:cubicBezTo>
                          <a:pt x="92" y="44"/>
                          <a:pt x="98" y="42"/>
                          <a:pt x="105" y="41"/>
                        </a:cubicBezTo>
                        <a:lnTo>
                          <a:pt x="105" y="41"/>
                        </a:lnTo>
                        <a:cubicBezTo>
                          <a:pt x="111" y="41"/>
                          <a:pt x="118" y="41"/>
                          <a:pt x="125" y="39"/>
                        </a:cubicBezTo>
                        <a:lnTo>
                          <a:pt x="125" y="39"/>
                        </a:lnTo>
                        <a:cubicBezTo>
                          <a:pt x="120" y="33"/>
                          <a:pt x="113" y="27"/>
                          <a:pt x="106" y="23"/>
                        </a:cubicBezTo>
                        <a:cubicBezTo>
                          <a:pt x="97" y="18"/>
                          <a:pt x="86" y="15"/>
                          <a:pt x="75" y="1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7" name="Google Shape;1657;p30"/>
                  <p:cNvSpPr/>
                  <p:nvPr/>
                </p:nvSpPr>
                <p:spPr>
                  <a:xfrm>
                    <a:off x="3628182" y="3839114"/>
                    <a:ext cx="135746" cy="135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7" h="347" extrusionOk="0">
                        <a:moveTo>
                          <a:pt x="173" y="346"/>
                        </a:moveTo>
                        <a:lnTo>
                          <a:pt x="173" y="346"/>
                        </a:lnTo>
                        <a:cubicBezTo>
                          <a:pt x="166" y="346"/>
                          <a:pt x="160" y="344"/>
                          <a:pt x="155" y="341"/>
                        </a:cubicBezTo>
                        <a:cubicBezTo>
                          <a:pt x="149" y="338"/>
                          <a:pt x="144" y="333"/>
                          <a:pt x="141" y="327"/>
                        </a:cubicBezTo>
                        <a:cubicBezTo>
                          <a:pt x="138" y="321"/>
                          <a:pt x="136" y="315"/>
                          <a:pt x="136" y="308"/>
                        </a:cubicBezTo>
                        <a:cubicBezTo>
                          <a:pt x="136" y="302"/>
                          <a:pt x="138" y="295"/>
                          <a:pt x="141" y="289"/>
                        </a:cubicBezTo>
                        <a:cubicBezTo>
                          <a:pt x="144" y="283"/>
                          <a:pt x="149" y="279"/>
                          <a:pt x="155" y="275"/>
                        </a:cubicBezTo>
                        <a:cubicBezTo>
                          <a:pt x="160" y="272"/>
                          <a:pt x="166" y="270"/>
                          <a:pt x="173" y="270"/>
                        </a:cubicBezTo>
                        <a:lnTo>
                          <a:pt x="173" y="270"/>
                        </a:lnTo>
                        <a:cubicBezTo>
                          <a:pt x="183" y="270"/>
                          <a:pt x="192" y="269"/>
                          <a:pt x="202" y="266"/>
                        </a:cubicBezTo>
                        <a:lnTo>
                          <a:pt x="202" y="266"/>
                        </a:lnTo>
                        <a:cubicBezTo>
                          <a:pt x="209" y="263"/>
                          <a:pt x="214" y="261"/>
                          <a:pt x="221" y="257"/>
                        </a:cubicBezTo>
                        <a:cubicBezTo>
                          <a:pt x="235" y="249"/>
                          <a:pt x="248" y="236"/>
                          <a:pt x="257" y="221"/>
                        </a:cubicBezTo>
                        <a:cubicBezTo>
                          <a:pt x="265" y="207"/>
                          <a:pt x="270" y="190"/>
                          <a:pt x="270" y="173"/>
                        </a:cubicBezTo>
                        <a:lnTo>
                          <a:pt x="270" y="173"/>
                        </a:lnTo>
                        <a:lnTo>
                          <a:pt x="270" y="172"/>
                        </a:lnTo>
                        <a:cubicBezTo>
                          <a:pt x="270" y="169"/>
                          <a:pt x="270" y="165"/>
                          <a:pt x="269" y="162"/>
                        </a:cubicBezTo>
                        <a:lnTo>
                          <a:pt x="269" y="162"/>
                        </a:lnTo>
                        <a:cubicBezTo>
                          <a:pt x="268" y="149"/>
                          <a:pt x="263" y="136"/>
                          <a:pt x="257" y="124"/>
                        </a:cubicBezTo>
                        <a:cubicBezTo>
                          <a:pt x="248" y="110"/>
                          <a:pt x="236" y="98"/>
                          <a:pt x="221" y="89"/>
                        </a:cubicBezTo>
                        <a:cubicBezTo>
                          <a:pt x="206" y="81"/>
                          <a:pt x="190" y="76"/>
                          <a:pt x="173" y="76"/>
                        </a:cubicBezTo>
                        <a:cubicBezTo>
                          <a:pt x="156" y="76"/>
                          <a:pt x="139" y="81"/>
                          <a:pt x="124" y="89"/>
                        </a:cubicBezTo>
                        <a:cubicBezTo>
                          <a:pt x="109" y="98"/>
                          <a:pt x="97" y="110"/>
                          <a:pt x="89" y="124"/>
                        </a:cubicBezTo>
                        <a:cubicBezTo>
                          <a:pt x="82" y="136"/>
                          <a:pt x="78" y="149"/>
                          <a:pt x="76" y="162"/>
                        </a:cubicBezTo>
                        <a:lnTo>
                          <a:pt x="76" y="162"/>
                        </a:lnTo>
                        <a:cubicBezTo>
                          <a:pt x="76" y="163"/>
                          <a:pt x="75" y="164"/>
                          <a:pt x="75" y="165"/>
                        </a:cubicBezTo>
                        <a:cubicBezTo>
                          <a:pt x="74" y="166"/>
                          <a:pt x="74" y="167"/>
                          <a:pt x="73" y="167"/>
                        </a:cubicBezTo>
                        <a:cubicBezTo>
                          <a:pt x="71" y="168"/>
                          <a:pt x="70" y="168"/>
                          <a:pt x="69" y="168"/>
                        </a:cubicBezTo>
                        <a:lnTo>
                          <a:pt x="7" y="168"/>
                        </a:lnTo>
                        <a:lnTo>
                          <a:pt x="7" y="168"/>
                        </a:lnTo>
                        <a:cubicBezTo>
                          <a:pt x="6" y="168"/>
                          <a:pt x="5" y="168"/>
                          <a:pt x="4" y="167"/>
                        </a:cubicBezTo>
                        <a:cubicBezTo>
                          <a:pt x="3" y="167"/>
                          <a:pt x="2" y="167"/>
                          <a:pt x="2" y="166"/>
                        </a:cubicBezTo>
                        <a:lnTo>
                          <a:pt x="2" y="166"/>
                        </a:lnTo>
                        <a:lnTo>
                          <a:pt x="1" y="165"/>
                        </a:lnTo>
                        <a:cubicBezTo>
                          <a:pt x="0" y="164"/>
                          <a:pt x="0" y="162"/>
                          <a:pt x="0" y="161"/>
                        </a:cubicBezTo>
                        <a:lnTo>
                          <a:pt x="0" y="161"/>
                        </a:lnTo>
                        <a:lnTo>
                          <a:pt x="0" y="161"/>
                        </a:lnTo>
                        <a:cubicBezTo>
                          <a:pt x="2" y="135"/>
                          <a:pt x="10" y="110"/>
                          <a:pt x="23" y="87"/>
                        </a:cubicBezTo>
                        <a:cubicBezTo>
                          <a:pt x="38" y="61"/>
                          <a:pt x="60" y="38"/>
                          <a:pt x="86" y="23"/>
                        </a:cubicBezTo>
                        <a:cubicBezTo>
                          <a:pt x="112" y="8"/>
                          <a:pt x="142" y="0"/>
                          <a:pt x="173" y="0"/>
                        </a:cubicBezTo>
                        <a:cubicBezTo>
                          <a:pt x="203" y="0"/>
                          <a:pt x="233" y="8"/>
                          <a:pt x="259" y="23"/>
                        </a:cubicBezTo>
                        <a:cubicBezTo>
                          <a:pt x="285" y="38"/>
                          <a:pt x="306" y="61"/>
                          <a:pt x="322" y="87"/>
                        </a:cubicBezTo>
                        <a:cubicBezTo>
                          <a:pt x="334" y="110"/>
                          <a:pt x="343" y="135"/>
                          <a:pt x="345" y="161"/>
                        </a:cubicBezTo>
                        <a:cubicBezTo>
                          <a:pt x="345" y="165"/>
                          <a:pt x="346" y="169"/>
                          <a:pt x="346" y="173"/>
                        </a:cubicBezTo>
                        <a:lnTo>
                          <a:pt x="346" y="173"/>
                        </a:lnTo>
                        <a:cubicBezTo>
                          <a:pt x="346" y="204"/>
                          <a:pt x="338" y="233"/>
                          <a:pt x="322" y="260"/>
                        </a:cubicBezTo>
                        <a:cubicBezTo>
                          <a:pt x="307" y="286"/>
                          <a:pt x="285" y="308"/>
                          <a:pt x="259" y="323"/>
                        </a:cubicBezTo>
                        <a:cubicBezTo>
                          <a:pt x="243" y="332"/>
                          <a:pt x="225" y="339"/>
                          <a:pt x="207" y="343"/>
                        </a:cubicBezTo>
                        <a:lnTo>
                          <a:pt x="207" y="343"/>
                        </a:lnTo>
                        <a:cubicBezTo>
                          <a:pt x="196" y="345"/>
                          <a:pt x="185" y="346"/>
                          <a:pt x="174" y="346"/>
                        </a:cubicBezTo>
                        <a:lnTo>
                          <a:pt x="173" y="346"/>
                        </a:lnTo>
                        <a:moveTo>
                          <a:pt x="173" y="61"/>
                        </a:moveTo>
                        <a:lnTo>
                          <a:pt x="173" y="61"/>
                        </a:lnTo>
                        <a:lnTo>
                          <a:pt x="173" y="61"/>
                        </a:lnTo>
                        <a:cubicBezTo>
                          <a:pt x="192" y="61"/>
                          <a:pt x="212" y="66"/>
                          <a:pt x="229" y="76"/>
                        </a:cubicBezTo>
                        <a:cubicBezTo>
                          <a:pt x="246" y="86"/>
                          <a:pt x="260" y="100"/>
                          <a:pt x="270" y="117"/>
                        </a:cubicBezTo>
                        <a:cubicBezTo>
                          <a:pt x="277" y="130"/>
                          <a:pt x="282" y="145"/>
                          <a:pt x="284" y="160"/>
                        </a:cubicBezTo>
                        <a:lnTo>
                          <a:pt x="284" y="160"/>
                        </a:lnTo>
                        <a:cubicBezTo>
                          <a:pt x="284" y="164"/>
                          <a:pt x="285" y="168"/>
                          <a:pt x="285" y="172"/>
                        </a:cubicBezTo>
                        <a:lnTo>
                          <a:pt x="285" y="173"/>
                        </a:lnTo>
                        <a:lnTo>
                          <a:pt x="285" y="173"/>
                        </a:lnTo>
                        <a:lnTo>
                          <a:pt x="285" y="173"/>
                        </a:lnTo>
                        <a:cubicBezTo>
                          <a:pt x="285" y="193"/>
                          <a:pt x="279" y="212"/>
                          <a:pt x="270" y="229"/>
                        </a:cubicBezTo>
                        <a:cubicBezTo>
                          <a:pt x="260" y="246"/>
                          <a:pt x="246" y="260"/>
                          <a:pt x="229" y="270"/>
                        </a:cubicBezTo>
                        <a:cubicBezTo>
                          <a:pt x="222" y="274"/>
                          <a:pt x="214" y="277"/>
                          <a:pt x="206" y="279"/>
                        </a:cubicBezTo>
                        <a:lnTo>
                          <a:pt x="206" y="279"/>
                        </a:lnTo>
                        <a:cubicBezTo>
                          <a:pt x="196" y="283"/>
                          <a:pt x="184" y="285"/>
                          <a:pt x="173" y="285"/>
                        </a:cubicBezTo>
                        <a:lnTo>
                          <a:pt x="173" y="285"/>
                        </a:lnTo>
                        <a:lnTo>
                          <a:pt x="173" y="285"/>
                        </a:lnTo>
                        <a:cubicBezTo>
                          <a:pt x="168" y="285"/>
                          <a:pt x="164" y="286"/>
                          <a:pt x="161" y="288"/>
                        </a:cubicBezTo>
                        <a:cubicBezTo>
                          <a:pt x="157" y="290"/>
                          <a:pt x="154" y="293"/>
                          <a:pt x="152" y="296"/>
                        </a:cubicBezTo>
                        <a:cubicBezTo>
                          <a:pt x="150" y="300"/>
                          <a:pt x="149" y="304"/>
                          <a:pt x="149" y="308"/>
                        </a:cubicBezTo>
                        <a:cubicBezTo>
                          <a:pt x="149" y="312"/>
                          <a:pt x="150" y="317"/>
                          <a:pt x="152" y="320"/>
                        </a:cubicBezTo>
                        <a:cubicBezTo>
                          <a:pt x="154" y="324"/>
                          <a:pt x="157" y="326"/>
                          <a:pt x="161" y="328"/>
                        </a:cubicBezTo>
                        <a:cubicBezTo>
                          <a:pt x="164" y="330"/>
                          <a:pt x="168" y="331"/>
                          <a:pt x="173" y="331"/>
                        </a:cubicBezTo>
                        <a:lnTo>
                          <a:pt x="173" y="331"/>
                        </a:lnTo>
                        <a:lnTo>
                          <a:pt x="173" y="331"/>
                        </a:lnTo>
                        <a:cubicBezTo>
                          <a:pt x="184" y="331"/>
                          <a:pt x="194" y="330"/>
                          <a:pt x="204" y="328"/>
                        </a:cubicBezTo>
                        <a:lnTo>
                          <a:pt x="204" y="328"/>
                        </a:lnTo>
                        <a:cubicBezTo>
                          <a:pt x="221" y="325"/>
                          <a:pt x="237" y="319"/>
                          <a:pt x="252" y="310"/>
                        </a:cubicBezTo>
                        <a:cubicBezTo>
                          <a:pt x="276" y="296"/>
                          <a:pt x="296" y="276"/>
                          <a:pt x="310" y="252"/>
                        </a:cubicBezTo>
                        <a:cubicBezTo>
                          <a:pt x="324" y="228"/>
                          <a:pt x="331" y="201"/>
                          <a:pt x="331" y="173"/>
                        </a:cubicBezTo>
                        <a:cubicBezTo>
                          <a:pt x="331" y="169"/>
                          <a:pt x="331" y="165"/>
                          <a:pt x="331" y="162"/>
                        </a:cubicBezTo>
                        <a:lnTo>
                          <a:pt x="331" y="162"/>
                        </a:lnTo>
                        <a:cubicBezTo>
                          <a:pt x="329" y="138"/>
                          <a:pt x="322" y="114"/>
                          <a:pt x="310" y="94"/>
                        </a:cubicBezTo>
                        <a:cubicBezTo>
                          <a:pt x="296" y="70"/>
                          <a:pt x="276" y="50"/>
                          <a:pt x="252" y="36"/>
                        </a:cubicBezTo>
                        <a:cubicBezTo>
                          <a:pt x="228" y="22"/>
                          <a:pt x="200" y="15"/>
                          <a:pt x="173" y="15"/>
                        </a:cubicBezTo>
                        <a:cubicBezTo>
                          <a:pt x="145" y="15"/>
                          <a:pt x="117" y="22"/>
                          <a:pt x="93" y="36"/>
                        </a:cubicBezTo>
                        <a:cubicBezTo>
                          <a:pt x="68" y="50"/>
                          <a:pt x="49" y="71"/>
                          <a:pt x="36" y="94"/>
                        </a:cubicBezTo>
                        <a:cubicBezTo>
                          <a:pt x="25" y="113"/>
                          <a:pt x="18" y="132"/>
                          <a:pt x="16" y="154"/>
                        </a:cubicBezTo>
                        <a:lnTo>
                          <a:pt x="63" y="154"/>
                        </a:lnTo>
                        <a:lnTo>
                          <a:pt x="63" y="154"/>
                        </a:lnTo>
                        <a:cubicBezTo>
                          <a:pt x="65" y="141"/>
                          <a:pt x="69" y="129"/>
                          <a:pt x="76" y="117"/>
                        </a:cubicBezTo>
                        <a:cubicBezTo>
                          <a:pt x="86" y="101"/>
                          <a:pt x="100" y="86"/>
                          <a:pt x="117" y="76"/>
                        </a:cubicBezTo>
                        <a:cubicBezTo>
                          <a:pt x="134" y="66"/>
                          <a:pt x="153" y="61"/>
                          <a:pt x="173" y="6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8" name="Google Shape;1658;p30"/>
                  <p:cNvSpPr/>
                  <p:nvPr/>
                </p:nvSpPr>
                <p:spPr>
                  <a:xfrm>
                    <a:off x="3835909" y="3928700"/>
                    <a:ext cx="57898" cy="60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" h="154" extrusionOk="0">
                        <a:moveTo>
                          <a:pt x="76" y="153"/>
                        </a:moveTo>
                        <a:lnTo>
                          <a:pt x="76" y="153"/>
                        </a:lnTo>
                        <a:lnTo>
                          <a:pt x="76" y="153"/>
                        </a:lnTo>
                        <a:cubicBezTo>
                          <a:pt x="63" y="153"/>
                          <a:pt x="50" y="150"/>
                          <a:pt x="38" y="143"/>
                        </a:cubicBezTo>
                        <a:cubicBezTo>
                          <a:pt x="26" y="137"/>
                          <a:pt x="17" y="127"/>
                          <a:pt x="10" y="115"/>
                        </a:cubicBezTo>
                        <a:cubicBezTo>
                          <a:pt x="3" y="104"/>
                          <a:pt x="0" y="90"/>
                          <a:pt x="0" y="76"/>
                        </a:cubicBezTo>
                        <a:cubicBezTo>
                          <a:pt x="0" y="63"/>
                          <a:pt x="3" y="50"/>
                          <a:pt x="10" y="38"/>
                        </a:cubicBezTo>
                        <a:cubicBezTo>
                          <a:pt x="17" y="27"/>
                          <a:pt x="26" y="17"/>
                          <a:pt x="38" y="10"/>
                        </a:cubicBezTo>
                        <a:cubicBezTo>
                          <a:pt x="50" y="3"/>
                          <a:pt x="62" y="0"/>
                          <a:pt x="76" y="0"/>
                        </a:cubicBezTo>
                        <a:cubicBezTo>
                          <a:pt x="89" y="0"/>
                          <a:pt x="103" y="4"/>
                          <a:pt x="114" y="10"/>
                        </a:cubicBezTo>
                        <a:cubicBezTo>
                          <a:pt x="126" y="18"/>
                          <a:pt x="136" y="26"/>
                          <a:pt x="142" y="38"/>
                        </a:cubicBezTo>
                        <a:lnTo>
                          <a:pt x="142" y="38"/>
                        </a:lnTo>
                        <a:lnTo>
                          <a:pt x="142" y="38"/>
                        </a:lnTo>
                        <a:cubicBezTo>
                          <a:pt x="143" y="39"/>
                          <a:pt x="143" y="40"/>
                          <a:pt x="143" y="41"/>
                        </a:cubicBezTo>
                        <a:cubicBezTo>
                          <a:pt x="143" y="42"/>
                          <a:pt x="143" y="43"/>
                          <a:pt x="143" y="44"/>
                        </a:cubicBezTo>
                        <a:lnTo>
                          <a:pt x="143" y="44"/>
                        </a:lnTo>
                        <a:lnTo>
                          <a:pt x="142" y="45"/>
                        </a:lnTo>
                        <a:cubicBezTo>
                          <a:pt x="141" y="46"/>
                          <a:pt x="141" y="48"/>
                          <a:pt x="140" y="48"/>
                        </a:cubicBezTo>
                        <a:cubicBezTo>
                          <a:pt x="139" y="49"/>
                          <a:pt x="139" y="48"/>
                          <a:pt x="139" y="48"/>
                        </a:cubicBezTo>
                        <a:lnTo>
                          <a:pt x="139" y="48"/>
                        </a:lnTo>
                        <a:cubicBezTo>
                          <a:pt x="126" y="53"/>
                          <a:pt x="112" y="56"/>
                          <a:pt x="98" y="56"/>
                        </a:cubicBezTo>
                        <a:lnTo>
                          <a:pt x="98" y="56"/>
                        </a:lnTo>
                        <a:lnTo>
                          <a:pt x="98" y="56"/>
                        </a:lnTo>
                        <a:cubicBezTo>
                          <a:pt x="94" y="56"/>
                          <a:pt x="89" y="57"/>
                          <a:pt x="86" y="59"/>
                        </a:cubicBezTo>
                        <a:cubicBezTo>
                          <a:pt x="82" y="61"/>
                          <a:pt x="80" y="64"/>
                          <a:pt x="78" y="67"/>
                        </a:cubicBezTo>
                        <a:cubicBezTo>
                          <a:pt x="76" y="71"/>
                          <a:pt x="75" y="75"/>
                          <a:pt x="75" y="79"/>
                        </a:cubicBezTo>
                        <a:cubicBezTo>
                          <a:pt x="75" y="83"/>
                          <a:pt x="76" y="88"/>
                          <a:pt x="78" y="91"/>
                        </a:cubicBezTo>
                        <a:cubicBezTo>
                          <a:pt x="80" y="95"/>
                          <a:pt x="82" y="97"/>
                          <a:pt x="86" y="99"/>
                        </a:cubicBezTo>
                        <a:cubicBezTo>
                          <a:pt x="89" y="101"/>
                          <a:pt x="94" y="102"/>
                          <a:pt x="98" y="102"/>
                        </a:cubicBezTo>
                        <a:lnTo>
                          <a:pt x="98" y="102"/>
                        </a:lnTo>
                        <a:lnTo>
                          <a:pt x="98" y="102"/>
                        </a:lnTo>
                        <a:cubicBezTo>
                          <a:pt x="111" y="102"/>
                          <a:pt x="125" y="101"/>
                          <a:pt x="138" y="97"/>
                        </a:cubicBezTo>
                        <a:lnTo>
                          <a:pt x="138" y="97"/>
                        </a:lnTo>
                        <a:lnTo>
                          <a:pt x="139" y="97"/>
                        </a:lnTo>
                        <a:cubicBezTo>
                          <a:pt x="141" y="97"/>
                          <a:pt x="142" y="98"/>
                          <a:pt x="143" y="98"/>
                        </a:cubicBezTo>
                        <a:cubicBezTo>
                          <a:pt x="144" y="99"/>
                          <a:pt x="145" y="100"/>
                          <a:pt x="146" y="101"/>
                        </a:cubicBezTo>
                        <a:cubicBezTo>
                          <a:pt x="146" y="102"/>
                          <a:pt x="147" y="103"/>
                          <a:pt x="147" y="105"/>
                        </a:cubicBezTo>
                        <a:cubicBezTo>
                          <a:pt x="147" y="106"/>
                          <a:pt x="147" y="107"/>
                          <a:pt x="146" y="108"/>
                        </a:cubicBezTo>
                        <a:lnTo>
                          <a:pt x="146" y="108"/>
                        </a:lnTo>
                        <a:cubicBezTo>
                          <a:pt x="145" y="110"/>
                          <a:pt x="143" y="112"/>
                          <a:pt x="142" y="115"/>
                        </a:cubicBezTo>
                        <a:cubicBezTo>
                          <a:pt x="135" y="126"/>
                          <a:pt x="126" y="137"/>
                          <a:pt x="114" y="143"/>
                        </a:cubicBezTo>
                        <a:cubicBezTo>
                          <a:pt x="103" y="150"/>
                          <a:pt x="90" y="153"/>
                          <a:pt x="76" y="153"/>
                        </a:cubicBezTo>
                        <a:moveTo>
                          <a:pt x="76" y="15"/>
                        </a:moveTo>
                        <a:lnTo>
                          <a:pt x="76" y="15"/>
                        </a:lnTo>
                        <a:lnTo>
                          <a:pt x="76" y="15"/>
                        </a:lnTo>
                        <a:cubicBezTo>
                          <a:pt x="65" y="15"/>
                          <a:pt x="54" y="18"/>
                          <a:pt x="45" y="23"/>
                        </a:cubicBezTo>
                        <a:cubicBezTo>
                          <a:pt x="35" y="28"/>
                          <a:pt x="28" y="37"/>
                          <a:pt x="23" y="46"/>
                        </a:cubicBezTo>
                        <a:cubicBezTo>
                          <a:pt x="17" y="56"/>
                          <a:pt x="14" y="67"/>
                          <a:pt x="14" y="77"/>
                        </a:cubicBezTo>
                        <a:cubicBezTo>
                          <a:pt x="14" y="88"/>
                          <a:pt x="17" y="98"/>
                          <a:pt x="23" y="107"/>
                        </a:cubicBezTo>
                        <a:cubicBezTo>
                          <a:pt x="28" y="117"/>
                          <a:pt x="35" y="125"/>
                          <a:pt x="45" y="130"/>
                        </a:cubicBezTo>
                        <a:cubicBezTo>
                          <a:pt x="54" y="136"/>
                          <a:pt x="65" y="138"/>
                          <a:pt x="76" y="138"/>
                        </a:cubicBezTo>
                        <a:cubicBezTo>
                          <a:pt x="87" y="138"/>
                          <a:pt x="97" y="136"/>
                          <a:pt x="107" y="130"/>
                        </a:cubicBezTo>
                        <a:cubicBezTo>
                          <a:pt x="113" y="126"/>
                          <a:pt x="120" y="121"/>
                          <a:pt x="125" y="115"/>
                        </a:cubicBezTo>
                        <a:lnTo>
                          <a:pt x="125" y="115"/>
                        </a:lnTo>
                        <a:cubicBezTo>
                          <a:pt x="116" y="116"/>
                          <a:pt x="107" y="117"/>
                          <a:pt x="98" y="117"/>
                        </a:cubicBezTo>
                        <a:lnTo>
                          <a:pt x="98" y="117"/>
                        </a:lnTo>
                        <a:lnTo>
                          <a:pt x="98" y="117"/>
                        </a:lnTo>
                        <a:lnTo>
                          <a:pt x="97" y="117"/>
                        </a:lnTo>
                        <a:cubicBezTo>
                          <a:pt x="90" y="117"/>
                          <a:pt x="84" y="115"/>
                          <a:pt x="78" y="112"/>
                        </a:cubicBezTo>
                        <a:cubicBezTo>
                          <a:pt x="72" y="109"/>
                          <a:pt x="67" y="104"/>
                          <a:pt x="64" y="98"/>
                        </a:cubicBezTo>
                        <a:cubicBezTo>
                          <a:pt x="61" y="92"/>
                          <a:pt x="59" y="86"/>
                          <a:pt x="59" y="79"/>
                        </a:cubicBezTo>
                        <a:cubicBezTo>
                          <a:pt x="59" y="73"/>
                          <a:pt x="61" y="66"/>
                          <a:pt x="64" y="60"/>
                        </a:cubicBezTo>
                        <a:cubicBezTo>
                          <a:pt x="67" y="54"/>
                          <a:pt x="72" y="50"/>
                          <a:pt x="78" y="46"/>
                        </a:cubicBezTo>
                        <a:cubicBezTo>
                          <a:pt x="84" y="43"/>
                          <a:pt x="90" y="41"/>
                          <a:pt x="97" y="41"/>
                        </a:cubicBezTo>
                        <a:lnTo>
                          <a:pt x="98" y="41"/>
                        </a:lnTo>
                        <a:lnTo>
                          <a:pt x="98" y="41"/>
                        </a:lnTo>
                        <a:lnTo>
                          <a:pt x="98" y="41"/>
                        </a:lnTo>
                        <a:cubicBezTo>
                          <a:pt x="107" y="41"/>
                          <a:pt x="116" y="40"/>
                          <a:pt x="124" y="38"/>
                        </a:cubicBezTo>
                        <a:lnTo>
                          <a:pt x="124" y="38"/>
                        </a:lnTo>
                        <a:cubicBezTo>
                          <a:pt x="120" y="32"/>
                          <a:pt x="114" y="27"/>
                          <a:pt x="107" y="23"/>
                        </a:cubicBezTo>
                        <a:cubicBezTo>
                          <a:pt x="98" y="18"/>
                          <a:pt x="87" y="15"/>
                          <a:pt x="76" y="1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9" name="Google Shape;1659;p30"/>
                  <p:cNvSpPr/>
                  <p:nvPr/>
                </p:nvSpPr>
                <p:spPr>
                  <a:xfrm>
                    <a:off x="4011558" y="3928700"/>
                    <a:ext cx="57506" cy="60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" h="154" extrusionOk="0">
                        <a:moveTo>
                          <a:pt x="76" y="153"/>
                        </a:moveTo>
                        <a:lnTo>
                          <a:pt x="76" y="153"/>
                        </a:lnTo>
                        <a:cubicBezTo>
                          <a:pt x="63" y="153"/>
                          <a:pt x="49" y="150"/>
                          <a:pt x="38" y="143"/>
                        </a:cubicBezTo>
                        <a:cubicBezTo>
                          <a:pt x="25" y="137"/>
                          <a:pt x="17" y="127"/>
                          <a:pt x="10" y="115"/>
                        </a:cubicBezTo>
                        <a:cubicBezTo>
                          <a:pt x="3" y="104"/>
                          <a:pt x="0" y="90"/>
                          <a:pt x="0" y="76"/>
                        </a:cubicBezTo>
                        <a:cubicBezTo>
                          <a:pt x="0" y="63"/>
                          <a:pt x="3" y="50"/>
                          <a:pt x="10" y="38"/>
                        </a:cubicBezTo>
                        <a:cubicBezTo>
                          <a:pt x="17" y="27"/>
                          <a:pt x="26" y="17"/>
                          <a:pt x="38" y="10"/>
                        </a:cubicBezTo>
                        <a:cubicBezTo>
                          <a:pt x="50" y="3"/>
                          <a:pt x="62" y="0"/>
                          <a:pt x="76" y="0"/>
                        </a:cubicBezTo>
                        <a:cubicBezTo>
                          <a:pt x="89" y="0"/>
                          <a:pt x="103" y="3"/>
                          <a:pt x="115" y="10"/>
                        </a:cubicBezTo>
                        <a:cubicBezTo>
                          <a:pt x="126" y="17"/>
                          <a:pt x="136" y="27"/>
                          <a:pt x="143" y="38"/>
                        </a:cubicBezTo>
                        <a:cubicBezTo>
                          <a:pt x="143" y="39"/>
                          <a:pt x="143" y="39"/>
                          <a:pt x="144" y="40"/>
                        </a:cubicBezTo>
                        <a:lnTo>
                          <a:pt x="144" y="40"/>
                        </a:lnTo>
                        <a:cubicBezTo>
                          <a:pt x="144" y="41"/>
                          <a:pt x="144" y="42"/>
                          <a:pt x="144" y="43"/>
                        </a:cubicBezTo>
                        <a:lnTo>
                          <a:pt x="144" y="43"/>
                        </a:lnTo>
                        <a:lnTo>
                          <a:pt x="144" y="43"/>
                        </a:lnTo>
                        <a:lnTo>
                          <a:pt x="144" y="43"/>
                        </a:lnTo>
                        <a:cubicBezTo>
                          <a:pt x="144" y="45"/>
                          <a:pt x="143" y="46"/>
                          <a:pt x="143" y="47"/>
                        </a:cubicBezTo>
                        <a:cubicBezTo>
                          <a:pt x="142" y="48"/>
                          <a:pt x="142" y="50"/>
                          <a:pt x="141" y="50"/>
                        </a:cubicBezTo>
                        <a:cubicBezTo>
                          <a:pt x="140" y="51"/>
                          <a:pt x="140" y="50"/>
                          <a:pt x="139" y="51"/>
                        </a:cubicBezTo>
                        <a:lnTo>
                          <a:pt x="139" y="51"/>
                        </a:lnTo>
                        <a:cubicBezTo>
                          <a:pt x="128" y="54"/>
                          <a:pt x="117" y="56"/>
                          <a:pt x="105" y="56"/>
                        </a:cubicBezTo>
                        <a:lnTo>
                          <a:pt x="105" y="56"/>
                        </a:lnTo>
                        <a:cubicBezTo>
                          <a:pt x="101" y="56"/>
                          <a:pt x="97" y="57"/>
                          <a:pt x="94" y="59"/>
                        </a:cubicBezTo>
                        <a:cubicBezTo>
                          <a:pt x="90" y="61"/>
                          <a:pt x="87" y="65"/>
                          <a:pt x="85" y="68"/>
                        </a:cubicBezTo>
                        <a:cubicBezTo>
                          <a:pt x="83" y="72"/>
                          <a:pt x="82" y="75"/>
                          <a:pt x="82" y="79"/>
                        </a:cubicBezTo>
                        <a:cubicBezTo>
                          <a:pt x="82" y="83"/>
                          <a:pt x="83" y="88"/>
                          <a:pt x="85" y="91"/>
                        </a:cubicBezTo>
                        <a:cubicBezTo>
                          <a:pt x="87" y="95"/>
                          <a:pt x="90" y="97"/>
                          <a:pt x="94" y="99"/>
                        </a:cubicBezTo>
                        <a:cubicBezTo>
                          <a:pt x="97" y="101"/>
                          <a:pt x="101" y="103"/>
                          <a:pt x="105" y="103"/>
                        </a:cubicBezTo>
                        <a:lnTo>
                          <a:pt x="105" y="103"/>
                        </a:lnTo>
                        <a:cubicBezTo>
                          <a:pt x="116" y="102"/>
                          <a:pt x="127" y="101"/>
                          <a:pt x="137" y="99"/>
                        </a:cubicBezTo>
                        <a:lnTo>
                          <a:pt x="137" y="99"/>
                        </a:lnTo>
                        <a:cubicBezTo>
                          <a:pt x="138" y="99"/>
                          <a:pt x="138" y="99"/>
                          <a:pt x="139" y="99"/>
                        </a:cubicBezTo>
                        <a:cubicBezTo>
                          <a:pt x="140" y="99"/>
                          <a:pt x="141" y="99"/>
                          <a:pt x="143" y="100"/>
                        </a:cubicBezTo>
                        <a:cubicBezTo>
                          <a:pt x="144" y="101"/>
                          <a:pt x="144" y="101"/>
                          <a:pt x="145" y="102"/>
                        </a:cubicBezTo>
                        <a:lnTo>
                          <a:pt x="145" y="102"/>
                        </a:lnTo>
                        <a:lnTo>
                          <a:pt x="145" y="103"/>
                        </a:lnTo>
                        <a:cubicBezTo>
                          <a:pt x="146" y="104"/>
                          <a:pt x="146" y="105"/>
                          <a:pt x="146" y="107"/>
                        </a:cubicBezTo>
                        <a:cubicBezTo>
                          <a:pt x="146" y="108"/>
                          <a:pt x="146" y="109"/>
                          <a:pt x="146" y="110"/>
                        </a:cubicBezTo>
                        <a:lnTo>
                          <a:pt x="146" y="110"/>
                        </a:lnTo>
                        <a:cubicBezTo>
                          <a:pt x="145" y="111"/>
                          <a:pt x="144" y="113"/>
                          <a:pt x="143" y="115"/>
                        </a:cubicBezTo>
                        <a:cubicBezTo>
                          <a:pt x="136" y="126"/>
                          <a:pt x="126" y="137"/>
                          <a:pt x="115" y="143"/>
                        </a:cubicBezTo>
                        <a:cubicBezTo>
                          <a:pt x="103" y="150"/>
                          <a:pt x="90" y="153"/>
                          <a:pt x="76" y="153"/>
                        </a:cubicBezTo>
                        <a:moveTo>
                          <a:pt x="76" y="15"/>
                        </a:moveTo>
                        <a:lnTo>
                          <a:pt x="76" y="15"/>
                        </a:lnTo>
                        <a:cubicBezTo>
                          <a:pt x="65" y="15"/>
                          <a:pt x="55" y="18"/>
                          <a:pt x="45" y="23"/>
                        </a:cubicBezTo>
                        <a:cubicBezTo>
                          <a:pt x="36" y="28"/>
                          <a:pt x="28" y="37"/>
                          <a:pt x="23" y="46"/>
                        </a:cubicBezTo>
                        <a:cubicBezTo>
                          <a:pt x="17" y="56"/>
                          <a:pt x="14" y="67"/>
                          <a:pt x="14" y="77"/>
                        </a:cubicBezTo>
                        <a:cubicBezTo>
                          <a:pt x="14" y="88"/>
                          <a:pt x="17" y="98"/>
                          <a:pt x="23" y="107"/>
                        </a:cubicBezTo>
                        <a:cubicBezTo>
                          <a:pt x="28" y="117"/>
                          <a:pt x="35" y="125"/>
                          <a:pt x="45" y="130"/>
                        </a:cubicBezTo>
                        <a:cubicBezTo>
                          <a:pt x="54" y="136"/>
                          <a:pt x="65" y="138"/>
                          <a:pt x="76" y="138"/>
                        </a:cubicBezTo>
                        <a:cubicBezTo>
                          <a:pt x="87" y="138"/>
                          <a:pt x="97" y="136"/>
                          <a:pt x="107" y="130"/>
                        </a:cubicBezTo>
                        <a:cubicBezTo>
                          <a:pt x="113" y="126"/>
                          <a:pt x="119" y="122"/>
                          <a:pt x="124" y="116"/>
                        </a:cubicBezTo>
                        <a:lnTo>
                          <a:pt x="124" y="116"/>
                        </a:lnTo>
                        <a:cubicBezTo>
                          <a:pt x="118" y="117"/>
                          <a:pt x="112" y="117"/>
                          <a:pt x="105" y="117"/>
                        </a:cubicBezTo>
                        <a:lnTo>
                          <a:pt x="105" y="117"/>
                        </a:lnTo>
                        <a:cubicBezTo>
                          <a:pt x="99" y="117"/>
                          <a:pt x="93" y="115"/>
                          <a:pt x="88" y="112"/>
                        </a:cubicBezTo>
                        <a:cubicBezTo>
                          <a:pt x="82" y="109"/>
                          <a:pt x="77" y="104"/>
                          <a:pt x="74" y="98"/>
                        </a:cubicBezTo>
                        <a:cubicBezTo>
                          <a:pt x="70" y="92"/>
                          <a:pt x="69" y="86"/>
                          <a:pt x="69" y="79"/>
                        </a:cubicBezTo>
                        <a:cubicBezTo>
                          <a:pt x="69" y="73"/>
                          <a:pt x="70" y="66"/>
                          <a:pt x="74" y="60"/>
                        </a:cubicBezTo>
                        <a:cubicBezTo>
                          <a:pt x="77" y="54"/>
                          <a:pt x="82" y="50"/>
                          <a:pt x="88" y="46"/>
                        </a:cubicBezTo>
                        <a:cubicBezTo>
                          <a:pt x="93" y="43"/>
                          <a:pt x="99" y="41"/>
                          <a:pt x="105" y="41"/>
                        </a:cubicBezTo>
                        <a:lnTo>
                          <a:pt x="105" y="41"/>
                        </a:lnTo>
                        <a:lnTo>
                          <a:pt x="105" y="41"/>
                        </a:lnTo>
                        <a:cubicBezTo>
                          <a:pt x="112" y="41"/>
                          <a:pt x="119" y="41"/>
                          <a:pt x="126" y="39"/>
                        </a:cubicBezTo>
                        <a:lnTo>
                          <a:pt x="126" y="39"/>
                        </a:lnTo>
                        <a:cubicBezTo>
                          <a:pt x="121" y="33"/>
                          <a:pt x="114" y="27"/>
                          <a:pt x="107" y="23"/>
                        </a:cubicBezTo>
                        <a:cubicBezTo>
                          <a:pt x="98" y="18"/>
                          <a:pt x="87" y="15"/>
                          <a:pt x="76" y="1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0" name="Google Shape;1660;p30"/>
                  <p:cNvSpPr/>
                  <p:nvPr/>
                </p:nvSpPr>
                <p:spPr>
                  <a:xfrm>
                    <a:off x="3985348" y="3839114"/>
                    <a:ext cx="135746" cy="135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7" h="347" extrusionOk="0">
                        <a:moveTo>
                          <a:pt x="172" y="346"/>
                        </a:moveTo>
                        <a:lnTo>
                          <a:pt x="172" y="346"/>
                        </a:lnTo>
                        <a:cubicBezTo>
                          <a:pt x="166" y="346"/>
                          <a:pt x="160" y="344"/>
                          <a:pt x="155" y="341"/>
                        </a:cubicBezTo>
                        <a:cubicBezTo>
                          <a:pt x="149" y="338"/>
                          <a:pt x="144" y="333"/>
                          <a:pt x="141" y="327"/>
                        </a:cubicBezTo>
                        <a:cubicBezTo>
                          <a:pt x="137" y="321"/>
                          <a:pt x="136" y="315"/>
                          <a:pt x="136" y="308"/>
                        </a:cubicBezTo>
                        <a:cubicBezTo>
                          <a:pt x="136" y="302"/>
                          <a:pt x="137" y="295"/>
                          <a:pt x="141" y="289"/>
                        </a:cubicBezTo>
                        <a:cubicBezTo>
                          <a:pt x="144" y="283"/>
                          <a:pt x="149" y="279"/>
                          <a:pt x="155" y="275"/>
                        </a:cubicBezTo>
                        <a:cubicBezTo>
                          <a:pt x="160" y="272"/>
                          <a:pt x="166" y="270"/>
                          <a:pt x="172" y="270"/>
                        </a:cubicBezTo>
                        <a:lnTo>
                          <a:pt x="172" y="270"/>
                        </a:lnTo>
                        <a:cubicBezTo>
                          <a:pt x="182" y="270"/>
                          <a:pt x="191" y="269"/>
                          <a:pt x="201" y="266"/>
                        </a:cubicBezTo>
                        <a:lnTo>
                          <a:pt x="201" y="266"/>
                        </a:lnTo>
                        <a:lnTo>
                          <a:pt x="202" y="265"/>
                        </a:lnTo>
                        <a:lnTo>
                          <a:pt x="202" y="265"/>
                        </a:lnTo>
                        <a:cubicBezTo>
                          <a:pt x="209" y="263"/>
                          <a:pt x="215" y="261"/>
                          <a:pt x="221" y="257"/>
                        </a:cubicBezTo>
                        <a:cubicBezTo>
                          <a:pt x="236" y="249"/>
                          <a:pt x="248" y="237"/>
                          <a:pt x="257" y="222"/>
                        </a:cubicBezTo>
                        <a:cubicBezTo>
                          <a:pt x="265" y="208"/>
                          <a:pt x="270" y="190"/>
                          <a:pt x="270" y="173"/>
                        </a:cubicBezTo>
                        <a:lnTo>
                          <a:pt x="270" y="173"/>
                        </a:lnTo>
                        <a:lnTo>
                          <a:pt x="270" y="173"/>
                        </a:lnTo>
                        <a:lnTo>
                          <a:pt x="270" y="172"/>
                        </a:lnTo>
                        <a:cubicBezTo>
                          <a:pt x="270" y="169"/>
                          <a:pt x="269" y="165"/>
                          <a:pt x="269" y="162"/>
                        </a:cubicBezTo>
                        <a:lnTo>
                          <a:pt x="269" y="162"/>
                        </a:lnTo>
                        <a:cubicBezTo>
                          <a:pt x="268" y="149"/>
                          <a:pt x="263" y="136"/>
                          <a:pt x="257" y="124"/>
                        </a:cubicBezTo>
                        <a:cubicBezTo>
                          <a:pt x="248" y="110"/>
                          <a:pt x="236" y="98"/>
                          <a:pt x="221" y="89"/>
                        </a:cubicBezTo>
                        <a:cubicBezTo>
                          <a:pt x="206" y="81"/>
                          <a:pt x="190" y="76"/>
                          <a:pt x="173" y="76"/>
                        </a:cubicBezTo>
                        <a:cubicBezTo>
                          <a:pt x="156" y="76"/>
                          <a:pt x="139" y="81"/>
                          <a:pt x="124" y="89"/>
                        </a:cubicBezTo>
                        <a:cubicBezTo>
                          <a:pt x="109" y="98"/>
                          <a:pt x="96" y="110"/>
                          <a:pt x="88" y="124"/>
                        </a:cubicBezTo>
                        <a:cubicBezTo>
                          <a:pt x="81" y="136"/>
                          <a:pt x="78" y="149"/>
                          <a:pt x="76" y="162"/>
                        </a:cubicBezTo>
                        <a:lnTo>
                          <a:pt x="76" y="162"/>
                        </a:lnTo>
                        <a:cubicBezTo>
                          <a:pt x="76" y="163"/>
                          <a:pt x="75" y="164"/>
                          <a:pt x="75" y="165"/>
                        </a:cubicBezTo>
                        <a:cubicBezTo>
                          <a:pt x="74" y="166"/>
                          <a:pt x="73" y="167"/>
                          <a:pt x="72" y="167"/>
                        </a:cubicBezTo>
                        <a:cubicBezTo>
                          <a:pt x="70" y="168"/>
                          <a:pt x="70" y="168"/>
                          <a:pt x="69" y="168"/>
                        </a:cubicBezTo>
                        <a:lnTo>
                          <a:pt x="69" y="168"/>
                        </a:lnTo>
                        <a:lnTo>
                          <a:pt x="7" y="168"/>
                        </a:lnTo>
                        <a:lnTo>
                          <a:pt x="7" y="168"/>
                        </a:lnTo>
                        <a:cubicBezTo>
                          <a:pt x="6" y="168"/>
                          <a:pt x="5" y="168"/>
                          <a:pt x="4" y="167"/>
                        </a:cubicBezTo>
                        <a:cubicBezTo>
                          <a:pt x="3" y="167"/>
                          <a:pt x="2" y="167"/>
                          <a:pt x="2" y="166"/>
                        </a:cubicBezTo>
                        <a:lnTo>
                          <a:pt x="2" y="166"/>
                        </a:lnTo>
                        <a:lnTo>
                          <a:pt x="1" y="165"/>
                        </a:lnTo>
                        <a:cubicBezTo>
                          <a:pt x="0" y="164"/>
                          <a:pt x="0" y="162"/>
                          <a:pt x="0" y="161"/>
                        </a:cubicBezTo>
                        <a:lnTo>
                          <a:pt x="0" y="161"/>
                        </a:lnTo>
                        <a:lnTo>
                          <a:pt x="0" y="161"/>
                        </a:lnTo>
                        <a:cubicBezTo>
                          <a:pt x="2" y="135"/>
                          <a:pt x="10" y="110"/>
                          <a:pt x="23" y="87"/>
                        </a:cubicBezTo>
                        <a:cubicBezTo>
                          <a:pt x="38" y="61"/>
                          <a:pt x="60" y="38"/>
                          <a:pt x="86" y="23"/>
                        </a:cubicBezTo>
                        <a:cubicBezTo>
                          <a:pt x="112" y="8"/>
                          <a:pt x="141" y="0"/>
                          <a:pt x="172" y="0"/>
                        </a:cubicBezTo>
                        <a:cubicBezTo>
                          <a:pt x="202" y="0"/>
                          <a:pt x="233" y="8"/>
                          <a:pt x="259" y="23"/>
                        </a:cubicBezTo>
                        <a:cubicBezTo>
                          <a:pt x="285" y="38"/>
                          <a:pt x="306" y="61"/>
                          <a:pt x="322" y="87"/>
                        </a:cubicBezTo>
                        <a:cubicBezTo>
                          <a:pt x="334" y="110"/>
                          <a:pt x="343" y="135"/>
                          <a:pt x="345" y="161"/>
                        </a:cubicBezTo>
                        <a:cubicBezTo>
                          <a:pt x="345" y="165"/>
                          <a:pt x="346" y="169"/>
                          <a:pt x="346" y="173"/>
                        </a:cubicBezTo>
                        <a:lnTo>
                          <a:pt x="346" y="173"/>
                        </a:lnTo>
                        <a:cubicBezTo>
                          <a:pt x="345" y="204"/>
                          <a:pt x="337" y="233"/>
                          <a:pt x="322" y="260"/>
                        </a:cubicBezTo>
                        <a:cubicBezTo>
                          <a:pt x="307" y="286"/>
                          <a:pt x="285" y="308"/>
                          <a:pt x="259" y="323"/>
                        </a:cubicBezTo>
                        <a:cubicBezTo>
                          <a:pt x="243" y="332"/>
                          <a:pt x="225" y="339"/>
                          <a:pt x="207" y="343"/>
                        </a:cubicBezTo>
                        <a:lnTo>
                          <a:pt x="207" y="343"/>
                        </a:lnTo>
                        <a:cubicBezTo>
                          <a:pt x="196" y="345"/>
                          <a:pt x="185" y="346"/>
                          <a:pt x="173" y="346"/>
                        </a:cubicBezTo>
                        <a:lnTo>
                          <a:pt x="172" y="346"/>
                        </a:lnTo>
                        <a:moveTo>
                          <a:pt x="208" y="279"/>
                        </a:moveTo>
                        <a:lnTo>
                          <a:pt x="208" y="279"/>
                        </a:lnTo>
                        <a:lnTo>
                          <a:pt x="208" y="279"/>
                        </a:lnTo>
                        <a:cubicBezTo>
                          <a:pt x="207" y="279"/>
                          <a:pt x="207" y="279"/>
                          <a:pt x="206" y="280"/>
                        </a:cubicBezTo>
                        <a:lnTo>
                          <a:pt x="206" y="280"/>
                        </a:lnTo>
                        <a:cubicBezTo>
                          <a:pt x="195" y="283"/>
                          <a:pt x="184" y="285"/>
                          <a:pt x="172" y="285"/>
                        </a:cubicBezTo>
                        <a:lnTo>
                          <a:pt x="172" y="285"/>
                        </a:lnTo>
                        <a:cubicBezTo>
                          <a:pt x="168" y="285"/>
                          <a:pt x="164" y="286"/>
                          <a:pt x="161" y="288"/>
                        </a:cubicBezTo>
                        <a:cubicBezTo>
                          <a:pt x="157" y="290"/>
                          <a:pt x="154" y="294"/>
                          <a:pt x="152" y="297"/>
                        </a:cubicBezTo>
                        <a:cubicBezTo>
                          <a:pt x="150" y="301"/>
                          <a:pt x="149" y="304"/>
                          <a:pt x="149" y="308"/>
                        </a:cubicBezTo>
                        <a:cubicBezTo>
                          <a:pt x="149" y="312"/>
                          <a:pt x="150" y="317"/>
                          <a:pt x="152" y="320"/>
                        </a:cubicBezTo>
                        <a:cubicBezTo>
                          <a:pt x="154" y="324"/>
                          <a:pt x="157" y="326"/>
                          <a:pt x="161" y="328"/>
                        </a:cubicBezTo>
                        <a:cubicBezTo>
                          <a:pt x="164" y="330"/>
                          <a:pt x="168" y="332"/>
                          <a:pt x="172" y="332"/>
                        </a:cubicBezTo>
                        <a:lnTo>
                          <a:pt x="172" y="332"/>
                        </a:lnTo>
                        <a:cubicBezTo>
                          <a:pt x="183" y="331"/>
                          <a:pt x="194" y="330"/>
                          <a:pt x="204" y="328"/>
                        </a:cubicBezTo>
                        <a:lnTo>
                          <a:pt x="204" y="328"/>
                        </a:lnTo>
                        <a:cubicBezTo>
                          <a:pt x="221" y="325"/>
                          <a:pt x="236" y="319"/>
                          <a:pt x="251" y="310"/>
                        </a:cubicBezTo>
                        <a:cubicBezTo>
                          <a:pt x="275" y="296"/>
                          <a:pt x="296" y="277"/>
                          <a:pt x="310" y="252"/>
                        </a:cubicBezTo>
                        <a:cubicBezTo>
                          <a:pt x="323" y="229"/>
                          <a:pt x="331" y="201"/>
                          <a:pt x="331" y="173"/>
                        </a:cubicBezTo>
                        <a:cubicBezTo>
                          <a:pt x="331" y="169"/>
                          <a:pt x="331" y="165"/>
                          <a:pt x="330" y="162"/>
                        </a:cubicBezTo>
                        <a:lnTo>
                          <a:pt x="330" y="162"/>
                        </a:lnTo>
                        <a:cubicBezTo>
                          <a:pt x="329" y="138"/>
                          <a:pt x="322" y="115"/>
                          <a:pt x="310" y="94"/>
                        </a:cubicBezTo>
                        <a:cubicBezTo>
                          <a:pt x="296" y="70"/>
                          <a:pt x="276" y="50"/>
                          <a:pt x="252" y="36"/>
                        </a:cubicBezTo>
                        <a:cubicBezTo>
                          <a:pt x="228" y="22"/>
                          <a:pt x="199" y="15"/>
                          <a:pt x="172" y="15"/>
                        </a:cubicBezTo>
                        <a:cubicBezTo>
                          <a:pt x="144" y="15"/>
                          <a:pt x="117" y="22"/>
                          <a:pt x="93" y="36"/>
                        </a:cubicBezTo>
                        <a:cubicBezTo>
                          <a:pt x="69" y="50"/>
                          <a:pt x="48" y="70"/>
                          <a:pt x="35" y="94"/>
                        </a:cubicBezTo>
                        <a:cubicBezTo>
                          <a:pt x="24" y="112"/>
                          <a:pt x="18" y="133"/>
                          <a:pt x="15" y="154"/>
                        </a:cubicBezTo>
                        <a:lnTo>
                          <a:pt x="62" y="154"/>
                        </a:lnTo>
                        <a:lnTo>
                          <a:pt x="62" y="154"/>
                        </a:lnTo>
                        <a:cubicBezTo>
                          <a:pt x="65" y="141"/>
                          <a:pt x="69" y="129"/>
                          <a:pt x="76" y="117"/>
                        </a:cubicBezTo>
                        <a:cubicBezTo>
                          <a:pt x="86" y="100"/>
                          <a:pt x="100" y="86"/>
                          <a:pt x="117" y="76"/>
                        </a:cubicBezTo>
                        <a:cubicBezTo>
                          <a:pt x="134" y="67"/>
                          <a:pt x="153" y="61"/>
                          <a:pt x="173" y="61"/>
                        </a:cubicBezTo>
                        <a:cubicBezTo>
                          <a:pt x="192" y="61"/>
                          <a:pt x="211" y="67"/>
                          <a:pt x="228" y="76"/>
                        </a:cubicBezTo>
                        <a:cubicBezTo>
                          <a:pt x="245" y="86"/>
                          <a:pt x="259" y="101"/>
                          <a:pt x="269" y="117"/>
                        </a:cubicBezTo>
                        <a:cubicBezTo>
                          <a:pt x="276" y="131"/>
                          <a:pt x="282" y="145"/>
                          <a:pt x="284" y="160"/>
                        </a:cubicBezTo>
                        <a:lnTo>
                          <a:pt x="284" y="160"/>
                        </a:lnTo>
                        <a:cubicBezTo>
                          <a:pt x="284" y="164"/>
                          <a:pt x="284" y="168"/>
                          <a:pt x="284" y="172"/>
                        </a:cubicBezTo>
                        <a:cubicBezTo>
                          <a:pt x="284" y="173"/>
                          <a:pt x="284" y="173"/>
                          <a:pt x="284" y="173"/>
                        </a:cubicBezTo>
                        <a:lnTo>
                          <a:pt x="284" y="173"/>
                        </a:lnTo>
                        <a:lnTo>
                          <a:pt x="284" y="173"/>
                        </a:lnTo>
                        <a:cubicBezTo>
                          <a:pt x="284" y="193"/>
                          <a:pt x="278" y="212"/>
                          <a:pt x="269" y="229"/>
                        </a:cubicBezTo>
                        <a:cubicBezTo>
                          <a:pt x="259" y="246"/>
                          <a:pt x="246" y="261"/>
                          <a:pt x="229" y="270"/>
                        </a:cubicBezTo>
                        <a:cubicBezTo>
                          <a:pt x="222" y="274"/>
                          <a:pt x="215" y="277"/>
                          <a:pt x="208" y="27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1" name="Google Shape;1661;p30"/>
                  <p:cNvSpPr/>
                  <p:nvPr/>
                </p:nvSpPr>
                <p:spPr>
                  <a:xfrm>
                    <a:off x="4163735" y="3839114"/>
                    <a:ext cx="135746" cy="135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7" h="347" extrusionOk="0">
                        <a:moveTo>
                          <a:pt x="173" y="346"/>
                        </a:moveTo>
                        <a:lnTo>
                          <a:pt x="173" y="346"/>
                        </a:lnTo>
                        <a:cubicBezTo>
                          <a:pt x="172" y="346"/>
                          <a:pt x="172" y="346"/>
                          <a:pt x="171" y="346"/>
                        </a:cubicBezTo>
                        <a:cubicBezTo>
                          <a:pt x="165" y="346"/>
                          <a:pt x="158" y="344"/>
                          <a:pt x="153" y="341"/>
                        </a:cubicBezTo>
                        <a:cubicBezTo>
                          <a:pt x="147" y="338"/>
                          <a:pt x="142" y="333"/>
                          <a:pt x="139" y="327"/>
                        </a:cubicBezTo>
                        <a:cubicBezTo>
                          <a:pt x="135" y="321"/>
                          <a:pt x="134" y="315"/>
                          <a:pt x="134" y="308"/>
                        </a:cubicBezTo>
                        <a:cubicBezTo>
                          <a:pt x="134" y="302"/>
                          <a:pt x="135" y="295"/>
                          <a:pt x="139" y="289"/>
                        </a:cubicBezTo>
                        <a:cubicBezTo>
                          <a:pt x="142" y="283"/>
                          <a:pt x="147" y="279"/>
                          <a:pt x="153" y="275"/>
                        </a:cubicBezTo>
                        <a:cubicBezTo>
                          <a:pt x="158" y="272"/>
                          <a:pt x="165" y="270"/>
                          <a:pt x="171" y="270"/>
                        </a:cubicBezTo>
                        <a:cubicBezTo>
                          <a:pt x="172" y="270"/>
                          <a:pt x="172" y="270"/>
                          <a:pt x="173" y="270"/>
                        </a:cubicBezTo>
                        <a:lnTo>
                          <a:pt x="173" y="270"/>
                        </a:lnTo>
                        <a:lnTo>
                          <a:pt x="173" y="270"/>
                        </a:lnTo>
                        <a:cubicBezTo>
                          <a:pt x="184" y="270"/>
                          <a:pt x="194" y="268"/>
                          <a:pt x="204" y="265"/>
                        </a:cubicBezTo>
                        <a:lnTo>
                          <a:pt x="204" y="265"/>
                        </a:lnTo>
                        <a:cubicBezTo>
                          <a:pt x="210" y="263"/>
                          <a:pt x="216" y="260"/>
                          <a:pt x="221" y="257"/>
                        </a:cubicBezTo>
                        <a:cubicBezTo>
                          <a:pt x="236" y="249"/>
                          <a:pt x="248" y="237"/>
                          <a:pt x="257" y="222"/>
                        </a:cubicBezTo>
                        <a:cubicBezTo>
                          <a:pt x="265" y="208"/>
                          <a:pt x="270" y="190"/>
                          <a:pt x="270" y="173"/>
                        </a:cubicBezTo>
                        <a:lnTo>
                          <a:pt x="270" y="173"/>
                        </a:lnTo>
                        <a:lnTo>
                          <a:pt x="270" y="172"/>
                        </a:lnTo>
                        <a:cubicBezTo>
                          <a:pt x="270" y="169"/>
                          <a:pt x="270" y="165"/>
                          <a:pt x="269" y="162"/>
                        </a:cubicBezTo>
                        <a:lnTo>
                          <a:pt x="269" y="162"/>
                        </a:lnTo>
                        <a:cubicBezTo>
                          <a:pt x="268" y="149"/>
                          <a:pt x="263" y="136"/>
                          <a:pt x="257" y="125"/>
                        </a:cubicBezTo>
                        <a:cubicBezTo>
                          <a:pt x="247" y="110"/>
                          <a:pt x="235" y="98"/>
                          <a:pt x="221" y="89"/>
                        </a:cubicBezTo>
                        <a:cubicBezTo>
                          <a:pt x="206" y="81"/>
                          <a:pt x="190" y="76"/>
                          <a:pt x="173" y="76"/>
                        </a:cubicBezTo>
                        <a:cubicBezTo>
                          <a:pt x="156" y="76"/>
                          <a:pt x="139" y="81"/>
                          <a:pt x="124" y="89"/>
                        </a:cubicBezTo>
                        <a:cubicBezTo>
                          <a:pt x="109" y="98"/>
                          <a:pt x="97" y="111"/>
                          <a:pt x="89" y="125"/>
                        </a:cubicBezTo>
                        <a:cubicBezTo>
                          <a:pt x="82" y="137"/>
                          <a:pt x="78" y="149"/>
                          <a:pt x="76" y="162"/>
                        </a:cubicBezTo>
                        <a:lnTo>
                          <a:pt x="76" y="162"/>
                        </a:lnTo>
                        <a:cubicBezTo>
                          <a:pt x="76" y="163"/>
                          <a:pt x="75" y="164"/>
                          <a:pt x="75" y="165"/>
                        </a:cubicBezTo>
                        <a:cubicBezTo>
                          <a:pt x="74" y="166"/>
                          <a:pt x="74" y="167"/>
                          <a:pt x="73" y="167"/>
                        </a:cubicBezTo>
                        <a:cubicBezTo>
                          <a:pt x="71" y="168"/>
                          <a:pt x="70" y="168"/>
                          <a:pt x="69" y="168"/>
                        </a:cubicBezTo>
                        <a:lnTo>
                          <a:pt x="69" y="168"/>
                        </a:lnTo>
                        <a:lnTo>
                          <a:pt x="8" y="168"/>
                        </a:lnTo>
                        <a:lnTo>
                          <a:pt x="8" y="168"/>
                        </a:lnTo>
                        <a:lnTo>
                          <a:pt x="8" y="168"/>
                        </a:lnTo>
                        <a:cubicBezTo>
                          <a:pt x="6" y="168"/>
                          <a:pt x="5" y="168"/>
                          <a:pt x="4" y="167"/>
                        </a:cubicBezTo>
                        <a:cubicBezTo>
                          <a:pt x="3" y="167"/>
                          <a:pt x="3" y="167"/>
                          <a:pt x="2" y="166"/>
                        </a:cubicBezTo>
                        <a:lnTo>
                          <a:pt x="2" y="166"/>
                        </a:lnTo>
                        <a:lnTo>
                          <a:pt x="1" y="165"/>
                        </a:lnTo>
                        <a:cubicBezTo>
                          <a:pt x="1" y="164"/>
                          <a:pt x="0" y="162"/>
                          <a:pt x="0" y="161"/>
                        </a:cubicBezTo>
                        <a:lnTo>
                          <a:pt x="0" y="161"/>
                        </a:lnTo>
                        <a:lnTo>
                          <a:pt x="0" y="161"/>
                        </a:lnTo>
                        <a:cubicBezTo>
                          <a:pt x="2" y="135"/>
                          <a:pt x="10" y="110"/>
                          <a:pt x="23" y="87"/>
                        </a:cubicBezTo>
                        <a:cubicBezTo>
                          <a:pt x="38" y="61"/>
                          <a:pt x="59" y="38"/>
                          <a:pt x="86" y="23"/>
                        </a:cubicBezTo>
                        <a:cubicBezTo>
                          <a:pt x="112" y="8"/>
                          <a:pt x="142" y="0"/>
                          <a:pt x="173" y="0"/>
                        </a:cubicBezTo>
                        <a:cubicBezTo>
                          <a:pt x="203" y="0"/>
                          <a:pt x="232" y="8"/>
                          <a:pt x="259" y="23"/>
                        </a:cubicBezTo>
                        <a:cubicBezTo>
                          <a:pt x="285" y="38"/>
                          <a:pt x="307" y="60"/>
                          <a:pt x="323" y="87"/>
                        </a:cubicBezTo>
                        <a:cubicBezTo>
                          <a:pt x="336" y="109"/>
                          <a:pt x="343" y="135"/>
                          <a:pt x="345" y="161"/>
                        </a:cubicBezTo>
                        <a:cubicBezTo>
                          <a:pt x="346" y="165"/>
                          <a:pt x="346" y="169"/>
                          <a:pt x="346" y="173"/>
                        </a:cubicBezTo>
                        <a:lnTo>
                          <a:pt x="346" y="173"/>
                        </a:lnTo>
                        <a:cubicBezTo>
                          <a:pt x="346" y="204"/>
                          <a:pt x="338" y="235"/>
                          <a:pt x="323" y="260"/>
                        </a:cubicBezTo>
                        <a:cubicBezTo>
                          <a:pt x="307" y="287"/>
                          <a:pt x="285" y="308"/>
                          <a:pt x="259" y="323"/>
                        </a:cubicBezTo>
                        <a:cubicBezTo>
                          <a:pt x="232" y="338"/>
                          <a:pt x="203" y="346"/>
                          <a:pt x="173" y="346"/>
                        </a:cubicBezTo>
                        <a:moveTo>
                          <a:pt x="173" y="61"/>
                        </a:moveTo>
                        <a:lnTo>
                          <a:pt x="173" y="61"/>
                        </a:lnTo>
                        <a:lnTo>
                          <a:pt x="173" y="61"/>
                        </a:lnTo>
                        <a:cubicBezTo>
                          <a:pt x="192" y="61"/>
                          <a:pt x="212" y="66"/>
                          <a:pt x="229" y="76"/>
                        </a:cubicBezTo>
                        <a:cubicBezTo>
                          <a:pt x="246" y="86"/>
                          <a:pt x="260" y="100"/>
                          <a:pt x="270" y="117"/>
                        </a:cubicBezTo>
                        <a:cubicBezTo>
                          <a:pt x="277" y="130"/>
                          <a:pt x="282" y="145"/>
                          <a:pt x="284" y="160"/>
                        </a:cubicBezTo>
                        <a:lnTo>
                          <a:pt x="284" y="160"/>
                        </a:lnTo>
                        <a:cubicBezTo>
                          <a:pt x="284" y="164"/>
                          <a:pt x="285" y="168"/>
                          <a:pt x="285" y="172"/>
                        </a:cubicBezTo>
                        <a:lnTo>
                          <a:pt x="285" y="173"/>
                        </a:lnTo>
                        <a:lnTo>
                          <a:pt x="285" y="173"/>
                        </a:lnTo>
                        <a:lnTo>
                          <a:pt x="285" y="173"/>
                        </a:lnTo>
                        <a:cubicBezTo>
                          <a:pt x="285" y="193"/>
                          <a:pt x="279" y="212"/>
                          <a:pt x="270" y="229"/>
                        </a:cubicBezTo>
                        <a:cubicBezTo>
                          <a:pt x="260" y="246"/>
                          <a:pt x="246" y="261"/>
                          <a:pt x="229" y="270"/>
                        </a:cubicBezTo>
                        <a:cubicBezTo>
                          <a:pt x="223" y="274"/>
                          <a:pt x="216" y="276"/>
                          <a:pt x="209" y="279"/>
                        </a:cubicBezTo>
                        <a:lnTo>
                          <a:pt x="209" y="279"/>
                        </a:lnTo>
                        <a:cubicBezTo>
                          <a:pt x="198" y="283"/>
                          <a:pt x="186" y="285"/>
                          <a:pt x="173" y="285"/>
                        </a:cubicBezTo>
                        <a:lnTo>
                          <a:pt x="173" y="285"/>
                        </a:lnTo>
                        <a:lnTo>
                          <a:pt x="173" y="285"/>
                        </a:lnTo>
                        <a:cubicBezTo>
                          <a:pt x="169" y="285"/>
                          <a:pt x="164" y="286"/>
                          <a:pt x="161" y="288"/>
                        </a:cubicBezTo>
                        <a:cubicBezTo>
                          <a:pt x="157" y="290"/>
                          <a:pt x="155" y="294"/>
                          <a:pt x="153" y="297"/>
                        </a:cubicBezTo>
                        <a:cubicBezTo>
                          <a:pt x="151" y="301"/>
                          <a:pt x="149" y="304"/>
                          <a:pt x="149" y="308"/>
                        </a:cubicBezTo>
                        <a:cubicBezTo>
                          <a:pt x="149" y="312"/>
                          <a:pt x="151" y="317"/>
                          <a:pt x="153" y="320"/>
                        </a:cubicBezTo>
                        <a:cubicBezTo>
                          <a:pt x="155" y="324"/>
                          <a:pt x="157" y="326"/>
                          <a:pt x="161" y="328"/>
                        </a:cubicBezTo>
                        <a:cubicBezTo>
                          <a:pt x="164" y="330"/>
                          <a:pt x="169" y="332"/>
                          <a:pt x="173" y="332"/>
                        </a:cubicBezTo>
                        <a:lnTo>
                          <a:pt x="173" y="332"/>
                        </a:lnTo>
                        <a:cubicBezTo>
                          <a:pt x="201" y="332"/>
                          <a:pt x="228" y="324"/>
                          <a:pt x="252" y="310"/>
                        </a:cubicBezTo>
                        <a:cubicBezTo>
                          <a:pt x="276" y="296"/>
                          <a:pt x="296" y="276"/>
                          <a:pt x="310" y="252"/>
                        </a:cubicBezTo>
                        <a:cubicBezTo>
                          <a:pt x="324" y="228"/>
                          <a:pt x="331" y="201"/>
                          <a:pt x="331" y="173"/>
                        </a:cubicBezTo>
                        <a:cubicBezTo>
                          <a:pt x="331" y="169"/>
                          <a:pt x="331" y="165"/>
                          <a:pt x="331" y="162"/>
                        </a:cubicBezTo>
                        <a:lnTo>
                          <a:pt x="331" y="162"/>
                        </a:lnTo>
                        <a:cubicBezTo>
                          <a:pt x="329" y="138"/>
                          <a:pt x="322" y="115"/>
                          <a:pt x="310" y="94"/>
                        </a:cubicBezTo>
                        <a:cubicBezTo>
                          <a:pt x="296" y="70"/>
                          <a:pt x="276" y="50"/>
                          <a:pt x="252" y="36"/>
                        </a:cubicBezTo>
                        <a:cubicBezTo>
                          <a:pt x="228" y="22"/>
                          <a:pt x="201" y="15"/>
                          <a:pt x="173" y="15"/>
                        </a:cubicBezTo>
                        <a:cubicBezTo>
                          <a:pt x="145" y="15"/>
                          <a:pt x="118" y="22"/>
                          <a:pt x="94" y="36"/>
                        </a:cubicBezTo>
                        <a:cubicBezTo>
                          <a:pt x="70" y="50"/>
                          <a:pt x="50" y="71"/>
                          <a:pt x="36" y="94"/>
                        </a:cubicBezTo>
                        <a:cubicBezTo>
                          <a:pt x="25" y="113"/>
                          <a:pt x="18" y="133"/>
                          <a:pt x="16" y="154"/>
                        </a:cubicBezTo>
                        <a:lnTo>
                          <a:pt x="63" y="154"/>
                        </a:lnTo>
                        <a:lnTo>
                          <a:pt x="63" y="154"/>
                        </a:lnTo>
                        <a:cubicBezTo>
                          <a:pt x="65" y="141"/>
                          <a:pt x="69" y="129"/>
                          <a:pt x="76" y="117"/>
                        </a:cubicBezTo>
                        <a:cubicBezTo>
                          <a:pt x="86" y="101"/>
                          <a:pt x="100" y="86"/>
                          <a:pt x="117" y="76"/>
                        </a:cubicBezTo>
                        <a:cubicBezTo>
                          <a:pt x="134" y="66"/>
                          <a:pt x="153" y="61"/>
                          <a:pt x="173" y="6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2" name="Google Shape;1662;p30"/>
                  <p:cNvSpPr/>
                  <p:nvPr/>
                </p:nvSpPr>
                <p:spPr>
                  <a:xfrm>
                    <a:off x="4191119" y="3928700"/>
                    <a:ext cx="57898" cy="60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" h="154" extrusionOk="0">
                        <a:moveTo>
                          <a:pt x="76" y="153"/>
                        </a:moveTo>
                        <a:lnTo>
                          <a:pt x="76" y="153"/>
                        </a:lnTo>
                        <a:cubicBezTo>
                          <a:pt x="63" y="153"/>
                          <a:pt x="49" y="150"/>
                          <a:pt x="38" y="143"/>
                        </a:cubicBezTo>
                        <a:cubicBezTo>
                          <a:pt x="26" y="137"/>
                          <a:pt x="17" y="127"/>
                          <a:pt x="10" y="115"/>
                        </a:cubicBezTo>
                        <a:cubicBezTo>
                          <a:pt x="3" y="104"/>
                          <a:pt x="0" y="90"/>
                          <a:pt x="0" y="76"/>
                        </a:cubicBezTo>
                        <a:cubicBezTo>
                          <a:pt x="0" y="63"/>
                          <a:pt x="3" y="50"/>
                          <a:pt x="10" y="38"/>
                        </a:cubicBezTo>
                        <a:cubicBezTo>
                          <a:pt x="17" y="27"/>
                          <a:pt x="26" y="17"/>
                          <a:pt x="38" y="10"/>
                        </a:cubicBezTo>
                        <a:cubicBezTo>
                          <a:pt x="49" y="3"/>
                          <a:pt x="62" y="0"/>
                          <a:pt x="76" y="0"/>
                        </a:cubicBezTo>
                        <a:cubicBezTo>
                          <a:pt x="89" y="0"/>
                          <a:pt x="103" y="3"/>
                          <a:pt x="115" y="10"/>
                        </a:cubicBezTo>
                        <a:cubicBezTo>
                          <a:pt x="126" y="17"/>
                          <a:pt x="136" y="27"/>
                          <a:pt x="143" y="38"/>
                        </a:cubicBezTo>
                        <a:cubicBezTo>
                          <a:pt x="143" y="39"/>
                          <a:pt x="143" y="39"/>
                          <a:pt x="143" y="39"/>
                        </a:cubicBezTo>
                        <a:lnTo>
                          <a:pt x="143" y="39"/>
                        </a:lnTo>
                        <a:cubicBezTo>
                          <a:pt x="144" y="40"/>
                          <a:pt x="144" y="42"/>
                          <a:pt x="144" y="43"/>
                        </a:cubicBezTo>
                        <a:cubicBezTo>
                          <a:pt x="144" y="44"/>
                          <a:pt x="144" y="44"/>
                          <a:pt x="144" y="45"/>
                        </a:cubicBezTo>
                        <a:lnTo>
                          <a:pt x="144" y="45"/>
                        </a:lnTo>
                        <a:cubicBezTo>
                          <a:pt x="144" y="46"/>
                          <a:pt x="143" y="46"/>
                          <a:pt x="143" y="46"/>
                        </a:cubicBezTo>
                        <a:cubicBezTo>
                          <a:pt x="143" y="47"/>
                          <a:pt x="142" y="49"/>
                          <a:pt x="141" y="49"/>
                        </a:cubicBezTo>
                        <a:cubicBezTo>
                          <a:pt x="140" y="50"/>
                          <a:pt x="140" y="49"/>
                          <a:pt x="140" y="50"/>
                        </a:cubicBezTo>
                        <a:lnTo>
                          <a:pt x="140" y="50"/>
                        </a:lnTo>
                        <a:cubicBezTo>
                          <a:pt x="128" y="54"/>
                          <a:pt x="116" y="56"/>
                          <a:pt x="104" y="56"/>
                        </a:cubicBezTo>
                        <a:cubicBezTo>
                          <a:pt x="103" y="56"/>
                          <a:pt x="103" y="56"/>
                          <a:pt x="103" y="56"/>
                        </a:cubicBezTo>
                        <a:lnTo>
                          <a:pt x="103" y="56"/>
                        </a:lnTo>
                        <a:cubicBezTo>
                          <a:pt x="99" y="56"/>
                          <a:pt x="94" y="57"/>
                          <a:pt x="91" y="59"/>
                        </a:cubicBezTo>
                        <a:cubicBezTo>
                          <a:pt x="87" y="61"/>
                          <a:pt x="85" y="65"/>
                          <a:pt x="83" y="68"/>
                        </a:cubicBezTo>
                        <a:cubicBezTo>
                          <a:pt x="81" y="72"/>
                          <a:pt x="80" y="75"/>
                          <a:pt x="80" y="79"/>
                        </a:cubicBezTo>
                        <a:cubicBezTo>
                          <a:pt x="80" y="83"/>
                          <a:pt x="81" y="88"/>
                          <a:pt x="83" y="91"/>
                        </a:cubicBezTo>
                        <a:cubicBezTo>
                          <a:pt x="85" y="95"/>
                          <a:pt x="87" y="97"/>
                          <a:pt x="91" y="99"/>
                        </a:cubicBezTo>
                        <a:cubicBezTo>
                          <a:pt x="94" y="101"/>
                          <a:pt x="99" y="102"/>
                          <a:pt x="103" y="102"/>
                        </a:cubicBezTo>
                        <a:lnTo>
                          <a:pt x="103" y="102"/>
                        </a:lnTo>
                        <a:cubicBezTo>
                          <a:pt x="115" y="102"/>
                          <a:pt x="126" y="101"/>
                          <a:pt x="138" y="99"/>
                        </a:cubicBezTo>
                        <a:lnTo>
                          <a:pt x="138" y="99"/>
                        </a:lnTo>
                        <a:cubicBezTo>
                          <a:pt x="138" y="98"/>
                          <a:pt x="139" y="98"/>
                          <a:pt x="139" y="98"/>
                        </a:cubicBezTo>
                        <a:cubicBezTo>
                          <a:pt x="141" y="98"/>
                          <a:pt x="142" y="99"/>
                          <a:pt x="143" y="99"/>
                        </a:cubicBezTo>
                        <a:cubicBezTo>
                          <a:pt x="144" y="100"/>
                          <a:pt x="144" y="100"/>
                          <a:pt x="145" y="101"/>
                        </a:cubicBezTo>
                        <a:lnTo>
                          <a:pt x="145" y="101"/>
                        </a:lnTo>
                        <a:lnTo>
                          <a:pt x="146" y="102"/>
                        </a:lnTo>
                        <a:cubicBezTo>
                          <a:pt x="146" y="103"/>
                          <a:pt x="147" y="104"/>
                          <a:pt x="147" y="106"/>
                        </a:cubicBezTo>
                        <a:cubicBezTo>
                          <a:pt x="147" y="107"/>
                          <a:pt x="146" y="108"/>
                          <a:pt x="146" y="109"/>
                        </a:cubicBezTo>
                        <a:lnTo>
                          <a:pt x="146" y="109"/>
                        </a:lnTo>
                        <a:cubicBezTo>
                          <a:pt x="145" y="111"/>
                          <a:pt x="144" y="113"/>
                          <a:pt x="143" y="115"/>
                        </a:cubicBezTo>
                        <a:cubicBezTo>
                          <a:pt x="136" y="126"/>
                          <a:pt x="127" y="137"/>
                          <a:pt x="115" y="143"/>
                        </a:cubicBezTo>
                        <a:cubicBezTo>
                          <a:pt x="103" y="150"/>
                          <a:pt x="90" y="153"/>
                          <a:pt x="77" y="153"/>
                        </a:cubicBezTo>
                        <a:lnTo>
                          <a:pt x="76" y="153"/>
                        </a:lnTo>
                        <a:moveTo>
                          <a:pt x="76" y="15"/>
                        </a:moveTo>
                        <a:lnTo>
                          <a:pt x="76" y="15"/>
                        </a:lnTo>
                        <a:cubicBezTo>
                          <a:pt x="66" y="15"/>
                          <a:pt x="55" y="19"/>
                          <a:pt x="46" y="23"/>
                        </a:cubicBezTo>
                        <a:cubicBezTo>
                          <a:pt x="36" y="29"/>
                          <a:pt x="28" y="37"/>
                          <a:pt x="23" y="46"/>
                        </a:cubicBezTo>
                        <a:cubicBezTo>
                          <a:pt x="17" y="56"/>
                          <a:pt x="15" y="67"/>
                          <a:pt x="15" y="77"/>
                        </a:cubicBezTo>
                        <a:cubicBezTo>
                          <a:pt x="15" y="88"/>
                          <a:pt x="17" y="98"/>
                          <a:pt x="23" y="107"/>
                        </a:cubicBezTo>
                        <a:cubicBezTo>
                          <a:pt x="28" y="117"/>
                          <a:pt x="36" y="125"/>
                          <a:pt x="46" y="130"/>
                        </a:cubicBezTo>
                        <a:cubicBezTo>
                          <a:pt x="55" y="136"/>
                          <a:pt x="66" y="138"/>
                          <a:pt x="77" y="138"/>
                        </a:cubicBezTo>
                        <a:cubicBezTo>
                          <a:pt x="87" y="138"/>
                          <a:pt x="97" y="136"/>
                          <a:pt x="107" y="130"/>
                        </a:cubicBezTo>
                        <a:cubicBezTo>
                          <a:pt x="113" y="126"/>
                          <a:pt x="120" y="122"/>
                          <a:pt x="124" y="116"/>
                        </a:cubicBezTo>
                        <a:lnTo>
                          <a:pt x="124" y="116"/>
                        </a:lnTo>
                        <a:cubicBezTo>
                          <a:pt x="117" y="117"/>
                          <a:pt x="110" y="117"/>
                          <a:pt x="103" y="117"/>
                        </a:cubicBezTo>
                        <a:lnTo>
                          <a:pt x="103" y="117"/>
                        </a:lnTo>
                        <a:cubicBezTo>
                          <a:pt x="102" y="117"/>
                          <a:pt x="102" y="117"/>
                          <a:pt x="101" y="117"/>
                        </a:cubicBezTo>
                        <a:cubicBezTo>
                          <a:pt x="95" y="117"/>
                          <a:pt x="88" y="115"/>
                          <a:pt x="83" y="112"/>
                        </a:cubicBezTo>
                        <a:cubicBezTo>
                          <a:pt x="77" y="109"/>
                          <a:pt x="72" y="104"/>
                          <a:pt x="69" y="98"/>
                        </a:cubicBezTo>
                        <a:cubicBezTo>
                          <a:pt x="65" y="92"/>
                          <a:pt x="64" y="86"/>
                          <a:pt x="64" y="79"/>
                        </a:cubicBezTo>
                        <a:cubicBezTo>
                          <a:pt x="64" y="73"/>
                          <a:pt x="65" y="66"/>
                          <a:pt x="69" y="60"/>
                        </a:cubicBezTo>
                        <a:cubicBezTo>
                          <a:pt x="72" y="54"/>
                          <a:pt x="77" y="50"/>
                          <a:pt x="83" y="46"/>
                        </a:cubicBezTo>
                        <a:cubicBezTo>
                          <a:pt x="88" y="43"/>
                          <a:pt x="95" y="41"/>
                          <a:pt x="101" y="41"/>
                        </a:cubicBezTo>
                        <a:cubicBezTo>
                          <a:pt x="102" y="41"/>
                          <a:pt x="102" y="41"/>
                          <a:pt x="103" y="41"/>
                        </a:cubicBezTo>
                        <a:lnTo>
                          <a:pt x="103" y="41"/>
                        </a:lnTo>
                        <a:lnTo>
                          <a:pt x="103" y="41"/>
                        </a:lnTo>
                        <a:cubicBezTo>
                          <a:pt x="111" y="41"/>
                          <a:pt x="118" y="40"/>
                          <a:pt x="125" y="39"/>
                        </a:cubicBezTo>
                        <a:lnTo>
                          <a:pt x="125" y="39"/>
                        </a:lnTo>
                        <a:cubicBezTo>
                          <a:pt x="121" y="32"/>
                          <a:pt x="114" y="27"/>
                          <a:pt x="108" y="23"/>
                        </a:cubicBezTo>
                        <a:cubicBezTo>
                          <a:pt x="98" y="18"/>
                          <a:pt x="87" y="15"/>
                          <a:pt x="77" y="15"/>
                        </a:cubicBezTo>
                        <a:lnTo>
                          <a:pt x="76" y="1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3" name="Google Shape;1663;p30"/>
                  <p:cNvSpPr/>
                  <p:nvPr/>
                </p:nvSpPr>
                <p:spPr>
                  <a:xfrm>
                    <a:off x="3443144" y="4042148"/>
                    <a:ext cx="120098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7" extrusionOk="0">
                        <a:moveTo>
                          <a:pt x="299" y="306"/>
                        </a:moveTo>
                        <a:lnTo>
                          <a:pt x="7" y="306"/>
                        </a:lnTo>
                        <a:lnTo>
                          <a:pt x="7" y="306"/>
                        </a:lnTo>
                        <a:lnTo>
                          <a:pt x="7" y="306"/>
                        </a:lnTo>
                        <a:cubicBezTo>
                          <a:pt x="6" y="306"/>
                          <a:pt x="4" y="306"/>
                          <a:pt x="3" y="305"/>
                        </a:cubicBezTo>
                        <a:cubicBezTo>
                          <a:pt x="2" y="305"/>
                          <a:pt x="1" y="305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4"/>
                          <a:pt x="1" y="3"/>
                        </a:cubicBezTo>
                        <a:cubicBezTo>
                          <a:pt x="1" y="2"/>
                          <a:pt x="2" y="2"/>
                          <a:pt x="3" y="1"/>
                        </a:cubicBezTo>
                        <a:cubicBezTo>
                          <a:pt x="4" y="1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1"/>
                          <a:pt x="303" y="1"/>
                        </a:cubicBezTo>
                        <a:cubicBezTo>
                          <a:pt x="304" y="2"/>
                          <a:pt x="304" y="2"/>
                          <a:pt x="305" y="3"/>
                        </a:cubicBezTo>
                        <a:cubicBezTo>
                          <a:pt x="305" y="4"/>
                          <a:pt x="306" y="6"/>
                          <a:pt x="306" y="7"/>
                        </a:cubicBezTo>
                        <a:lnTo>
                          <a:pt x="306" y="7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cubicBezTo>
                          <a:pt x="306" y="300"/>
                          <a:pt x="305" y="302"/>
                          <a:pt x="305" y="303"/>
                        </a:cubicBezTo>
                        <a:cubicBezTo>
                          <a:pt x="304" y="305"/>
                          <a:pt x="304" y="305"/>
                          <a:pt x="303" y="305"/>
                        </a:cubicBezTo>
                        <a:cubicBezTo>
                          <a:pt x="302" y="306"/>
                          <a:pt x="300" y="306"/>
                          <a:pt x="299" y="306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4" y="14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4" name="Google Shape;1664;p30"/>
                  <p:cNvSpPr/>
                  <p:nvPr/>
                </p:nvSpPr>
                <p:spPr>
                  <a:xfrm>
                    <a:off x="3598059" y="4042148"/>
                    <a:ext cx="120098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7" extrusionOk="0">
                        <a:moveTo>
                          <a:pt x="299" y="306"/>
                        </a:moveTo>
                        <a:lnTo>
                          <a:pt x="7" y="306"/>
                        </a:lnTo>
                        <a:lnTo>
                          <a:pt x="7" y="306"/>
                        </a:lnTo>
                        <a:lnTo>
                          <a:pt x="7" y="306"/>
                        </a:lnTo>
                        <a:cubicBezTo>
                          <a:pt x="6" y="306"/>
                          <a:pt x="4" y="306"/>
                          <a:pt x="3" y="305"/>
                        </a:cubicBezTo>
                        <a:cubicBezTo>
                          <a:pt x="1" y="305"/>
                          <a:pt x="1" y="305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4"/>
                          <a:pt x="1" y="3"/>
                        </a:cubicBezTo>
                        <a:cubicBezTo>
                          <a:pt x="1" y="2"/>
                          <a:pt x="1" y="2"/>
                          <a:pt x="3" y="1"/>
                        </a:cubicBezTo>
                        <a:cubicBezTo>
                          <a:pt x="4" y="1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1"/>
                          <a:pt x="303" y="1"/>
                        </a:cubicBezTo>
                        <a:cubicBezTo>
                          <a:pt x="304" y="2"/>
                          <a:pt x="304" y="2"/>
                          <a:pt x="305" y="3"/>
                        </a:cubicBezTo>
                        <a:cubicBezTo>
                          <a:pt x="305" y="4"/>
                          <a:pt x="306" y="6"/>
                          <a:pt x="306" y="7"/>
                        </a:cubicBezTo>
                        <a:lnTo>
                          <a:pt x="306" y="7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cubicBezTo>
                          <a:pt x="306" y="300"/>
                          <a:pt x="305" y="302"/>
                          <a:pt x="305" y="303"/>
                        </a:cubicBezTo>
                        <a:cubicBezTo>
                          <a:pt x="304" y="304"/>
                          <a:pt x="304" y="305"/>
                          <a:pt x="303" y="305"/>
                        </a:cubicBezTo>
                        <a:cubicBezTo>
                          <a:pt x="302" y="306"/>
                          <a:pt x="300" y="306"/>
                          <a:pt x="299" y="306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4" y="14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5" name="Google Shape;1665;p30"/>
                  <p:cNvSpPr/>
                  <p:nvPr/>
                </p:nvSpPr>
                <p:spPr>
                  <a:xfrm>
                    <a:off x="3752975" y="4042148"/>
                    <a:ext cx="120490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" h="307" extrusionOk="0">
                        <a:moveTo>
                          <a:pt x="300" y="306"/>
                        </a:moveTo>
                        <a:lnTo>
                          <a:pt x="8" y="306"/>
                        </a:lnTo>
                        <a:lnTo>
                          <a:pt x="8" y="306"/>
                        </a:lnTo>
                        <a:lnTo>
                          <a:pt x="8" y="306"/>
                        </a:lnTo>
                        <a:cubicBezTo>
                          <a:pt x="6" y="306"/>
                          <a:pt x="5" y="306"/>
                          <a:pt x="4" y="305"/>
                        </a:cubicBezTo>
                        <a:cubicBezTo>
                          <a:pt x="3" y="305"/>
                          <a:pt x="1" y="305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4"/>
                          <a:pt x="1" y="3"/>
                        </a:cubicBezTo>
                        <a:cubicBezTo>
                          <a:pt x="1" y="2"/>
                          <a:pt x="3" y="2"/>
                          <a:pt x="4" y="1"/>
                        </a:cubicBezTo>
                        <a:cubicBezTo>
                          <a:pt x="5" y="1"/>
                          <a:pt x="6" y="0"/>
                          <a:pt x="8" y="0"/>
                        </a:cubicBezTo>
                        <a:lnTo>
                          <a:pt x="8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cubicBezTo>
                          <a:pt x="301" y="0"/>
                          <a:pt x="302" y="1"/>
                          <a:pt x="303" y="1"/>
                        </a:cubicBezTo>
                        <a:cubicBezTo>
                          <a:pt x="304" y="2"/>
                          <a:pt x="305" y="2"/>
                          <a:pt x="306" y="3"/>
                        </a:cubicBezTo>
                        <a:cubicBezTo>
                          <a:pt x="307" y="4"/>
                          <a:pt x="307" y="6"/>
                          <a:pt x="307" y="7"/>
                        </a:cubicBezTo>
                        <a:lnTo>
                          <a:pt x="307" y="7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cubicBezTo>
                          <a:pt x="307" y="300"/>
                          <a:pt x="307" y="302"/>
                          <a:pt x="306" y="303"/>
                        </a:cubicBezTo>
                        <a:cubicBezTo>
                          <a:pt x="305" y="305"/>
                          <a:pt x="304" y="305"/>
                          <a:pt x="303" y="305"/>
                        </a:cubicBezTo>
                        <a:cubicBezTo>
                          <a:pt x="302" y="306"/>
                          <a:pt x="301" y="306"/>
                          <a:pt x="300" y="306"/>
                        </a:cubicBezTo>
                        <a:moveTo>
                          <a:pt x="15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5" y="14"/>
                        </a:lnTo>
                        <a:lnTo>
                          <a:pt x="15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6" name="Google Shape;1666;p30"/>
                  <p:cNvSpPr/>
                  <p:nvPr/>
                </p:nvSpPr>
                <p:spPr>
                  <a:xfrm>
                    <a:off x="3907890" y="4042148"/>
                    <a:ext cx="120490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" h="307" extrusionOk="0">
                        <a:moveTo>
                          <a:pt x="300" y="306"/>
                        </a:moveTo>
                        <a:lnTo>
                          <a:pt x="8" y="306"/>
                        </a:lnTo>
                        <a:lnTo>
                          <a:pt x="8" y="306"/>
                        </a:lnTo>
                        <a:lnTo>
                          <a:pt x="8" y="306"/>
                        </a:lnTo>
                        <a:cubicBezTo>
                          <a:pt x="6" y="306"/>
                          <a:pt x="5" y="306"/>
                          <a:pt x="4" y="305"/>
                        </a:cubicBezTo>
                        <a:cubicBezTo>
                          <a:pt x="3" y="305"/>
                          <a:pt x="1" y="304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4"/>
                          <a:pt x="1" y="3"/>
                        </a:cubicBezTo>
                        <a:cubicBezTo>
                          <a:pt x="1" y="2"/>
                          <a:pt x="3" y="2"/>
                          <a:pt x="4" y="1"/>
                        </a:cubicBezTo>
                        <a:cubicBezTo>
                          <a:pt x="5" y="1"/>
                          <a:pt x="6" y="0"/>
                          <a:pt x="8" y="0"/>
                        </a:cubicBezTo>
                        <a:lnTo>
                          <a:pt x="8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cubicBezTo>
                          <a:pt x="301" y="0"/>
                          <a:pt x="302" y="1"/>
                          <a:pt x="303" y="1"/>
                        </a:cubicBezTo>
                        <a:cubicBezTo>
                          <a:pt x="304" y="2"/>
                          <a:pt x="305" y="2"/>
                          <a:pt x="306" y="3"/>
                        </a:cubicBezTo>
                        <a:cubicBezTo>
                          <a:pt x="307" y="4"/>
                          <a:pt x="307" y="6"/>
                          <a:pt x="307" y="7"/>
                        </a:cubicBezTo>
                        <a:lnTo>
                          <a:pt x="307" y="7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cubicBezTo>
                          <a:pt x="307" y="300"/>
                          <a:pt x="307" y="302"/>
                          <a:pt x="306" y="303"/>
                        </a:cubicBezTo>
                        <a:cubicBezTo>
                          <a:pt x="305" y="304"/>
                          <a:pt x="304" y="305"/>
                          <a:pt x="303" y="305"/>
                        </a:cubicBezTo>
                        <a:cubicBezTo>
                          <a:pt x="302" y="306"/>
                          <a:pt x="301" y="306"/>
                          <a:pt x="300" y="306"/>
                        </a:cubicBezTo>
                        <a:moveTo>
                          <a:pt x="15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5" y="14"/>
                        </a:lnTo>
                        <a:lnTo>
                          <a:pt x="15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7" name="Google Shape;1667;p30"/>
                  <p:cNvSpPr/>
                  <p:nvPr/>
                </p:nvSpPr>
                <p:spPr>
                  <a:xfrm>
                    <a:off x="4062805" y="4042148"/>
                    <a:ext cx="120490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" h="307" extrusionOk="0">
                        <a:moveTo>
                          <a:pt x="300" y="306"/>
                        </a:moveTo>
                        <a:lnTo>
                          <a:pt x="8" y="306"/>
                        </a:lnTo>
                        <a:lnTo>
                          <a:pt x="8" y="306"/>
                        </a:lnTo>
                        <a:lnTo>
                          <a:pt x="8" y="306"/>
                        </a:lnTo>
                        <a:cubicBezTo>
                          <a:pt x="6" y="306"/>
                          <a:pt x="5" y="306"/>
                          <a:pt x="4" y="305"/>
                        </a:cubicBezTo>
                        <a:cubicBezTo>
                          <a:pt x="3" y="305"/>
                          <a:pt x="1" y="304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4"/>
                          <a:pt x="1" y="3"/>
                        </a:cubicBezTo>
                        <a:cubicBezTo>
                          <a:pt x="1" y="2"/>
                          <a:pt x="3" y="2"/>
                          <a:pt x="4" y="1"/>
                        </a:cubicBezTo>
                        <a:cubicBezTo>
                          <a:pt x="5" y="1"/>
                          <a:pt x="6" y="0"/>
                          <a:pt x="8" y="0"/>
                        </a:cubicBezTo>
                        <a:lnTo>
                          <a:pt x="8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cubicBezTo>
                          <a:pt x="301" y="0"/>
                          <a:pt x="302" y="1"/>
                          <a:pt x="303" y="1"/>
                        </a:cubicBezTo>
                        <a:cubicBezTo>
                          <a:pt x="304" y="2"/>
                          <a:pt x="305" y="2"/>
                          <a:pt x="306" y="3"/>
                        </a:cubicBezTo>
                        <a:cubicBezTo>
                          <a:pt x="307" y="4"/>
                          <a:pt x="307" y="6"/>
                          <a:pt x="307" y="7"/>
                        </a:cubicBezTo>
                        <a:lnTo>
                          <a:pt x="307" y="7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cubicBezTo>
                          <a:pt x="307" y="300"/>
                          <a:pt x="307" y="302"/>
                          <a:pt x="306" y="303"/>
                        </a:cubicBezTo>
                        <a:cubicBezTo>
                          <a:pt x="305" y="304"/>
                          <a:pt x="304" y="305"/>
                          <a:pt x="303" y="305"/>
                        </a:cubicBezTo>
                        <a:cubicBezTo>
                          <a:pt x="301" y="306"/>
                          <a:pt x="301" y="306"/>
                          <a:pt x="300" y="306"/>
                        </a:cubicBezTo>
                        <a:moveTo>
                          <a:pt x="15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5" y="14"/>
                        </a:lnTo>
                        <a:lnTo>
                          <a:pt x="15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8" name="Google Shape;1668;p30"/>
                  <p:cNvSpPr/>
                  <p:nvPr/>
                </p:nvSpPr>
                <p:spPr>
                  <a:xfrm>
                    <a:off x="4220851" y="4044887"/>
                    <a:ext cx="114622" cy="114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" h="293" extrusionOk="0">
                        <a:moveTo>
                          <a:pt x="146" y="292"/>
                        </a:moveTo>
                        <a:lnTo>
                          <a:pt x="0" y="292"/>
                        </a:lnTo>
                        <a:lnTo>
                          <a:pt x="0" y="0"/>
                        </a:lnTo>
                        <a:lnTo>
                          <a:pt x="292" y="0"/>
                        </a:lnTo>
                        <a:lnTo>
                          <a:pt x="292" y="292"/>
                        </a:lnTo>
                        <a:lnTo>
                          <a:pt x="146" y="292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69" name="Google Shape;1669;p30"/>
                  <p:cNvSpPr/>
                  <p:nvPr/>
                </p:nvSpPr>
                <p:spPr>
                  <a:xfrm>
                    <a:off x="4218112" y="4042148"/>
                    <a:ext cx="120098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7" extrusionOk="0">
                        <a:moveTo>
                          <a:pt x="299" y="306"/>
                        </a:moveTo>
                        <a:lnTo>
                          <a:pt x="7" y="306"/>
                        </a:lnTo>
                        <a:lnTo>
                          <a:pt x="7" y="306"/>
                        </a:lnTo>
                        <a:lnTo>
                          <a:pt x="7" y="306"/>
                        </a:lnTo>
                        <a:cubicBezTo>
                          <a:pt x="6" y="306"/>
                          <a:pt x="4" y="306"/>
                          <a:pt x="3" y="305"/>
                        </a:cubicBezTo>
                        <a:cubicBezTo>
                          <a:pt x="2" y="305"/>
                          <a:pt x="1" y="304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4"/>
                          <a:pt x="1" y="3"/>
                        </a:cubicBezTo>
                        <a:cubicBezTo>
                          <a:pt x="1" y="2"/>
                          <a:pt x="2" y="2"/>
                          <a:pt x="3" y="1"/>
                        </a:cubicBezTo>
                        <a:cubicBezTo>
                          <a:pt x="4" y="1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1"/>
                          <a:pt x="303" y="1"/>
                        </a:cubicBezTo>
                        <a:cubicBezTo>
                          <a:pt x="304" y="2"/>
                          <a:pt x="304" y="2"/>
                          <a:pt x="305" y="3"/>
                        </a:cubicBezTo>
                        <a:cubicBezTo>
                          <a:pt x="305" y="4"/>
                          <a:pt x="306" y="6"/>
                          <a:pt x="306" y="7"/>
                        </a:cubicBezTo>
                        <a:lnTo>
                          <a:pt x="306" y="7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cubicBezTo>
                          <a:pt x="306" y="300"/>
                          <a:pt x="305" y="302"/>
                          <a:pt x="305" y="303"/>
                        </a:cubicBezTo>
                        <a:cubicBezTo>
                          <a:pt x="304" y="304"/>
                          <a:pt x="304" y="305"/>
                          <a:pt x="303" y="305"/>
                        </a:cubicBezTo>
                        <a:cubicBezTo>
                          <a:pt x="302" y="306"/>
                          <a:pt x="300" y="306"/>
                          <a:pt x="299" y="306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4" y="14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0" name="Google Shape;1670;p30"/>
                  <p:cNvSpPr/>
                  <p:nvPr/>
                </p:nvSpPr>
                <p:spPr>
                  <a:xfrm>
                    <a:off x="3443144" y="4183372"/>
                    <a:ext cx="120098" cy="120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8" extrusionOk="0">
                        <a:moveTo>
                          <a:pt x="299" y="307"/>
                        </a:moveTo>
                        <a:lnTo>
                          <a:pt x="7" y="307"/>
                        </a:lnTo>
                        <a:lnTo>
                          <a:pt x="7" y="307"/>
                        </a:lnTo>
                        <a:lnTo>
                          <a:pt x="7" y="307"/>
                        </a:lnTo>
                        <a:cubicBezTo>
                          <a:pt x="6" y="307"/>
                          <a:pt x="4" y="307"/>
                          <a:pt x="3" y="306"/>
                        </a:cubicBezTo>
                        <a:cubicBezTo>
                          <a:pt x="2" y="306"/>
                          <a:pt x="1" y="304"/>
                          <a:pt x="1" y="303"/>
                        </a:cubicBezTo>
                        <a:cubicBezTo>
                          <a:pt x="0" y="302"/>
                          <a:pt x="0" y="301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1" y="3"/>
                          <a:pt x="2" y="2"/>
                          <a:pt x="3" y="1"/>
                        </a:cubicBezTo>
                        <a:cubicBezTo>
                          <a:pt x="4" y="0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0"/>
                          <a:pt x="303" y="1"/>
                        </a:cubicBezTo>
                        <a:cubicBezTo>
                          <a:pt x="304" y="2"/>
                          <a:pt x="304" y="3"/>
                          <a:pt x="305" y="4"/>
                        </a:cubicBezTo>
                        <a:cubicBezTo>
                          <a:pt x="305" y="5"/>
                          <a:pt x="306" y="6"/>
                          <a:pt x="306" y="7"/>
                        </a:cubicBezTo>
                        <a:lnTo>
                          <a:pt x="306" y="7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cubicBezTo>
                          <a:pt x="306" y="301"/>
                          <a:pt x="305" y="302"/>
                          <a:pt x="305" y="303"/>
                        </a:cubicBezTo>
                        <a:cubicBezTo>
                          <a:pt x="304" y="304"/>
                          <a:pt x="304" y="306"/>
                          <a:pt x="303" y="306"/>
                        </a:cubicBezTo>
                        <a:cubicBezTo>
                          <a:pt x="302" y="307"/>
                          <a:pt x="300" y="307"/>
                          <a:pt x="299" y="307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5"/>
                        </a:lnTo>
                        <a:lnTo>
                          <a:pt x="14" y="15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1" name="Google Shape;1671;p30"/>
                  <p:cNvSpPr/>
                  <p:nvPr/>
                </p:nvSpPr>
                <p:spPr>
                  <a:xfrm>
                    <a:off x="3598059" y="4183372"/>
                    <a:ext cx="120098" cy="120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8" extrusionOk="0">
                        <a:moveTo>
                          <a:pt x="299" y="307"/>
                        </a:moveTo>
                        <a:lnTo>
                          <a:pt x="7" y="307"/>
                        </a:lnTo>
                        <a:lnTo>
                          <a:pt x="7" y="307"/>
                        </a:lnTo>
                        <a:lnTo>
                          <a:pt x="7" y="307"/>
                        </a:lnTo>
                        <a:cubicBezTo>
                          <a:pt x="6" y="307"/>
                          <a:pt x="4" y="307"/>
                          <a:pt x="3" y="306"/>
                        </a:cubicBezTo>
                        <a:cubicBezTo>
                          <a:pt x="1" y="306"/>
                          <a:pt x="1" y="304"/>
                          <a:pt x="1" y="303"/>
                        </a:cubicBezTo>
                        <a:cubicBezTo>
                          <a:pt x="0" y="302"/>
                          <a:pt x="0" y="301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1" y="3"/>
                          <a:pt x="1" y="2"/>
                          <a:pt x="3" y="1"/>
                        </a:cubicBezTo>
                        <a:cubicBezTo>
                          <a:pt x="4" y="0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0"/>
                          <a:pt x="303" y="1"/>
                        </a:cubicBezTo>
                        <a:cubicBezTo>
                          <a:pt x="304" y="2"/>
                          <a:pt x="304" y="3"/>
                          <a:pt x="305" y="4"/>
                        </a:cubicBezTo>
                        <a:cubicBezTo>
                          <a:pt x="305" y="5"/>
                          <a:pt x="306" y="6"/>
                          <a:pt x="306" y="7"/>
                        </a:cubicBezTo>
                        <a:lnTo>
                          <a:pt x="306" y="7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cubicBezTo>
                          <a:pt x="306" y="301"/>
                          <a:pt x="305" y="302"/>
                          <a:pt x="305" y="303"/>
                        </a:cubicBezTo>
                        <a:cubicBezTo>
                          <a:pt x="304" y="304"/>
                          <a:pt x="304" y="306"/>
                          <a:pt x="303" y="306"/>
                        </a:cubicBezTo>
                        <a:cubicBezTo>
                          <a:pt x="302" y="307"/>
                          <a:pt x="300" y="307"/>
                          <a:pt x="299" y="307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5"/>
                        </a:lnTo>
                        <a:lnTo>
                          <a:pt x="14" y="15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2" name="Google Shape;1672;p30"/>
                  <p:cNvSpPr/>
                  <p:nvPr/>
                </p:nvSpPr>
                <p:spPr>
                  <a:xfrm>
                    <a:off x="3752975" y="4183372"/>
                    <a:ext cx="120490" cy="120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" h="308" extrusionOk="0">
                        <a:moveTo>
                          <a:pt x="300" y="307"/>
                        </a:moveTo>
                        <a:lnTo>
                          <a:pt x="8" y="307"/>
                        </a:lnTo>
                        <a:lnTo>
                          <a:pt x="8" y="307"/>
                        </a:lnTo>
                        <a:lnTo>
                          <a:pt x="8" y="307"/>
                        </a:lnTo>
                        <a:cubicBezTo>
                          <a:pt x="6" y="307"/>
                          <a:pt x="5" y="307"/>
                          <a:pt x="4" y="306"/>
                        </a:cubicBezTo>
                        <a:cubicBezTo>
                          <a:pt x="3" y="306"/>
                          <a:pt x="1" y="304"/>
                          <a:pt x="1" y="303"/>
                        </a:cubicBezTo>
                        <a:cubicBezTo>
                          <a:pt x="0" y="302"/>
                          <a:pt x="0" y="301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1" y="3"/>
                          <a:pt x="3" y="2"/>
                          <a:pt x="4" y="1"/>
                        </a:cubicBezTo>
                        <a:cubicBezTo>
                          <a:pt x="5" y="0"/>
                          <a:pt x="6" y="0"/>
                          <a:pt x="8" y="0"/>
                        </a:cubicBezTo>
                        <a:lnTo>
                          <a:pt x="8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cubicBezTo>
                          <a:pt x="301" y="0"/>
                          <a:pt x="302" y="0"/>
                          <a:pt x="303" y="1"/>
                        </a:cubicBezTo>
                        <a:cubicBezTo>
                          <a:pt x="304" y="2"/>
                          <a:pt x="305" y="3"/>
                          <a:pt x="306" y="4"/>
                        </a:cubicBezTo>
                        <a:cubicBezTo>
                          <a:pt x="307" y="5"/>
                          <a:pt x="307" y="6"/>
                          <a:pt x="307" y="7"/>
                        </a:cubicBezTo>
                        <a:lnTo>
                          <a:pt x="307" y="7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cubicBezTo>
                          <a:pt x="307" y="301"/>
                          <a:pt x="307" y="302"/>
                          <a:pt x="306" y="303"/>
                        </a:cubicBezTo>
                        <a:cubicBezTo>
                          <a:pt x="305" y="304"/>
                          <a:pt x="304" y="306"/>
                          <a:pt x="303" y="306"/>
                        </a:cubicBezTo>
                        <a:cubicBezTo>
                          <a:pt x="302" y="307"/>
                          <a:pt x="301" y="307"/>
                          <a:pt x="300" y="307"/>
                        </a:cubicBezTo>
                        <a:moveTo>
                          <a:pt x="15" y="292"/>
                        </a:moveTo>
                        <a:lnTo>
                          <a:pt x="292" y="292"/>
                        </a:lnTo>
                        <a:lnTo>
                          <a:pt x="292" y="15"/>
                        </a:lnTo>
                        <a:lnTo>
                          <a:pt x="15" y="15"/>
                        </a:lnTo>
                        <a:lnTo>
                          <a:pt x="15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3" name="Google Shape;1673;p30"/>
                  <p:cNvSpPr/>
                  <p:nvPr/>
                </p:nvSpPr>
                <p:spPr>
                  <a:xfrm>
                    <a:off x="3907890" y="4183372"/>
                    <a:ext cx="120490" cy="120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" h="308" extrusionOk="0">
                        <a:moveTo>
                          <a:pt x="300" y="307"/>
                        </a:moveTo>
                        <a:lnTo>
                          <a:pt x="8" y="307"/>
                        </a:lnTo>
                        <a:lnTo>
                          <a:pt x="8" y="307"/>
                        </a:lnTo>
                        <a:lnTo>
                          <a:pt x="8" y="307"/>
                        </a:lnTo>
                        <a:cubicBezTo>
                          <a:pt x="6" y="307"/>
                          <a:pt x="5" y="307"/>
                          <a:pt x="4" y="306"/>
                        </a:cubicBezTo>
                        <a:cubicBezTo>
                          <a:pt x="3" y="306"/>
                          <a:pt x="1" y="304"/>
                          <a:pt x="1" y="303"/>
                        </a:cubicBezTo>
                        <a:cubicBezTo>
                          <a:pt x="0" y="302"/>
                          <a:pt x="0" y="301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1" y="3"/>
                          <a:pt x="3" y="2"/>
                          <a:pt x="4" y="1"/>
                        </a:cubicBezTo>
                        <a:cubicBezTo>
                          <a:pt x="5" y="0"/>
                          <a:pt x="6" y="0"/>
                          <a:pt x="8" y="0"/>
                        </a:cubicBezTo>
                        <a:lnTo>
                          <a:pt x="8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cubicBezTo>
                          <a:pt x="301" y="0"/>
                          <a:pt x="302" y="0"/>
                          <a:pt x="303" y="1"/>
                        </a:cubicBezTo>
                        <a:cubicBezTo>
                          <a:pt x="304" y="2"/>
                          <a:pt x="305" y="3"/>
                          <a:pt x="306" y="4"/>
                        </a:cubicBezTo>
                        <a:cubicBezTo>
                          <a:pt x="307" y="5"/>
                          <a:pt x="307" y="6"/>
                          <a:pt x="307" y="7"/>
                        </a:cubicBezTo>
                        <a:lnTo>
                          <a:pt x="307" y="7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cubicBezTo>
                          <a:pt x="307" y="301"/>
                          <a:pt x="307" y="302"/>
                          <a:pt x="306" y="303"/>
                        </a:cubicBezTo>
                        <a:cubicBezTo>
                          <a:pt x="305" y="304"/>
                          <a:pt x="304" y="306"/>
                          <a:pt x="303" y="306"/>
                        </a:cubicBezTo>
                        <a:cubicBezTo>
                          <a:pt x="302" y="307"/>
                          <a:pt x="301" y="307"/>
                          <a:pt x="300" y="307"/>
                        </a:cubicBezTo>
                        <a:moveTo>
                          <a:pt x="15" y="292"/>
                        </a:moveTo>
                        <a:lnTo>
                          <a:pt x="292" y="292"/>
                        </a:lnTo>
                        <a:lnTo>
                          <a:pt x="292" y="15"/>
                        </a:lnTo>
                        <a:lnTo>
                          <a:pt x="15" y="15"/>
                        </a:lnTo>
                        <a:lnTo>
                          <a:pt x="15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4" name="Google Shape;1674;p30"/>
                  <p:cNvSpPr/>
                  <p:nvPr/>
                </p:nvSpPr>
                <p:spPr>
                  <a:xfrm>
                    <a:off x="4062805" y="4183372"/>
                    <a:ext cx="120490" cy="120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" h="308" extrusionOk="0">
                        <a:moveTo>
                          <a:pt x="300" y="307"/>
                        </a:moveTo>
                        <a:lnTo>
                          <a:pt x="8" y="307"/>
                        </a:lnTo>
                        <a:lnTo>
                          <a:pt x="8" y="307"/>
                        </a:lnTo>
                        <a:lnTo>
                          <a:pt x="8" y="307"/>
                        </a:lnTo>
                        <a:cubicBezTo>
                          <a:pt x="6" y="307"/>
                          <a:pt x="5" y="307"/>
                          <a:pt x="4" y="306"/>
                        </a:cubicBezTo>
                        <a:cubicBezTo>
                          <a:pt x="3" y="306"/>
                          <a:pt x="1" y="304"/>
                          <a:pt x="1" y="303"/>
                        </a:cubicBezTo>
                        <a:cubicBezTo>
                          <a:pt x="0" y="302"/>
                          <a:pt x="0" y="301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1" y="3"/>
                          <a:pt x="3" y="2"/>
                          <a:pt x="4" y="1"/>
                        </a:cubicBezTo>
                        <a:cubicBezTo>
                          <a:pt x="5" y="0"/>
                          <a:pt x="6" y="0"/>
                          <a:pt x="8" y="0"/>
                        </a:cubicBezTo>
                        <a:lnTo>
                          <a:pt x="8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cubicBezTo>
                          <a:pt x="301" y="0"/>
                          <a:pt x="302" y="0"/>
                          <a:pt x="303" y="1"/>
                        </a:cubicBezTo>
                        <a:cubicBezTo>
                          <a:pt x="304" y="2"/>
                          <a:pt x="305" y="3"/>
                          <a:pt x="306" y="4"/>
                        </a:cubicBezTo>
                        <a:cubicBezTo>
                          <a:pt x="307" y="5"/>
                          <a:pt x="307" y="6"/>
                          <a:pt x="307" y="7"/>
                        </a:cubicBezTo>
                        <a:lnTo>
                          <a:pt x="307" y="7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cubicBezTo>
                          <a:pt x="307" y="301"/>
                          <a:pt x="307" y="302"/>
                          <a:pt x="306" y="303"/>
                        </a:cubicBezTo>
                        <a:cubicBezTo>
                          <a:pt x="305" y="304"/>
                          <a:pt x="304" y="306"/>
                          <a:pt x="303" y="306"/>
                        </a:cubicBezTo>
                        <a:cubicBezTo>
                          <a:pt x="302" y="307"/>
                          <a:pt x="301" y="307"/>
                          <a:pt x="300" y="307"/>
                        </a:cubicBezTo>
                        <a:moveTo>
                          <a:pt x="15" y="292"/>
                        </a:moveTo>
                        <a:lnTo>
                          <a:pt x="292" y="292"/>
                        </a:lnTo>
                        <a:lnTo>
                          <a:pt x="292" y="15"/>
                        </a:lnTo>
                        <a:lnTo>
                          <a:pt x="15" y="15"/>
                        </a:lnTo>
                        <a:lnTo>
                          <a:pt x="15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5" name="Google Shape;1675;p30"/>
                  <p:cNvSpPr/>
                  <p:nvPr/>
                </p:nvSpPr>
                <p:spPr>
                  <a:xfrm>
                    <a:off x="4218112" y="4183372"/>
                    <a:ext cx="120098" cy="120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8" extrusionOk="0">
                        <a:moveTo>
                          <a:pt x="299" y="307"/>
                        </a:moveTo>
                        <a:lnTo>
                          <a:pt x="7" y="307"/>
                        </a:lnTo>
                        <a:lnTo>
                          <a:pt x="7" y="307"/>
                        </a:lnTo>
                        <a:lnTo>
                          <a:pt x="7" y="307"/>
                        </a:lnTo>
                        <a:cubicBezTo>
                          <a:pt x="6" y="307"/>
                          <a:pt x="4" y="307"/>
                          <a:pt x="3" y="306"/>
                        </a:cubicBezTo>
                        <a:cubicBezTo>
                          <a:pt x="2" y="306"/>
                          <a:pt x="1" y="304"/>
                          <a:pt x="1" y="303"/>
                        </a:cubicBezTo>
                        <a:cubicBezTo>
                          <a:pt x="0" y="302"/>
                          <a:pt x="0" y="301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1" y="3"/>
                          <a:pt x="2" y="2"/>
                          <a:pt x="3" y="1"/>
                        </a:cubicBezTo>
                        <a:cubicBezTo>
                          <a:pt x="4" y="0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0"/>
                          <a:pt x="303" y="1"/>
                        </a:cubicBezTo>
                        <a:cubicBezTo>
                          <a:pt x="304" y="2"/>
                          <a:pt x="304" y="3"/>
                          <a:pt x="305" y="4"/>
                        </a:cubicBezTo>
                        <a:cubicBezTo>
                          <a:pt x="305" y="5"/>
                          <a:pt x="306" y="6"/>
                          <a:pt x="306" y="7"/>
                        </a:cubicBezTo>
                        <a:lnTo>
                          <a:pt x="306" y="7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cubicBezTo>
                          <a:pt x="306" y="301"/>
                          <a:pt x="305" y="302"/>
                          <a:pt x="305" y="303"/>
                        </a:cubicBezTo>
                        <a:cubicBezTo>
                          <a:pt x="304" y="304"/>
                          <a:pt x="304" y="306"/>
                          <a:pt x="303" y="306"/>
                        </a:cubicBezTo>
                        <a:cubicBezTo>
                          <a:pt x="302" y="307"/>
                          <a:pt x="300" y="307"/>
                          <a:pt x="299" y="307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5"/>
                        </a:lnTo>
                        <a:lnTo>
                          <a:pt x="14" y="15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6" name="Google Shape;1676;p30"/>
                  <p:cNvSpPr/>
                  <p:nvPr/>
                </p:nvSpPr>
                <p:spPr>
                  <a:xfrm>
                    <a:off x="3443144" y="4323031"/>
                    <a:ext cx="120098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7" extrusionOk="0">
                        <a:moveTo>
                          <a:pt x="299" y="306"/>
                        </a:moveTo>
                        <a:lnTo>
                          <a:pt x="7" y="306"/>
                        </a:lnTo>
                        <a:lnTo>
                          <a:pt x="7" y="306"/>
                        </a:lnTo>
                        <a:cubicBezTo>
                          <a:pt x="6" y="306"/>
                          <a:pt x="4" y="306"/>
                          <a:pt x="3" y="305"/>
                        </a:cubicBezTo>
                        <a:cubicBezTo>
                          <a:pt x="2" y="305"/>
                          <a:pt x="1" y="304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3"/>
                        </a:cubicBezTo>
                        <a:cubicBezTo>
                          <a:pt x="1" y="2"/>
                          <a:pt x="2" y="2"/>
                          <a:pt x="3" y="1"/>
                        </a:cubicBezTo>
                        <a:cubicBezTo>
                          <a:pt x="4" y="1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1"/>
                          <a:pt x="303" y="1"/>
                        </a:cubicBezTo>
                        <a:cubicBezTo>
                          <a:pt x="304" y="2"/>
                          <a:pt x="304" y="2"/>
                          <a:pt x="305" y="3"/>
                        </a:cubicBezTo>
                        <a:cubicBezTo>
                          <a:pt x="305" y="5"/>
                          <a:pt x="306" y="6"/>
                          <a:pt x="306" y="7"/>
                        </a:cubicBezTo>
                        <a:lnTo>
                          <a:pt x="306" y="7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cubicBezTo>
                          <a:pt x="306" y="300"/>
                          <a:pt x="305" y="302"/>
                          <a:pt x="305" y="303"/>
                        </a:cubicBezTo>
                        <a:cubicBezTo>
                          <a:pt x="304" y="304"/>
                          <a:pt x="304" y="305"/>
                          <a:pt x="303" y="305"/>
                        </a:cubicBezTo>
                        <a:cubicBezTo>
                          <a:pt x="301" y="306"/>
                          <a:pt x="300" y="306"/>
                          <a:pt x="299" y="306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4" y="14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7" name="Google Shape;1677;p30"/>
                  <p:cNvSpPr/>
                  <p:nvPr/>
                </p:nvSpPr>
                <p:spPr>
                  <a:xfrm>
                    <a:off x="3598059" y="4323031"/>
                    <a:ext cx="120098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7" extrusionOk="0">
                        <a:moveTo>
                          <a:pt x="299" y="306"/>
                        </a:moveTo>
                        <a:lnTo>
                          <a:pt x="7" y="306"/>
                        </a:lnTo>
                        <a:lnTo>
                          <a:pt x="7" y="306"/>
                        </a:lnTo>
                        <a:cubicBezTo>
                          <a:pt x="6" y="306"/>
                          <a:pt x="5" y="306"/>
                          <a:pt x="3" y="305"/>
                        </a:cubicBezTo>
                        <a:cubicBezTo>
                          <a:pt x="2" y="305"/>
                          <a:pt x="1" y="304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3"/>
                        </a:cubicBezTo>
                        <a:cubicBezTo>
                          <a:pt x="1" y="2"/>
                          <a:pt x="1" y="2"/>
                          <a:pt x="3" y="1"/>
                        </a:cubicBezTo>
                        <a:cubicBezTo>
                          <a:pt x="4" y="1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1"/>
                          <a:pt x="303" y="1"/>
                        </a:cubicBezTo>
                        <a:cubicBezTo>
                          <a:pt x="304" y="2"/>
                          <a:pt x="304" y="2"/>
                          <a:pt x="305" y="3"/>
                        </a:cubicBezTo>
                        <a:cubicBezTo>
                          <a:pt x="305" y="5"/>
                          <a:pt x="306" y="6"/>
                          <a:pt x="306" y="7"/>
                        </a:cubicBezTo>
                        <a:lnTo>
                          <a:pt x="306" y="7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cubicBezTo>
                          <a:pt x="306" y="300"/>
                          <a:pt x="305" y="302"/>
                          <a:pt x="305" y="303"/>
                        </a:cubicBezTo>
                        <a:cubicBezTo>
                          <a:pt x="304" y="304"/>
                          <a:pt x="304" y="305"/>
                          <a:pt x="303" y="305"/>
                        </a:cubicBezTo>
                        <a:cubicBezTo>
                          <a:pt x="302" y="306"/>
                          <a:pt x="300" y="306"/>
                          <a:pt x="299" y="306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4" y="14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8" name="Google Shape;1678;p30"/>
                  <p:cNvSpPr/>
                  <p:nvPr/>
                </p:nvSpPr>
                <p:spPr>
                  <a:xfrm>
                    <a:off x="3752975" y="4323031"/>
                    <a:ext cx="120490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" h="307" extrusionOk="0">
                        <a:moveTo>
                          <a:pt x="300" y="306"/>
                        </a:moveTo>
                        <a:lnTo>
                          <a:pt x="8" y="306"/>
                        </a:lnTo>
                        <a:lnTo>
                          <a:pt x="8" y="306"/>
                        </a:lnTo>
                        <a:cubicBezTo>
                          <a:pt x="6" y="306"/>
                          <a:pt x="5" y="306"/>
                          <a:pt x="4" y="305"/>
                        </a:cubicBezTo>
                        <a:cubicBezTo>
                          <a:pt x="3" y="305"/>
                          <a:pt x="1" y="304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3"/>
                        </a:cubicBezTo>
                        <a:cubicBezTo>
                          <a:pt x="1" y="2"/>
                          <a:pt x="3" y="2"/>
                          <a:pt x="4" y="1"/>
                        </a:cubicBezTo>
                        <a:cubicBezTo>
                          <a:pt x="5" y="1"/>
                          <a:pt x="6" y="0"/>
                          <a:pt x="8" y="0"/>
                        </a:cubicBezTo>
                        <a:lnTo>
                          <a:pt x="8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cubicBezTo>
                          <a:pt x="301" y="0"/>
                          <a:pt x="302" y="1"/>
                          <a:pt x="303" y="1"/>
                        </a:cubicBezTo>
                        <a:cubicBezTo>
                          <a:pt x="304" y="2"/>
                          <a:pt x="305" y="2"/>
                          <a:pt x="306" y="3"/>
                        </a:cubicBezTo>
                        <a:cubicBezTo>
                          <a:pt x="307" y="5"/>
                          <a:pt x="307" y="6"/>
                          <a:pt x="307" y="7"/>
                        </a:cubicBezTo>
                        <a:lnTo>
                          <a:pt x="307" y="7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cubicBezTo>
                          <a:pt x="307" y="300"/>
                          <a:pt x="307" y="302"/>
                          <a:pt x="306" y="303"/>
                        </a:cubicBezTo>
                        <a:cubicBezTo>
                          <a:pt x="305" y="304"/>
                          <a:pt x="304" y="305"/>
                          <a:pt x="303" y="305"/>
                        </a:cubicBezTo>
                        <a:cubicBezTo>
                          <a:pt x="302" y="306"/>
                          <a:pt x="301" y="306"/>
                          <a:pt x="300" y="306"/>
                        </a:cubicBezTo>
                        <a:moveTo>
                          <a:pt x="15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5" y="14"/>
                        </a:lnTo>
                        <a:lnTo>
                          <a:pt x="15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9" name="Google Shape;1679;p30"/>
                  <p:cNvSpPr/>
                  <p:nvPr/>
                </p:nvSpPr>
                <p:spPr>
                  <a:xfrm>
                    <a:off x="3907890" y="4323031"/>
                    <a:ext cx="120490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" h="307" extrusionOk="0">
                        <a:moveTo>
                          <a:pt x="300" y="306"/>
                        </a:moveTo>
                        <a:lnTo>
                          <a:pt x="8" y="306"/>
                        </a:lnTo>
                        <a:lnTo>
                          <a:pt x="8" y="306"/>
                        </a:lnTo>
                        <a:lnTo>
                          <a:pt x="8" y="306"/>
                        </a:lnTo>
                        <a:cubicBezTo>
                          <a:pt x="6" y="306"/>
                          <a:pt x="5" y="306"/>
                          <a:pt x="4" y="305"/>
                        </a:cubicBezTo>
                        <a:cubicBezTo>
                          <a:pt x="3" y="305"/>
                          <a:pt x="1" y="304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3"/>
                        </a:cubicBezTo>
                        <a:cubicBezTo>
                          <a:pt x="1" y="2"/>
                          <a:pt x="3" y="2"/>
                          <a:pt x="4" y="1"/>
                        </a:cubicBezTo>
                        <a:cubicBezTo>
                          <a:pt x="5" y="1"/>
                          <a:pt x="6" y="0"/>
                          <a:pt x="8" y="0"/>
                        </a:cubicBezTo>
                        <a:lnTo>
                          <a:pt x="8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cubicBezTo>
                          <a:pt x="301" y="0"/>
                          <a:pt x="302" y="1"/>
                          <a:pt x="303" y="1"/>
                        </a:cubicBezTo>
                        <a:cubicBezTo>
                          <a:pt x="304" y="2"/>
                          <a:pt x="305" y="2"/>
                          <a:pt x="306" y="3"/>
                        </a:cubicBezTo>
                        <a:cubicBezTo>
                          <a:pt x="307" y="5"/>
                          <a:pt x="307" y="6"/>
                          <a:pt x="307" y="7"/>
                        </a:cubicBezTo>
                        <a:lnTo>
                          <a:pt x="307" y="7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cubicBezTo>
                          <a:pt x="307" y="300"/>
                          <a:pt x="307" y="302"/>
                          <a:pt x="306" y="303"/>
                        </a:cubicBezTo>
                        <a:cubicBezTo>
                          <a:pt x="305" y="304"/>
                          <a:pt x="304" y="305"/>
                          <a:pt x="303" y="305"/>
                        </a:cubicBezTo>
                        <a:cubicBezTo>
                          <a:pt x="302" y="306"/>
                          <a:pt x="301" y="306"/>
                          <a:pt x="300" y="306"/>
                        </a:cubicBezTo>
                        <a:moveTo>
                          <a:pt x="15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5" y="14"/>
                        </a:lnTo>
                        <a:lnTo>
                          <a:pt x="15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0" name="Google Shape;1680;p30"/>
                  <p:cNvSpPr/>
                  <p:nvPr/>
                </p:nvSpPr>
                <p:spPr>
                  <a:xfrm>
                    <a:off x="4062805" y="4323031"/>
                    <a:ext cx="120490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" h="307" extrusionOk="0">
                        <a:moveTo>
                          <a:pt x="300" y="306"/>
                        </a:moveTo>
                        <a:lnTo>
                          <a:pt x="8" y="306"/>
                        </a:lnTo>
                        <a:lnTo>
                          <a:pt x="8" y="306"/>
                        </a:lnTo>
                        <a:lnTo>
                          <a:pt x="8" y="306"/>
                        </a:lnTo>
                        <a:cubicBezTo>
                          <a:pt x="6" y="306"/>
                          <a:pt x="5" y="306"/>
                          <a:pt x="4" y="305"/>
                        </a:cubicBezTo>
                        <a:cubicBezTo>
                          <a:pt x="3" y="305"/>
                          <a:pt x="1" y="304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3"/>
                        </a:cubicBezTo>
                        <a:cubicBezTo>
                          <a:pt x="1" y="2"/>
                          <a:pt x="3" y="2"/>
                          <a:pt x="4" y="1"/>
                        </a:cubicBezTo>
                        <a:cubicBezTo>
                          <a:pt x="5" y="1"/>
                          <a:pt x="6" y="0"/>
                          <a:pt x="8" y="0"/>
                        </a:cubicBezTo>
                        <a:lnTo>
                          <a:pt x="8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cubicBezTo>
                          <a:pt x="301" y="0"/>
                          <a:pt x="302" y="1"/>
                          <a:pt x="303" y="1"/>
                        </a:cubicBezTo>
                        <a:cubicBezTo>
                          <a:pt x="304" y="2"/>
                          <a:pt x="305" y="2"/>
                          <a:pt x="306" y="3"/>
                        </a:cubicBezTo>
                        <a:cubicBezTo>
                          <a:pt x="307" y="5"/>
                          <a:pt x="307" y="6"/>
                          <a:pt x="307" y="7"/>
                        </a:cubicBezTo>
                        <a:lnTo>
                          <a:pt x="307" y="7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lnTo>
                          <a:pt x="307" y="299"/>
                        </a:lnTo>
                        <a:cubicBezTo>
                          <a:pt x="307" y="300"/>
                          <a:pt x="307" y="302"/>
                          <a:pt x="306" y="303"/>
                        </a:cubicBezTo>
                        <a:cubicBezTo>
                          <a:pt x="305" y="304"/>
                          <a:pt x="304" y="305"/>
                          <a:pt x="303" y="305"/>
                        </a:cubicBezTo>
                        <a:cubicBezTo>
                          <a:pt x="301" y="306"/>
                          <a:pt x="301" y="306"/>
                          <a:pt x="300" y="306"/>
                        </a:cubicBezTo>
                        <a:moveTo>
                          <a:pt x="15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5" y="14"/>
                        </a:lnTo>
                        <a:lnTo>
                          <a:pt x="15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1" name="Google Shape;1681;p30"/>
                  <p:cNvSpPr/>
                  <p:nvPr/>
                </p:nvSpPr>
                <p:spPr>
                  <a:xfrm>
                    <a:off x="4218112" y="4323031"/>
                    <a:ext cx="120098" cy="120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7" extrusionOk="0">
                        <a:moveTo>
                          <a:pt x="299" y="306"/>
                        </a:moveTo>
                        <a:lnTo>
                          <a:pt x="7" y="306"/>
                        </a:lnTo>
                        <a:lnTo>
                          <a:pt x="7" y="306"/>
                        </a:lnTo>
                        <a:lnTo>
                          <a:pt x="7" y="306"/>
                        </a:lnTo>
                        <a:cubicBezTo>
                          <a:pt x="6" y="306"/>
                          <a:pt x="4" y="306"/>
                          <a:pt x="3" y="305"/>
                        </a:cubicBezTo>
                        <a:cubicBezTo>
                          <a:pt x="2" y="305"/>
                          <a:pt x="1" y="304"/>
                          <a:pt x="1" y="303"/>
                        </a:cubicBezTo>
                        <a:cubicBezTo>
                          <a:pt x="0" y="302"/>
                          <a:pt x="0" y="300"/>
                          <a:pt x="0" y="299"/>
                        </a:cubicBezTo>
                        <a:lnTo>
                          <a:pt x="0" y="299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3"/>
                        </a:cubicBezTo>
                        <a:cubicBezTo>
                          <a:pt x="1" y="2"/>
                          <a:pt x="2" y="2"/>
                          <a:pt x="3" y="1"/>
                        </a:cubicBezTo>
                        <a:cubicBezTo>
                          <a:pt x="4" y="1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1"/>
                          <a:pt x="303" y="1"/>
                        </a:cubicBezTo>
                        <a:cubicBezTo>
                          <a:pt x="304" y="2"/>
                          <a:pt x="304" y="2"/>
                          <a:pt x="305" y="3"/>
                        </a:cubicBezTo>
                        <a:cubicBezTo>
                          <a:pt x="305" y="5"/>
                          <a:pt x="306" y="6"/>
                          <a:pt x="306" y="7"/>
                        </a:cubicBezTo>
                        <a:lnTo>
                          <a:pt x="306" y="7"/>
                        </a:lnTo>
                        <a:lnTo>
                          <a:pt x="306" y="299"/>
                        </a:lnTo>
                        <a:lnTo>
                          <a:pt x="306" y="299"/>
                        </a:lnTo>
                        <a:cubicBezTo>
                          <a:pt x="306" y="300"/>
                          <a:pt x="305" y="302"/>
                          <a:pt x="305" y="303"/>
                        </a:cubicBezTo>
                        <a:cubicBezTo>
                          <a:pt x="304" y="304"/>
                          <a:pt x="304" y="305"/>
                          <a:pt x="303" y="305"/>
                        </a:cubicBezTo>
                        <a:cubicBezTo>
                          <a:pt x="302" y="306"/>
                          <a:pt x="300" y="306"/>
                          <a:pt x="299" y="306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4"/>
                        </a:lnTo>
                        <a:lnTo>
                          <a:pt x="14" y="14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2" name="Google Shape;1682;p30"/>
                  <p:cNvSpPr/>
                  <p:nvPr/>
                </p:nvSpPr>
                <p:spPr>
                  <a:xfrm>
                    <a:off x="3443144" y="4464255"/>
                    <a:ext cx="120098" cy="120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8" extrusionOk="0">
                        <a:moveTo>
                          <a:pt x="299" y="307"/>
                        </a:moveTo>
                        <a:lnTo>
                          <a:pt x="7" y="307"/>
                        </a:lnTo>
                        <a:lnTo>
                          <a:pt x="7" y="307"/>
                        </a:lnTo>
                        <a:cubicBezTo>
                          <a:pt x="6" y="307"/>
                          <a:pt x="4" y="307"/>
                          <a:pt x="3" y="306"/>
                        </a:cubicBezTo>
                        <a:cubicBezTo>
                          <a:pt x="2" y="305"/>
                          <a:pt x="1" y="304"/>
                          <a:pt x="1" y="303"/>
                        </a:cubicBezTo>
                        <a:cubicBezTo>
                          <a:pt x="0" y="302"/>
                          <a:pt x="0" y="301"/>
                          <a:pt x="0" y="300"/>
                        </a:cubicBezTo>
                        <a:lnTo>
                          <a:pt x="0" y="300"/>
                        </a:lnTo>
                        <a:lnTo>
                          <a:pt x="0" y="8"/>
                        </a:lnTo>
                        <a:lnTo>
                          <a:pt x="0" y="8"/>
                        </a:lnTo>
                        <a:lnTo>
                          <a:pt x="0" y="8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1" y="3"/>
                          <a:pt x="2" y="2"/>
                          <a:pt x="3" y="1"/>
                        </a:cubicBezTo>
                        <a:cubicBezTo>
                          <a:pt x="4" y="1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1"/>
                          <a:pt x="303" y="1"/>
                        </a:cubicBezTo>
                        <a:cubicBezTo>
                          <a:pt x="304" y="2"/>
                          <a:pt x="304" y="3"/>
                          <a:pt x="305" y="4"/>
                        </a:cubicBezTo>
                        <a:cubicBezTo>
                          <a:pt x="305" y="5"/>
                          <a:pt x="306" y="6"/>
                          <a:pt x="306" y="8"/>
                        </a:cubicBezTo>
                        <a:lnTo>
                          <a:pt x="306" y="8"/>
                        </a:lnTo>
                        <a:lnTo>
                          <a:pt x="306" y="300"/>
                        </a:lnTo>
                        <a:lnTo>
                          <a:pt x="306" y="300"/>
                        </a:lnTo>
                        <a:lnTo>
                          <a:pt x="306" y="300"/>
                        </a:lnTo>
                        <a:cubicBezTo>
                          <a:pt x="306" y="301"/>
                          <a:pt x="305" y="302"/>
                          <a:pt x="305" y="303"/>
                        </a:cubicBezTo>
                        <a:cubicBezTo>
                          <a:pt x="304" y="304"/>
                          <a:pt x="304" y="305"/>
                          <a:pt x="303" y="306"/>
                        </a:cubicBezTo>
                        <a:cubicBezTo>
                          <a:pt x="302" y="307"/>
                          <a:pt x="300" y="307"/>
                          <a:pt x="299" y="307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5"/>
                        </a:lnTo>
                        <a:lnTo>
                          <a:pt x="14" y="15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3" name="Google Shape;1683;p30"/>
                  <p:cNvSpPr/>
                  <p:nvPr/>
                </p:nvSpPr>
                <p:spPr>
                  <a:xfrm>
                    <a:off x="3598059" y="4464255"/>
                    <a:ext cx="120098" cy="120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" h="308" extrusionOk="0">
                        <a:moveTo>
                          <a:pt x="299" y="307"/>
                        </a:moveTo>
                        <a:lnTo>
                          <a:pt x="7" y="307"/>
                        </a:lnTo>
                        <a:lnTo>
                          <a:pt x="7" y="307"/>
                        </a:lnTo>
                        <a:cubicBezTo>
                          <a:pt x="6" y="307"/>
                          <a:pt x="5" y="307"/>
                          <a:pt x="3" y="306"/>
                        </a:cubicBezTo>
                        <a:cubicBezTo>
                          <a:pt x="2" y="305"/>
                          <a:pt x="1" y="304"/>
                          <a:pt x="1" y="303"/>
                        </a:cubicBezTo>
                        <a:cubicBezTo>
                          <a:pt x="0" y="302"/>
                          <a:pt x="0" y="301"/>
                          <a:pt x="0" y="300"/>
                        </a:cubicBezTo>
                        <a:lnTo>
                          <a:pt x="0" y="300"/>
                        </a:lnTo>
                        <a:lnTo>
                          <a:pt x="0" y="8"/>
                        </a:lnTo>
                        <a:lnTo>
                          <a:pt x="0" y="8"/>
                        </a:lnTo>
                        <a:lnTo>
                          <a:pt x="0" y="8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1" y="3"/>
                          <a:pt x="1" y="2"/>
                          <a:pt x="3" y="1"/>
                        </a:cubicBezTo>
                        <a:cubicBezTo>
                          <a:pt x="4" y="1"/>
                          <a:pt x="6" y="0"/>
                          <a:pt x="7" y="0"/>
                        </a:cubicBezTo>
                        <a:lnTo>
                          <a:pt x="7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lnTo>
                          <a:pt x="299" y="0"/>
                        </a:lnTo>
                        <a:cubicBezTo>
                          <a:pt x="300" y="0"/>
                          <a:pt x="302" y="1"/>
                          <a:pt x="303" y="1"/>
                        </a:cubicBezTo>
                        <a:cubicBezTo>
                          <a:pt x="304" y="2"/>
                          <a:pt x="304" y="3"/>
                          <a:pt x="305" y="4"/>
                        </a:cubicBezTo>
                        <a:cubicBezTo>
                          <a:pt x="305" y="5"/>
                          <a:pt x="306" y="6"/>
                          <a:pt x="306" y="8"/>
                        </a:cubicBezTo>
                        <a:lnTo>
                          <a:pt x="306" y="8"/>
                        </a:lnTo>
                        <a:lnTo>
                          <a:pt x="306" y="300"/>
                        </a:lnTo>
                        <a:lnTo>
                          <a:pt x="306" y="300"/>
                        </a:lnTo>
                        <a:lnTo>
                          <a:pt x="306" y="300"/>
                        </a:lnTo>
                        <a:cubicBezTo>
                          <a:pt x="306" y="301"/>
                          <a:pt x="305" y="302"/>
                          <a:pt x="305" y="303"/>
                        </a:cubicBezTo>
                        <a:cubicBezTo>
                          <a:pt x="304" y="304"/>
                          <a:pt x="304" y="305"/>
                          <a:pt x="303" y="306"/>
                        </a:cubicBezTo>
                        <a:cubicBezTo>
                          <a:pt x="302" y="307"/>
                          <a:pt x="300" y="307"/>
                          <a:pt x="299" y="307"/>
                        </a:cubicBezTo>
                        <a:moveTo>
                          <a:pt x="14" y="292"/>
                        </a:moveTo>
                        <a:lnTo>
                          <a:pt x="292" y="292"/>
                        </a:lnTo>
                        <a:lnTo>
                          <a:pt x="292" y="15"/>
                        </a:lnTo>
                        <a:lnTo>
                          <a:pt x="14" y="15"/>
                        </a:lnTo>
                        <a:lnTo>
                          <a:pt x="14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4" name="Google Shape;1684;p30"/>
                  <p:cNvSpPr/>
                  <p:nvPr/>
                </p:nvSpPr>
                <p:spPr>
                  <a:xfrm>
                    <a:off x="3752975" y="4464255"/>
                    <a:ext cx="120490" cy="120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" h="308" extrusionOk="0">
                        <a:moveTo>
                          <a:pt x="300" y="307"/>
                        </a:moveTo>
                        <a:lnTo>
                          <a:pt x="8" y="307"/>
                        </a:lnTo>
                        <a:lnTo>
                          <a:pt x="8" y="307"/>
                        </a:lnTo>
                        <a:cubicBezTo>
                          <a:pt x="6" y="307"/>
                          <a:pt x="5" y="307"/>
                          <a:pt x="4" y="306"/>
                        </a:cubicBezTo>
                        <a:cubicBezTo>
                          <a:pt x="3" y="305"/>
                          <a:pt x="1" y="304"/>
                          <a:pt x="1" y="303"/>
                        </a:cubicBezTo>
                        <a:cubicBezTo>
                          <a:pt x="0" y="302"/>
                          <a:pt x="0" y="301"/>
                          <a:pt x="0" y="300"/>
                        </a:cubicBezTo>
                        <a:lnTo>
                          <a:pt x="0" y="300"/>
                        </a:lnTo>
                        <a:lnTo>
                          <a:pt x="0" y="8"/>
                        </a:lnTo>
                        <a:lnTo>
                          <a:pt x="0" y="8"/>
                        </a:lnTo>
                        <a:lnTo>
                          <a:pt x="0" y="8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1" y="3"/>
                          <a:pt x="3" y="2"/>
                          <a:pt x="4" y="1"/>
                        </a:cubicBezTo>
                        <a:cubicBezTo>
                          <a:pt x="5" y="1"/>
                          <a:pt x="6" y="0"/>
                          <a:pt x="8" y="0"/>
                        </a:cubicBezTo>
                        <a:lnTo>
                          <a:pt x="8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lnTo>
                          <a:pt x="300" y="0"/>
                        </a:lnTo>
                        <a:cubicBezTo>
                          <a:pt x="301" y="0"/>
                          <a:pt x="302" y="1"/>
                          <a:pt x="303" y="1"/>
                        </a:cubicBezTo>
                        <a:cubicBezTo>
                          <a:pt x="304" y="2"/>
                          <a:pt x="305" y="3"/>
                          <a:pt x="306" y="4"/>
                        </a:cubicBezTo>
                        <a:cubicBezTo>
                          <a:pt x="307" y="5"/>
                          <a:pt x="307" y="6"/>
                          <a:pt x="307" y="8"/>
                        </a:cubicBezTo>
                        <a:lnTo>
                          <a:pt x="307" y="8"/>
                        </a:lnTo>
                        <a:lnTo>
                          <a:pt x="307" y="300"/>
                        </a:lnTo>
                        <a:lnTo>
                          <a:pt x="307" y="300"/>
                        </a:lnTo>
                        <a:cubicBezTo>
                          <a:pt x="307" y="301"/>
                          <a:pt x="307" y="302"/>
                          <a:pt x="306" y="303"/>
                        </a:cubicBezTo>
                        <a:cubicBezTo>
                          <a:pt x="305" y="304"/>
                          <a:pt x="304" y="305"/>
                          <a:pt x="303" y="306"/>
                        </a:cubicBezTo>
                        <a:cubicBezTo>
                          <a:pt x="302" y="307"/>
                          <a:pt x="301" y="307"/>
                          <a:pt x="300" y="307"/>
                        </a:cubicBezTo>
                        <a:moveTo>
                          <a:pt x="15" y="292"/>
                        </a:moveTo>
                        <a:lnTo>
                          <a:pt x="292" y="292"/>
                        </a:lnTo>
                        <a:lnTo>
                          <a:pt x="292" y="15"/>
                        </a:lnTo>
                        <a:lnTo>
                          <a:pt x="15" y="15"/>
                        </a:lnTo>
                        <a:lnTo>
                          <a:pt x="15" y="2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685" name="Google Shape;1685;p30"/>
                <p:cNvSpPr/>
                <p:nvPr/>
              </p:nvSpPr>
              <p:spPr>
                <a:xfrm>
                  <a:off x="2101326" y="4657900"/>
                  <a:ext cx="2316295" cy="252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1" h="645" extrusionOk="0">
                      <a:moveTo>
                        <a:pt x="5920" y="322"/>
                      </a:moveTo>
                      <a:cubicBezTo>
                        <a:pt x="5920" y="379"/>
                        <a:pt x="5782" y="434"/>
                        <a:pt x="5523" y="483"/>
                      </a:cubicBezTo>
                      <a:cubicBezTo>
                        <a:pt x="5263" y="532"/>
                        <a:pt x="4890" y="573"/>
                        <a:pt x="4440" y="601"/>
                      </a:cubicBezTo>
                      <a:cubicBezTo>
                        <a:pt x="3990" y="629"/>
                        <a:pt x="3479" y="644"/>
                        <a:pt x="2960" y="644"/>
                      </a:cubicBezTo>
                      <a:cubicBezTo>
                        <a:pt x="2440" y="644"/>
                        <a:pt x="1930" y="629"/>
                        <a:pt x="1480" y="601"/>
                      </a:cubicBezTo>
                      <a:cubicBezTo>
                        <a:pt x="1030" y="573"/>
                        <a:pt x="657" y="532"/>
                        <a:pt x="397" y="483"/>
                      </a:cubicBezTo>
                      <a:cubicBezTo>
                        <a:pt x="137" y="434"/>
                        <a:pt x="0" y="379"/>
                        <a:pt x="0" y="322"/>
                      </a:cubicBezTo>
                      <a:cubicBezTo>
                        <a:pt x="0" y="266"/>
                        <a:pt x="137" y="210"/>
                        <a:pt x="397" y="161"/>
                      </a:cubicBezTo>
                      <a:cubicBezTo>
                        <a:pt x="657" y="112"/>
                        <a:pt x="1030" y="72"/>
                        <a:pt x="1480" y="43"/>
                      </a:cubicBezTo>
                      <a:cubicBezTo>
                        <a:pt x="1930" y="15"/>
                        <a:pt x="2441" y="0"/>
                        <a:pt x="2960" y="0"/>
                      </a:cubicBezTo>
                      <a:cubicBezTo>
                        <a:pt x="3480" y="0"/>
                        <a:pt x="3990" y="15"/>
                        <a:pt x="4440" y="43"/>
                      </a:cubicBezTo>
                      <a:cubicBezTo>
                        <a:pt x="4890" y="72"/>
                        <a:pt x="5264" y="112"/>
                        <a:pt x="5523" y="161"/>
                      </a:cubicBezTo>
                      <a:cubicBezTo>
                        <a:pt x="5783" y="210"/>
                        <a:pt x="5920" y="266"/>
                        <a:pt x="5920" y="32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6" name="Google Shape;1686;p30"/>
                <p:cNvSpPr/>
                <p:nvPr/>
              </p:nvSpPr>
              <p:spPr>
                <a:xfrm>
                  <a:off x="2008220" y="4608609"/>
                  <a:ext cx="2527152" cy="6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0" h="16" extrusionOk="0">
                      <a:moveTo>
                        <a:pt x="6451" y="15"/>
                      </a:moveTo>
                      <a:lnTo>
                        <a:pt x="8" y="15"/>
                      </a:lnTo>
                      <a:lnTo>
                        <a:pt x="8" y="15"/>
                      </a:lnTo>
                      <a:cubicBezTo>
                        <a:pt x="6" y="15"/>
                        <a:pt x="5" y="15"/>
                        <a:pt x="4" y="14"/>
                      </a:cubicBezTo>
                      <a:cubicBezTo>
                        <a:pt x="3" y="14"/>
                        <a:pt x="1" y="13"/>
                        <a:pt x="1" y="11"/>
                      </a:cubicBezTo>
                      <a:cubicBezTo>
                        <a:pt x="0" y="10"/>
                        <a:pt x="0" y="9"/>
                        <a:pt x="0" y="8"/>
                      </a:cubicBezTo>
                      <a:cubicBezTo>
                        <a:pt x="0" y="7"/>
                        <a:pt x="0" y="5"/>
                        <a:pt x="1" y="4"/>
                      </a:cubicBezTo>
                      <a:cubicBezTo>
                        <a:pt x="1" y="3"/>
                        <a:pt x="3" y="2"/>
                        <a:pt x="4" y="1"/>
                      </a:cubicBezTo>
                      <a:cubicBezTo>
                        <a:pt x="5" y="1"/>
                        <a:pt x="6" y="0"/>
                        <a:pt x="8" y="0"/>
                      </a:cubicBezTo>
                      <a:lnTo>
                        <a:pt x="6451" y="0"/>
                      </a:lnTo>
                      <a:lnTo>
                        <a:pt x="6451" y="0"/>
                      </a:lnTo>
                      <a:cubicBezTo>
                        <a:pt x="6453" y="0"/>
                        <a:pt x="6454" y="1"/>
                        <a:pt x="6455" y="1"/>
                      </a:cubicBezTo>
                      <a:cubicBezTo>
                        <a:pt x="6456" y="2"/>
                        <a:pt x="6457" y="3"/>
                        <a:pt x="6458" y="4"/>
                      </a:cubicBezTo>
                      <a:cubicBezTo>
                        <a:pt x="6458" y="5"/>
                        <a:pt x="6459" y="7"/>
                        <a:pt x="6459" y="8"/>
                      </a:cubicBezTo>
                      <a:cubicBezTo>
                        <a:pt x="6459" y="9"/>
                        <a:pt x="6458" y="10"/>
                        <a:pt x="6458" y="11"/>
                      </a:cubicBezTo>
                      <a:cubicBezTo>
                        <a:pt x="6457" y="13"/>
                        <a:pt x="6456" y="14"/>
                        <a:pt x="6455" y="14"/>
                      </a:cubicBezTo>
                      <a:cubicBezTo>
                        <a:pt x="6454" y="15"/>
                        <a:pt x="6453" y="15"/>
                        <a:pt x="6451" y="1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7" name="Google Shape;1687;p30"/>
                <p:cNvSpPr/>
                <p:nvPr/>
              </p:nvSpPr>
              <p:spPr>
                <a:xfrm>
                  <a:off x="2257415" y="4508461"/>
                  <a:ext cx="137311" cy="2300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588" extrusionOk="0">
                      <a:moveTo>
                        <a:pt x="247" y="419"/>
                      </a:moveTo>
                      <a:lnTo>
                        <a:pt x="247" y="419"/>
                      </a:lnTo>
                      <a:cubicBezTo>
                        <a:pt x="238" y="440"/>
                        <a:pt x="233" y="463"/>
                        <a:pt x="233" y="486"/>
                      </a:cubicBezTo>
                      <a:cubicBezTo>
                        <a:pt x="233" y="515"/>
                        <a:pt x="240" y="543"/>
                        <a:pt x="254" y="567"/>
                      </a:cubicBezTo>
                      <a:cubicBezTo>
                        <a:pt x="258" y="574"/>
                        <a:pt x="263" y="581"/>
                        <a:pt x="268" y="587"/>
                      </a:cubicBezTo>
                      <a:lnTo>
                        <a:pt x="268" y="587"/>
                      </a:lnTo>
                      <a:cubicBezTo>
                        <a:pt x="204" y="570"/>
                        <a:pt x="143" y="545"/>
                        <a:pt x="86" y="512"/>
                      </a:cubicBezTo>
                      <a:cubicBezTo>
                        <a:pt x="84" y="511"/>
                        <a:pt x="82" y="510"/>
                        <a:pt x="79" y="508"/>
                      </a:cubicBezTo>
                      <a:lnTo>
                        <a:pt x="79" y="508"/>
                      </a:lnTo>
                      <a:cubicBezTo>
                        <a:pt x="55" y="494"/>
                        <a:pt x="36" y="474"/>
                        <a:pt x="22" y="450"/>
                      </a:cubicBezTo>
                      <a:cubicBezTo>
                        <a:pt x="8" y="426"/>
                        <a:pt x="0" y="398"/>
                        <a:pt x="0" y="370"/>
                      </a:cubicBezTo>
                      <a:cubicBezTo>
                        <a:pt x="0" y="346"/>
                        <a:pt x="5" y="323"/>
                        <a:pt x="15" y="302"/>
                      </a:cubicBezTo>
                      <a:cubicBezTo>
                        <a:pt x="58" y="209"/>
                        <a:pt x="100" y="115"/>
                        <a:pt x="142" y="21"/>
                      </a:cubicBezTo>
                      <a:lnTo>
                        <a:pt x="142" y="21"/>
                      </a:lnTo>
                      <a:cubicBezTo>
                        <a:pt x="144" y="16"/>
                        <a:pt x="147" y="11"/>
                        <a:pt x="150" y="6"/>
                      </a:cubicBezTo>
                      <a:cubicBezTo>
                        <a:pt x="151" y="4"/>
                        <a:pt x="152" y="2"/>
                        <a:pt x="153" y="0"/>
                      </a:cubicBezTo>
                      <a:lnTo>
                        <a:pt x="153" y="0"/>
                      </a:lnTo>
                      <a:cubicBezTo>
                        <a:pt x="209" y="60"/>
                        <a:pt x="270" y="114"/>
                        <a:pt x="337" y="161"/>
                      </a:cubicBezTo>
                      <a:lnTo>
                        <a:pt x="337" y="161"/>
                      </a:lnTo>
                      <a:cubicBezTo>
                        <a:pt x="341" y="163"/>
                        <a:pt x="344" y="167"/>
                        <a:pt x="346" y="170"/>
                      </a:cubicBezTo>
                      <a:cubicBezTo>
                        <a:pt x="349" y="175"/>
                        <a:pt x="350" y="180"/>
                        <a:pt x="350" y="186"/>
                      </a:cubicBezTo>
                      <a:cubicBezTo>
                        <a:pt x="350" y="190"/>
                        <a:pt x="349" y="194"/>
                        <a:pt x="348" y="198"/>
                      </a:cubicBezTo>
                      <a:cubicBezTo>
                        <a:pt x="315" y="272"/>
                        <a:pt x="281" y="345"/>
                        <a:pt x="247" y="41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8" name="Google Shape;1688;p30"/>
                <p:cNvSpPr/>
                <p:nvPr/>
              </p:nvSpPr>
              <p:spPr>
                <a:xfrm>
                  <a:off x="2905243" y="4653988"/>
                  <a:ext cx="95453" cy="9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241" extrusionOk="0">
                      <a:moveTo>
                        <a:pt x="243" y="234"/>
                      </a:moveTo>
                      <a:cubicBezTo>
                        <a:pt x="219" y="237"/>
                        <a:pt x="195" y="239"/>
                        <a:pt x="171" y="240"/>
                      </a:cubicBezTo>
                      <a:lnTo>
                        <a:pt x="171" y="240"/>
                      </a:lnTo>
                      <a:cubicBezTo>
                        <a:pt x="169" y="240"/>
                        <a:pt x="168" y="240"/>
                        <a:pt x="167" y="240"/>
                      </a:cubicBezTo>
                      <a:cubicBezTo>
                        <a:pt x="139" y="240"/>
                        <a:pt x="110" y="232"/>
                        <a:pt x="86" y="218"/>
                      </a:cubicBezTo>
                      <a:cubicBezTo>
                        <a:pt x="61" y="204"/>
                        <a:pt x="41" y="184"/>
                        <a:pt x="27" y="159"/>
                      </a:cubicBezTo>
                      <a:cubicBezTo>
                        <a:pt x="16" y="140"/>
                        <a:pt x="10" y="120"/>
                        <a:pt x="7" y="99"/>
                      </a:cubicBezTo>
                      <a:cubicBezTo>
                        <a:pt x="5" y="80"/>
                        <a:pt x="2" y="61"/>
                        <a:pt x="0" y="42"/>
                      </a:cubicBezTo>
                      <a:lnTo>
                        <a:pt x="0" y="42"/>
                      </a:lnTo>
                      <a:cubicBezTo>
                        <a:pt x="59" y="31"/>
                        <a:pt x="118" y="18"/>
                        <a:pt x="176" y="2"/>
                      </a:cubicBezTo>
                      <a:lnTo>
                        <a:pt x="176" y="2"/>
                      </a:lnTo>
                      <a:cubicBezTo>
                        <a:pt x="179" y="1"/>
                        <a:pt x="181" y="0"/>
                        <a:pt x="184" y="0"/>
                      </a:cubicBezTo>
                      <a:cubicBezTo>
                        <a:pt x="190" y="0"/>
                        <a:pt x="194" y="2"/>
                        <a:pt x="199" y="4"/>
                      </a:cubicBezTo>
                      <a:cubicBezTo>
                        <a:pt x="203" y="7"/>
                        <a:pt x="208" y="11"/>
                        <a:pt x="211" y="16"/>
                      </a:cubicBezTo>
                      <a:cubicBezTo>
                        <a:pt x="213" y="19"/>
                        <a:pt x="214" y="23"/>
                        <a:pt x="214" y="26"/>
                      </a:cubicBezTo>
                      <a:cubicBezTo>
                        <a:pt x="223" y="89"/>
                        <a:pt x="231" y="152"/>
                        <a:pt x="239" y="215"/>
                      </a:cubicBezTo>
                      <a:lnTo>
                        <a:pt x="239" y="215"/>
                      </a:lnTo>
                      <a:cubicBezTo>
                        <a:pt x="240" y="222"/>
                        <a:pt x="241" y="228"/>
                        <a:pt x="243" y="23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9" name="Google Shape;1689;p30"/>
                <p:cNvSpPr/>
                <p:nvPr/>
              </p:nvSpPr>
              <p:spPr>
                <a:xfrm>
                  <a:off x="2409592" y="3708844"/>
                  <a:ext cx="176040" cy="235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" h="603" extrusionOk="0">
                      <a:moveTo>
                        <a:pt x="449" y="533"/>
                      </a:moveTo>
                      <a:cubicBezTo>
                        <a:pt x="449" y="533"/>
                        <a:pt x="304" y="587"/>
                        <a:pt x="93" y="602"/>
                      </a:cubicBezTo>
                      <a:lnTo>
                        <a:pt x="62" y="408"/>
                      </a:lnTo>
                      <a:lnTo>
                        <a:pt x="1" y="27"/>
                      </a:lnTo>
                      <a:lnTo>
                        <a:pt x="1" y="27"/>
                      </a:lnTo>
                      <a:cubicBezTo>
                        <a:pt x="0" y="22"/>
                        <a:pt x="0" y="17"/>
                        <a:pt x="0" y="11"/>
                      </a:cubicBezTo>
                      <a:cubicBezTo>
                        <a:pt x="0" y="8"/>
                        <a:pt x="0" y="4"/>
                        <a:pt x="0" y="0"/>
                      </a:cubicBezTo>
                      <a:lnTo>
                        <a:pt x="264" y="313"/>
                      </a:lnTo>
                      <a:lnTo>
                        <a:pt x="449" y="53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0" name="Google Shape;1690;p30"/>
                <p:cNvSpPr/>
                <p:nvPr/>
              </p:nvSpPr>
              <p:spPr>
                <a:xfrm>
                  <a:off x="2067291" y="3665029"/>
                  <a:ext cx="1261620" cy="1128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5" h="2885" extrusionOk="0">
                      <a:moveTo>
                        <a:pt x="2970" y="2575"/>
                      </a:moveTo>
                      <a:lnTo>
                        <a:pt x="2970" y="2575"/>
                      </a:lnTo>
                      <a:cubicBezTo>
                        <a:pt x="2980" y="2596"/>
                        <a:pt x="2985" y="2619"/>
                        <a:pt x="2985" y="2642"/>
                      </a:cubicBezTo>
                      <a:cubicBezTo>
                        <a:pt x="2985" y="2671"/>
                        <a:pt x="2977" y="2698"/>
                        <a:pt x="2963" y="2723"/>
                      </a:cubicBezTo>
                      <a:cubicBezTo>
                        <a:pt x="2949" y="2747"/>
                        <a:pt x="2929" y="2767"/>
                        <a:pt x="2906" y="2781"/>
                      </a:cubicBezTo>
                      <a:lnTo>
                        <a:pt x="2906" y="2781"/>
                      </a:lnTo>
                      <a:cubicBezTo>
                        <a:pt x="2903" y="2783"/>
                        <a:pt x="2900" y="2784"/>
                        <a:pt x="2897" y="2786"/>
                      </a:cubicBezTo>
                      <a:cubicBezTo>
                        <a:pt x="2790" y="2848"/>
                        <a:pt x="2669" y="2882"/>
                        <a:pt x="2545" y="2884"/>
                      </a:cubicBezTo>
                      <a:lnTo>
                        <a:pt x="2545" y="2884"/>
                      </a:lnTo>
                      <a:cubicBezTo>
                        <a:pt x="2544" y="2884"/>
                        <a:pt x="2543" y="2884"/>
                        <a:pt x="2541" y="2884"/>
                      </a:cubicBezTo>
                      <a:cubicBezTo>
                        <a:pt x="2513" y="2884"/>
                        <a:pt x="2485" y="2877"/>
                        <a:pt x="2461" y="2863"/>
                      </a:cubicBezTo>
                      <a:cubicBezTo>
                        <a:pt x="2436" y="2849"/>
                        <a:pt x="2416" y="2828"/>
                        <a:pt x="2402" y="2804"/>
                      </a:cubicBezTo>
                      <a:cubicBezTo>
                        <a:pt x="2394" y="2791"/>
                        <a:pt x="2389" y="2777"/>
                        <a:pt x="2385" y="2762"/>
                      </a:cubicBezTo>
                      <a:lnTo>
                        <a:pt x="2385" y="2762"/>
                      </a:lnTo>
                      <a:cubicBezTo>
                        <a:pt x="2383" y="2756"/>
                        <a:pt x="2382" y="2750"/>
                        <a:pt x="2381" y="2743"/>
                      </a:cubicBezTo>
                      <a:cubicBezTo>
                        <a:pt x="2373" y="2680"/>
                        <a:pt x="2365" y="2617"/>
                        <a:pt x="2356" y="2554"/>
                      </a:cubicBezTo>
                      <a:lnTo>
                        <a:pt x="2356" y="2554"/>
                      </a:lnTo>
                      <a:cubicBezTo>
                        <a:pt x="2356" y="2551"/>
                        <a:pt x="2355" y="2547"/>
                        <a:pt x="2353" y="2543"/>
                      </a:cubicBezTo>
                      <a:cubicBezTo>
                        <a:pt x="2350" y="2539"/>
                        <a:pt x="2345" y="2535"/>
                        <a:pt x="2341" y="2532"/>
                      </a:cubicBezTo>
                      <a:cubicBezTo>
                        <a:pt x="2336" y="2530"/>
                        <a:pt x="2332" y="2528"/>
                        <a:pt x="2326" y="2528"/>
                      </a:cubicBezTo>
                      <a:cubicBezTo>
                        <a:pt x="2323" y="2528"/>
                        <a:pt x="2321" y="2529"/>
                        <a:pt x="2318" y="2530"/>
                      </a:cubicBezTo>
                      <a:lnTo>
                        <a:pt x="2318" y="2530"/>
                      </a:lnTo>
                      <a:cubicBezTo>
                        <a:pt x="2260" y="2546"/>
                        <a:pt x="2201" y="2559"/>
                        <a:pt x="2142" y="2570"/>
                      </a:cubicBezTo>
                      <a:lnTo>
                        <a:pt x="2142" y="2570"/>
                      </a:lnTo>
                      <a:cubicBezTo>
                        <a:pt x="2028" y="2590"/>
                        <a:pt x="1914" y="2600"/>
                        <a:pt x="1799" y="2600"/>
                      </a:cubicBezTo>
                      <a:cubicBezTo>
                        <a:pt x="1658" y="2600"/>
                        <a:pt x="1518" y="2585"/>
                        <a:pt x="1380" y="2555"/>
                      </a:cubicBezTo>
                      <a:lnTo>
                        <a:pt x="1380" y="2555"/>
                      </a:lnTo>
                      <a:cubicBezTo>
                        <a:pt x="1378" y="2555"/>
                        <a:pt x="1376" y="2554"/>
                        <a:pt x="1374" y="2554"/>
                      </a:cubicBezTo>
                      <a:cubicBezTo>
                        <a:pt x="1368" y="2554"/>
                        <a:pt x="1362" y="2556"/>
                        <a:pt x="1358" y="2558"/>
                      </a:cubicBezTo>
                      <a:cubicBezTo>
                        <a:pt x="1353" y="2561"/>
                        <a:pt x="1350" y="2565"/>
                        <a:pt x="1347" y="2570"/>
                      </a:cubicBezTo>
                      <a:cubicBezTo>
                        <a:pt x="1345" y="2573"/>
                        <a:pt x="1344" y="2577"/>
                        <a:pt x="1343" y="2581"/>
                      </a:cubicBezTo>
                      <a:cubicBezTo>
                        <a:pt x="1336" y="2635"/>
                        <a:pt x="1329" y="2689"/>
                        <a:pt x="1322" y="2743"/>
                      </a:cubicBezTo>
                      <a:lnTo>
                        <a:pt x="1322" y="2743"/>
                      </a:lnTo>
                      <a:cubicBezTo>
                        <a:pt x="1319" y="2765"/>
                        <a:pt x="1312" y="2785"/>
                        <a:pt x="1301" y="2804"/>
                      </a:cubicBezTo>
                      <a:cubicBezTo>
                        <a:pt x="1287" y="2828"/>
                        <a:pt x="1266" y="2849"/>
                        <a:pt x="1242" y="2863"/>
                      </a:cubicBezTo>
                      <a:cubicBezTo>
                        <a:pt x="1217" y="2877"/>
                        <a:pt x="1190" y="2884"/>
                        <a:pt x="1162" y="2884"/>
                      </a:cubicBezTo>
                      <a:cubicBezTo>
                        <a:pt x="1161" y="2884"/>
                        <a:pt x="1159" y="2884"/>
                        <a:pt x="1158" y="2884"/>
                      </a:cubicBezTo>
                      <a:lnTo>
                        <a:pt x="1158" y="2884"/>
                      </a:lnTo>
                      <a:cubicBezTo>
                        <a:pt x="1034" y="2882"/>
                        <a:pt x="913" y="2848"/>
                        <a:pt x="806" y="2786"/>
                      </a:cubicBezTo>
                      <a:cubicBezTo>
                        <a:pt x="803" y="2784"/>
                        <a:pt x="800" y="2783"/>
                        <a:pt x="797" y="2781"/>
                      </a:cubicBezTo>
                      <a:lnTo>
                        <a:pt x="797" y="2781"/>
                      </a:lnTo>
                      <a:cubicBezTo>
                        <a:pt x="781" y="2771"/>
                        <a:pt x="766" y="2759"/>
                        <a:pt x="754" y="2743"/>
                      </a:cubicBezTo>
                      <a:lnTo>
                        <a:pt x="754" y="2743"/>
                      </a:lnTo>
                      <a:cubicBezTo>
                        <a:pt x="749" y="2737"/>
                        <a:pt x="744" y="2730"/>
                        <a:pt x="740" y="2723"/>
                      </a:cubicBezTo>
                      <a:cubicBezTo>
                        <a:pt x="726" y="2699"/>
                        <a:pt x="719" y="2671"/>
                        <a:pt x="719" y="2642"/>
                      </a:cubicBezTo>
                      <a:cubicBezTo>
                        <a:pt x="719" y="2619"/>
                        <a:pt x="724" y="2596"/>
                        <a:pt x="733" y="2575"/>
                      </a:cubicBezTo>
                      <a:cubicBezTo>
                        <a:pt x="767" y="2501"/>
                        <a:pt x="801" y="2428"/>
                        <a:pt x="834" y="2354"/>
                      </a:cubicBezTo>
                      <a:lnTo>
                        <a:pt x="834" y="2354"/>
                      </a:lnTo>
                      <a:cubicBezTo>
                        <a:pt x="835" y="2350"/>
                        <a:pt x="836" y="2346"/>
                        <a:pt x="836" y="2342"/>
                      </a:cubicBezTo>
                      <a:cubicBezTo>
                        <a:pt x="836" y="2336"/>
                        <a:pt x="835" y="2331"/>
                        <a:pt x="832" y="2326"/>
                      </a:cubicBezTo>
                      <a:cubicBezTo>
                        <a:pt x="830" y="2323"/>
                        <a:pt x="827" y="2319"/>
                        <a:pt x="823" y="2317"/>
                      </a:cubicBezTo>
                      <a:lnTo>
                        <a:pt x="823" y="2317"/>
                      </a:lnTo>
                      <a:cubicBezTo>
                        <a:pt x="756" y="2270"/>
                        <a:pt x="695" y="2216"/>
                        <a:pt x="639" y="2156"/>
                      </a:cubicBezTo>
                      <a:lnTo>
                        <a:pt x="639" y="2156"/>
                      </a:lnTo>
                      <a:cubicBezTo>
                        <a:pt x="593" y="2106"/>
                        <a:pt x="553" y="2051"/>
                        <a:pt x="517" y="1993"/>
                      </a:cubicBezTo>
                      <a:lnTo>
                        <a:pt x="517" y="1993"/>
                      </a:lnTo>
                      <a:cubicBezTo>
                        <a:pt x="499" y="1963"/>
                        <a:pt x="473" y="1938"/>
                        <a:pt x="442" y="1920"/>
                      </a:cubicBezTo>
                      <a:cubicBezTo>
                        <a:pt x="410" y="1901"/>
                        <a:pt x="374" y="1892"/>
                        <a:pt x="336" y="1892"/>
                      </a:cubicBezTo>
                      <a:cubicBezTo>
                        <a:pt x="333" y="1892"/>
                        <a:pt x="330" y="1892"/>
                        <a:pt x="327" y="1892"/>
                      </a:cubicBezTo>
                      <a:lnTo>
                        <a:pt x="266" y="1894"/>
                      </a:lnTo>
                      <a:lnTo>
                        <a:pt x="266" y="1894"/>
                      </a:lnTo>
                      <a:cubicBezTo>
                        <a:pt x="262" y="1894"/>
                        <a:pt x="259" y="1894"/>
                        <a:pt x="255" y="1894"/>
                      </a:cubicBezTo>
                      <a:cubicBezTo>
                        <a:pt x="210" y="1894"/>
                        <a:pt x="166" y="1883"/>
                        <a:pt x="128" y="1860"/>
                      </a:cubicBezTo>
                      <a:cubicBezTo>
                        <a:pt x="89" y="1838"/>
                        <a:pt x="56" y="1806"/>
                        <a:pt x="34" y="1767"/>
                      </a:cubicBezTo>
                      <a:cubicBezTo>
                        <a:pt x="11" y="1728"/>
                        <a:pt x="0" y="1684"/>
                        <a:pt x="0" y="1640"/>
                      </a:cubicBezTo>
                      <a:lnTo>
                        <a:pt x="0" y="1640"/>
                      </a:lnTo>
                      <a:lnTo>
                        <a:pt x="0" y="1386"/>
                      </a:lnTo>
                      <a:lnTo>
                        <a:pt x="0" y="1386"/>
                      </a:lnTo>
                      <a:cubicBezTo>
                        <a:pt x="0" y="1341"/>
                        <a:pt x="11" y="1297"/>
                        <a:pt x="34" y="1258"/>
                      </a:cubicBezTo>
                      <a:cubicBezTo>
                        <a:pt x="56" y="1220"/>
                        <a:pt x="89" y="1187"/>
                        <a:pt x="128" y="1165"/>
                      </a:cubicBezTo>
                      <a:cubicBezTo>
                        <a:pt x="166" y="1143"/>
                        <a:pt x="210" y="1131"/>
                        <a:pt x="255" y="1131"/>
                      </a:cubicBezTo>
                      <a:cubicBezTo>
                        <a:pt x="259" y="1131"/>
                        <a:pt x="262" y="1131"/>
                        <a:pt x="266" y="1131"/>
                      </a:cubicBezTo>
                      <a:cubicBezTo>
                        <a:pt x="269" y="1131"/>
                        <a:pt x="272" y="1131"/>
                        <a:pt x="275" y="1131"/>
                      </a:cubicBezTo>
                      <a:lnTo>
                        <a:pt x="275" y="1131"/>
                      </a:lnTo>
                      <a:cubicBezTo>
                        <a:pt x="312" y="1131"/>
                        <a:pt x="348" y="1122"/>
                        <a:pt x="381" y="1103"/>
                      </a:cubicBezTo>
                      <a:cubicBezTo>
                        <a:pt x="413" y="1085"/>
                        <a:pt x="440" y="1058"/>
                        <a:pt x="459" y="1025"/>
                      </a:cubicBezTo>
                      <a:cubicBezTo>
                        <a:pt x="462" y="1020"/>
                        <a:pt x="465" y="1013"/>
                        <a:pt x="468" y="1007"/>
                      </a:cubicBezTo>
                      <a:cubicBezTo>
                        <a:pt x="566" y="797"/>
                        <a:pt x="732" y="635"/>
                        <a:pt x="937" y="519"/>
                      </a:cubicBezTo>
                      <a:lnTo>
                        <a:pt x="968" y="714"/>
                      </a:lnTo>
                      <a:cubicBezTo>
                        <a:pt x="1178" y="699"/>
                        <a:pt x="1324" y="644"/>
                        <a:pt x="1324" y="644"/>
                      </a:cubicBezTo>
                      <a:lnTo>
                        <a:pt x="1139" y="424"/>
                      </a:lnTo>
                      <a:lnTo>
                        <a:pt x="875" y="112"/>
                      </a:lnTo>
                      <a:lnTo>
                        <a:pt x="875" y="112"/>
                      </a:lnTo>
                      <a:cubicBezTo>
                        <a:pt x="877" y="99"/>
                        <a:pt x="881" y="87"/>
                        <a:pt x="888" y="75"/>
                      </a:cubicBezTo>
                      <a:cubicBezTo>
                        <a:pt x="896" y="61"/>
                        <a:pt x="908" y="49"/>
                        <a:pt x="923" y="40"/>
                      </a:cubicBezTo>
                      <a:cubicBezTo>
                        <a:pt x="933" y="35"/>
                        <a:pt x="945" y="30"/>
                        <a:pt x="957" y="28"/>
                      </a:cubicBezTo>
                      <a:cubicBezTo>
                        <a:pt x="1119" y="4"/>
                        <a:pt x="1449" y="0"/>
                        <a:pt x="1644" y="313"/>
                      </a:cubicBezTo>
                      <a:cubicBezTo>
                        <a:pt x="2146" y="274"/>
                        <a:pt x="2673" y="427"/>
                        <a:pt x="2974" y="770"/>
                      </a:cubicBezTo>
                      <a:lnTo>
                        <a:pt x="2974" y="770"/>
                      </a:lnTo>
                      <a:cubicBezTo>
                        <a:pt x="2999" y="800"/>
                        <a:pt x="3023" y="830"/>
                        <a:pt x="3045" y="862"/>
                      </a:cubicBezTo>
                      <a:cubicBezTo>
                        <a:pt x="3157" y="1024"/>
                        <a:pt x="3224" y="1221"/>
                        <a:pt x="3224" y="1454"/>
                      </a:cubicBezTo>
                      <a:cubicBezTo>
                        <a:pt x="3223" y="1800"/>
                        <a:pt x="3077" y="2068"/>
                        <a:pt x="2851" y="2257"/>
                      </a:cubicBezTo>
                      <a:lnTo>
                        <a:pt x="2851" y="2257"/>
                      </a:lnTo>
                      <a:cubicBezTo>
                        <a:pt x="2848" y="2259"/>
                        <a:pt x="2846" y="2262"/>
                        <a:pt x="2844" y="2265"/>
                      </a:cubicBezTo>
                      <a:cubicBezTo>
                        <a:pt x="2841" y="2269"/>
                        <a:pt x="2840" y="2275"/>
                        <a:pt x="2840" y="2280"/>
                      </a:cubicBezTo>
                      <a:cubicBezTo>
                        <a:pt x="2840" y="2285"/>
                        <a:pt x="2841" y="2289"/>
                        <a:pt x="2843" y="2293"/>
                      </a:cubicBezTo>
                      <a:cubicBezTo>
                        <a:pt x="2845" y="2297"/>
                        <a:pt x="2843" y="2293"/>
                        <a:pt x="2843" y="2293"/>
                      </a:cubicBezTo>
                      <a:cubicBezTo>
                        <a:pt x="2885" y="2387"/>
                        <a:pt x="2927" y="2481"/>
                        <a:pt x="2970" y="257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1" name="Google Shape;1691;p30"/>
                <p:cNvSpPr/>
                <p:nvPr/>
              </p:nvSpPr>
              <p:spPr>
                <a:xfrm>
                  <a:off x="2254676" y="4505332"/>
                  <a:ext cx="142788" cy="236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" h="604" extrusionOk="0">
                      <a:moveTo>
                        <a:pt x="275" y="603"/>
                      </a:moveTo>
                      <a:lnTo>
                        <a:pt x="275" y="603"/>
                      </a:lnTo>
                      <a:cubicBezTo>
                        <a:pt x="274" y="603"/>
                        <a:pt x="274" y="603"/>
                        <a:pt x="273" y="602"/>
                      </a:cubicBezTo>
                      <a:lnTo>
                        <a:pt x="273" y="602"/>
                      </a:lnTo>
                      <a:cubicBezTo>
                        <a:pt x="209" y="585"/>
                        <a:pt x="148" y="560"/>
                        <a:pt x="90" y="527"/>
                      </a:cubicBezTo>
                      <a:cubicBezTo>
                        <a:pt x="88" y="526"/>
                        <a:pt x="85" y="524"/>
                        <a:pt x="82" y="522"/>
                      </a:cubicBezTo>
                      <a:lnTo>
                        <a:pt x="82" y="522"/>
                      </a:lnTo>
                      <a:cubicBezTo>
                        <a:pt x="57" y="508"/>
                        <a:pt x="37" y="487"/>
                        <a:pt x="22" y="462"/>
                      </a:cubicBezTo>
                      <a:cubicBezTo>
                        <a:pt x="7" y="436"/>
                        <a:pt x="0" y="407"/>
                        <a:pt x="0" y="378"/>
                      </a:cubicBezTo>
                      <a:cubicBezTo>
                        <a:pt x="0" y="353"/>
                        <a:pt x="5" y="329"/>
                        <a:pt x="15" y="307"/>
                      </a:cubicBezTo>
                      <a:cubicBezTo>
                        <a:pt x="55" y="222"/>
                        <a:pt x="96" y="130"/>
                        <a:pt x="142" y="26"/>
                      </a:cubicBezTo>
                      <a:lnTo>
                        <a:pt x="142" y="26"/>
                      </a:lnTo>
                      <a:cubicBezTo>
                        <a:pt x="145" y="21"/>
                        <a:pt x="147" y="16"/>
                        <a:pt x="150" y="11"/>
                      </a:cubicBezTo>
                      <a:cubicBezTo>
                        <a:pt x="151" y="8"/>
                        <a:pt x="153" y="6"/>
                        <a:pt x="154" y="4"/>
                      </a:cubicBezTo>
                      <a:lnTo>
                        <a:pt x="154" y="4"/>
                      </a:lnTo>
                      <a:cubicBezTo>
                        <a:pt x="155" y="3"/>
                        <a:pt x="156" y="2"/>
                        <a:pt x="157" y="1"/>
                      </a:cubicBezTo>
                      <a:cubicBezTo>
                        <a:pt x="158" y="1"/>
                        <a:pt x="159" y="0"/>
                        <a:pt x="160" y="0"/>
                      </a:cubicBezTo>
                      <a:lnTo>
                        <a:pt x="160" y="0"/>
                      </a:lnTo>
                      <a:lnTo>
                        <a:pt x="160" y="0"/>
                      </a:lnTo>
                      <a:cubicBezTo>
                        <a:pt x="162" y="0"/>
                        <a:pt x="163" y="1"/>
                        <a:pt x="164" y="1"/>
                      </a:cubicBezTo>
                      <a:cubicBezTo>
                        <a:pt x="165" y="2"/>
                        <a:pt x="165" y="2"/>
                        <a:pt x="166" y="3"/>
                      </a:cubicBezTo>
                      <a:lnTo>
                        <a:pt x="166" y="3"/>
                      </a:lnTo>
                      <a:cubicBezTo>
                        <a:pt x="221" y="62"/>
                        <a:pt x="282" y="116"/>
                        <a:pt x="348" y="163"/>
                      </a:cubicBezTo>
                      <a:lnTo>
                        <a:pt x="348" y="163"/>
                      </a:lnTo>
                      <a:cubicBezTo>
                        <a:pt x="353" y="166"/>
                        <a:pt x="356" y="171"/>
                        <a:pt x="359" y="175"/>
                      </a:cubicBezTo>
                      <a:cubicBezTo>
                        <a:pt x="362" y="181"/>
                        <a:pt x="364" y="187"/>
                        <a:pt x="364" y="193"/>
                      </a:cubicBezTo>
                      <a:cubicBezTo>
                        <a:pt x="364" y="199"/>
                        <a:pt x="363" y="204"/>
                        <a:pt x="361" y="209"/>
                      </a:cubicBezTo>
                      <a:cubicBezTo>
                        <a:pt x="323" y="293"/>
                        <a:pt x="292" y="363"/>
                        <a:pt x="261" y="430"/>
                      </a:cubicBezTo>
                      <a:lnTo>
                        <a:pt x="261" y="430"/>
                      </a:lnTo>
                      <a:lnTo>
                        <a:pt x="261" y="430"/>
                      </a:lnTo>
                      <a:cubicBezTo>
                        <a:pt x="252" y="450"/>
                        <a:pt x="247" y="472"/>
                        <a:pt x="247" y="494"/>
                      </a:cubicBezTo>
                      <a:cubicBezTo>
                        <a:pt x="247" y="521"/>
                        <a:pt x="253" y="548"/>
                        <a:pt x="268" y="572"/>
                      </a:cubicBezTo>
                      <a:cubicBezTo>
                        <a:pt x="272" y="578"/>
                        <a:pt x="276" y="585"/>
                        <a:pt x="281" y="591"/>
                      </a:cubicBezTo>
                      <a:lnTo>
                        <a:pt x="281" y="591"/>
                      </a:lnTo>
                      <a:cubicBezTo>
                        <a:pt x="281" y="591"/>
                        <a:pt x="280" y="591"/>
                        <a:pt x="281" y="592"/>
                      </a:cubicBezTo>
                      <a:cubicBezTo>
                        <a:pt x="281" y="593"/>
                        <a:pt x="282" y="594"/>
                        <a:pt x="282" y="595"/>
                      </a:cubicBezTo>
                      <a:cubicBezTo>
                        <a:pt x="282" y="597"/>
                        <a:pt x="281" y="598"/>
                        <a:pt x="281" y="599"/>
                      </a:cubicBezTo>
                      <a:cubicBezTo>
                        <a:pt x="280" y="600"/>
                        <a:pt x="280" y="602"/>
                        <a:pt x="279" y="602"/>
                      </a:cubicBezTo>
                      <a:cubicBezTo>
                        <a:pt x="277" y="603"/>
                        <a:pt x="276" y="603"/>
                        <a:pt x="275" y="603"/>
                      </a:cubicBezTo>
                      <a:moveTo>
                        <a:pt x="162" y="20"/>
                      </a:moveTo>
                      <a:cubicBezTo>
                        <a:pt x="160" y="24"/>
                        <a:pt x="157" y="28"/>
                        <a:pt x="156" y="32"/>
                      </a:cubicBezTo>
                      <a:cubicBezTo>
                        <a:pt x="109" y="136"/>
                        <a:pt x="68" y="228"/>
                        <a:pt x="29" y="313"/>
                      </a:cubicBezTo>
                      <a:lnTo>
                        <a:pt x="29" y="313"/>
                      </a:lnTo>
                      <a:cubicBezTo>
                        <a:pt x="19" y="333"/>
                        <a:pt x="14" y="356"/>
                        <a:pt x="14" y="378"/>
                      </a:cubicBezTo>
                      <a:cubicBezTo>
                        <a:pt x="14" y="405"/>
                        <a:pt x="21" y="431"/>
                        <a:pt x="35" y="454"/>
                      </a:cubicBezTo>
                      <a:cubicBezTo>
                        <a:pt x="48" y="477"/>
                        <a:pt x="67" y="496"/>
                        <a:pt x="90" y="510"/>
                      </a:cubicBezTo>
                      <a:lnTo>
                        <a:pt x="90" y="510"/>
                      </a:lnTo>
                      <a:cubicBezTo>
                        <a:pt x="92" y="511"/>
                        <a:pt x="95" y="513"/>
                        <a:pt x="97" y="514"/>
                      </a:cubicBezTo>
                      <a:cubicBezTo>
                        <a:pt x="148" y="543"/>
                        <a:pt x="201" y="566"/>
                        <a:pt x="257" y="583"/>
                      </a:cubicBezTo>
                      <a:lnTo>
                        <a:pt x="257" y="583"/>
                      </a:lnTo>
                      <a:cubicBezTo>
                        <a:pt x="257" y="582"/>
                        <a:pt x="256" y="580"/>
                        <a:pt x="255" y="579"/>
                      </a:cubicBezTo>
                      <a:cubicBezTo>
                        <a:pt x="240" y="553"/>
                        <a:pt x="232" y="524"/>
                        <a:pt x="232" y="494"/>
                      </a:cubicBezTo>
                      <a:cubicBezTo>
                        <a:pt x="232" y="470"/>
                        <a:pt x="238" y="446"/>
                        <a:pt x="248" y="424"/>
                      </a:cubicBezTo>
                      <a:lnTo>
                        <a:pt x="248" y="424"/>
                      </a:lnTo>
                      <a:cubicBezTo>
                        <a:pt x="278" y="357"/>
                        <a:pt x="310" y="287"/>
                        <a:pt x="348" y="203"/>
                      </a:cubicBezTo>
                      <a:lnTo>
                        <a:pt x="348" y="203"/>
                      </a:lnTo>
                      <a:cubicBezTo>
                        <a:pt x="349" y="200"/>
                        <a:pt x="350" y="197"/>
                        <a:pt x="350" y="194"/>
                      </a:cubicBezTo>
                      <a:cubicBezTo>
                        <a:pt x="350" y="190"/>
                        <a:pt x="349" y="186"/>
                        <a:pt x="347" y="182"/>
                      </a:cubicBezTo>
                      <a:cubicBezTo>
                        <a:pt x="345" y="179"/>
                        <a:pt x="343" y="177"/>
                        <a:pt x="340" y="175"/>
                      </a:cubicBezTo>
                      <a:lnTo>
                        <a:pt x="340" y="175"/>
                      </a:lnTo>
                      <a:cubicBezTo>
                        <a:pt x="275" y="129"/>
                        <a:pt x="216" y="77"/>
                        <a:pt x="162" y="2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2" name="Google Shape;1692;p30"/>
                <p:cNvSpPr/>
                <p:nvPr/>
              </p:nvSpPr>
              <p:spPr>
                <a:xfrm>
                  <a:off x="2902113" y="4651250"/>
                  <a:ext cx="101321" cy="99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55" extrusionOk="0">
                      <a:moveTo>
                        <a:pt x="174" y="254"/>
                      </a:moveTo>
                      <a:lnTo>
                        <a:pt x="174" y="254"/>
                      </a:lnTo>
                      <a:cubicBezTo>
                        <a:pt x="144" y="254"/>
                        <a:pt x="116" y="246"/>
                        <a:pt x="90" y="231"/>
                      </a:cubicBezTo>
                      <a:cubicBezTo>
                        <a:pt x="65" y="217"/>
                        <a:pt x="44" y="196"/>
                        <a:pt x="29" y="170"/>
                      </a:cubicBezTo>
                      <a:cubicBezTo>
                        <a:pt x="18" y="151"/>
                        <a:pt x="11" y="129"/>
                        <a:pt x="8" y="106"/>
                      </a:cubicBezTo>
                      <a:cubicBezTo>
                        <a:pt x="5" y="88"/>
                        <a:pt x="3" y="69"/>
                        <a:pt x="0" y="50"/>
                      </a:cubicBezTo>
                      <a:lnTo>
                        <a:pt x="0" y="50"/>
                      </a:lnTo>
                      <a:lnTo>
                        <a:pt x="0" y="49"/>
                      </a:lnTo>
                      <a:cubicBezTo>
                        <a:pt x="0" y="48"/>
                        <a:pt x="0" y="46"/>
                        <a:pt x="1" y="45"/>
                      </a:cubicBezTo>
                      <a:cubicBezTo>
                        <a:pt x="1" y="44"/>
                        <a:pt x="3" y="44"/>
                        <a:pt x="4" y="43"/>
                      </a:cubicBezTo>
                      <a:cubicBezTo>
                        <a:pt x="5" y="43"/>
                        <a:pt x="6" y="42"/>
                        <a:pt x="6" y="42"/>
                      </a:cubicBezTo>
                      <a:cubicBezTo>
                        <a:pt x="67" y="31"/>
                        <a:pt x="126" y="17"/>
                        <a:pt x="182" y="1"/>
                      </a:cubicBezTo>
                      <a:lnTo>
                        <a:pt x="182" y="1"/>
                      </a:lnTo>
                      <a:cubicBezTo>
                        <a:pt x="185" y="1"/>
                        <a:pt x="189" y="0"/>
                        <a:pt x="192" y="0"/>
                      </a:cubicBezTo>
                      <a:cubicBezTo>
                        <a:pt x="199" y="0"/>
                        <a:pt x="205" y="2"/>
                        <a:pt x="211" y="5"/>
                      </a:cubicBezTo>
                      <a:cubicBezTo>
                        <a:pt x="212" y="5"/>
                        <a:pt x="212" y="6"/>
                        <a:pt x="213" y="6"/>
                      </a:cubicBezTo>
                      <a:lnTo>
                        <a:pt x="213" y="6"/>
                      </a:lnTo>
                      <a:cubicBezTo>
                        <a:pt x="218" y="9"/>
                        <a:pt x="222" y="14"/>
                        <a:pt x="225" y="19"/>
                      </a:cubicBezTo>
                      <a:cubicBezTo>
                        <a:pt x="227" y="23"/>
                        <a:pt x="229" y="28"/>
                        <a:pt x="230" y="32"/>
                      </a:cubicBezTo>
                      <a:cubicBezTo>
                        <a:pt x="237" y="84"/>
                        <a:pt x="246" y="152"/>
                        <a:pt x="255" y="221"/>
                      </a:cubicBezTo>
                      <a:lnTo>
                        <a:pt x="255" y="221"/>
                      </a:lnTo>
                      <a:cubicBezTo>
                        <a:pt x="255" y="227"/>
                        <a:pt x="257" y="233"/>
                        <a:pt x="258" y="239"/>
                      </a:cubicBezTo>
                      <a:lnTo>
                        <a:pt x="258" y="239"/>
                      </a:lnTo>
                      <a:cubicBezTo>
                        <a:pt x="258" y="240"/>
                        <a:pt x="258" y="241"/>
                        <a:pt x="258" y="241"/>
                      </a:cubicBezTo>
                      <a:cubicBezTo>
                        <a:pt x="258" y="243"/>
                        <a:pt x="258" y="244"/>
                        <a:pt x="257" y="245"/>
                      </a:cubicBezTo>
                      <a:lnTo>
                        <a:pt x="257" y="245"/>
                      </a:lnTo>
                      <a:lnTo>
                        <a:pt x="257" y="245"/>
                      </a:lnTo>
                      <a:cubicBezTo>
                        <a:pt x="256" y="246"/>
                        <a:pt x="256" y="248"/>
                        <a:pt x="255" y="248"/>
                      </a:cubicBezTo>
                      <a:cubicBezTo>
                        <a:pt x="254" y="249"/>
                        <a:pt x="253" y="248"/>
                        <a:pt x="252" y="249"/>
                      </a:cubicBezTo>
                      <a:cubicBezTo>
                        <a:pt x="228" y="251"/>
                        <a:pt x="203" y="253"/>
                        <a:pt x="179" y="254"/>
                      </a:cubicBezTo>
                      <a:lnTo>
                        <a:pt x="174" y="254"/>
                      </a:lnTo>
                      <a:moveTo>
                        <a:pt x="16" y="55"/>
                      </a:moveTo>
                      <a:cubicBezTo>
                        <a:pt x="18" y="72"/>
                        <a:pt x="20" y="88"/>
                        <a:pt x="22" y="105"/>
                      </a:cubicBezTo>
                      <a:lnTo>
                        <a:pt x="22" y="105"/>
                      </a:lnTo>
                      <a:cubicBezTo>
                        <a:pt x="25" y="125"/>
                        <a:pt x="31" y="145"/>
                        <a:pt x="42" y="163"/>
                      </a:cubicBezTo>
                      <a:cubicBezTo>
                        <a:pt x="55" y="186"/>
                        <a:pt x="74" y="206"/>
                        <a:pt x="98" y="219"/>
                      </a:cubicBezTo>
                      <a:cubicBezTo>
                        <a:pt x="121" y="233"/>
                        <a:pt x="147" y="239"/>
                        <a:pt x="174" y="239"/>
                      </a:cubicBezTo>
                      <a:cubicBezTo>
                        <a:pt x="175" y="239"/>
                        <a:pt x="177" y="239"/>
                        <a:pt x="178" y="239"/>
                      </a:cubicBezTo>
                      <a:cubicBezTo>
                        <a:pt x="200" y="239"/>
                        <a:pt x="221" y="237"/>
                        <a:pt x="242" y="235"/>
                      </a:cubicBezTo>
                      <a:cubicBezTo>
                        <a:pt x="241" y="231"/>
                        <a:pt x="241" y="227"/>
                        <a:pt x="240" y="223"/>
                      </a:cubicBezTo>
                      <a:cubicBezTo>
                        <a:pt x="231" y="154"/>
                        <a:pt x="222" y="86"/>
                        <a:pt x="215" y="35"/>
                      </a:cubicBezTo>
                      <a:lnTo>
                        <a:pt x="215" y="35"/>
                      </a:lnTo>
                      <a:cubicBezTo>
                        <a:pt x="215" y="32"/>
                        <a:pt x="214" y="29"/>
                        <a:pt x="212" y="26"/>
                      </a:cubicBezTo>
                      <a:cubicBezTo>
                        <a:pt x="210" y="23"/>
                        <a:pt x="208" y="21"/>
                        <a:pt x="205" y="19"/>
                      </a:cubicBezTo>
                      <a:lnTo>
                        <a:pt x="205" y="19"/>
                      </a:lnTo>
                      <a:cubicBezTo>
                        <a:pt x="205" y="18"/>
                        <a:pt x="204" y="18"/>
                        <a:pt x="204" y="18"/>
                      </a:cubicBezTo>
                      <a:cubicBezTo>
                        <a:pt x="200" y="16"/>
                        <a:pt x="196" y="15"/>
                        <a:pt x="192" y="15"/>
                      </a:cubicBezTo>
                      <a:cubicBezTo>
                        <a:pt x="190" y="15"/>
                        <a:pt x="188" y="15"/>
                        <a:pt x="186" y="16"/>
                      </a:cubicBezTo>
                      <a:cubicBezTo>
                        <a:pt x="132" y="31"/>
                        <a:pt x="75" y="44"/>
                        <a:pt x="16" y="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3" name="Google Shape;1693;p30"/>
                <p:cNvSpPr/>
                <p:nvPr/>
              </p:nvSpPr>
              <p:spPr>
                <a:xfrm>
                  <a:off x="2408809" y="4079312"/>
                  <a:ext cx="90367" cy="110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" h="282" extrusionOk="0">
                      <a:moveTo>
                        <a:pt x="230" y="140"/>
                      </a:moveTo>
                      <a:cubicBezTo>
                        <a:pt x="230" y="165"/>
                        <a:pt x="224" y="190"/>
                        <a:pt x="214" y="211"/>
                      </a:cubicBezTo>
                      <a:cubicBezTo>
                        <a:pt x="204" y="233"/>
                        <a:pt x="189" y="250"/>
                        <a:pt x="172" y="262"/>
                      </a:cubicBezTo>
                      <a:cubicBezTo>
                        <a:pt x="154" y="274"/>
                        <a:pt x="135" y="281"/>
                        <a:pt x="115" y="281"/>
                      </a:cubicBezTo>
                      <a:cubicBezTo>
                        <a:pt x="95" y="281"/>
                        <a:pt x="75" y="274"/>
                        <a:pt x="58" y="262"/>
                      </a:cubicBezTo>
                      <a:cubicBezTo>
                        <a:pt x="40" y="250"/>
                        <a:pt x="25" y="233"/>
                        <a:pt x="15" y="211"/>
                      </a:cubicBezTo>
                      <a:cubicBezTo>
                        <a:pt x="4" y="190"/>
                        <a:pt x="0" y="165"/>
                        <a:pt x="0" y="140"/>
                      </a:cubicBezTo>
                      <a:cubicBezTo>
                        <a:pt x="0" y="116"/>
                        <a:pt x="5" y="91"/>
                        <a:pt x="15" y="70"/>
                      </a:cubicBezTo>
                      <a:cubicBezTo>
                        <a:pt x="26" y="49"/>
                        <a:pt x="40" y="32"/>
                        <a:pt x="58" y="19"/>
                      </a:cubicBezTo>
                      <a:cubicBezTo>
                        <a:pt x="75" y="7"/>
                        <a:pt x="95" y="0"/>
                        <a:pt x="115" y="0"/>
                      </a:cubicBezTo>
                      <a:cubicBezTo>
                        <a:pt x="135" y="0"/>
                        <a:pt x="154" y="7"/>
                        <a:pt x="172" y="19"/>
                      </a:cubicBezTo>
                      <a:cubicBezTo>
                        <a:pt x="189" y="32"/>
                        <a:pt x="204" y="49"/>
                        <a:pt x="214" y="70"/>
                      </a:cubicBezTo>
                      <a:cubicBezTo>
                        <a:pt x="224" y="91"/>
                        <a:pt x="230" y="116"/>
                        <a:pt x="230" y="14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4" name="Google Shape;1694;p30"/>
                <p:cNvSpPr/>
                <p:nvPr/>
              </p:nvSpPr>
              <p:spPr>
                <a:xfrm>
                  <a:off x="2406462" y="3706106"/>
                  <a:ext cx="181908" cy="241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618" extrusionOk="0">
                      <a:moveTo>
                        <a:pt x="101" y="617"/>
                      </a:moveTo>
                      <a:lnTo>
                        <a:pt x="101" y="617"/>
                      </a:lnTo>
                      <a:cubicBezTo>
                        <a:pt x="99" y="617"/>
                        <a:pt x="98" y="617"/>
                        <a:pt x="97" y="616"/>
                      </a:cubicBezTo>
                      <a:cubicBezTo>
                        <a:pt x="96" y="616"/>
                        <a:pt x="94" y="615"/>
                        <a:pt x="94" y="613"/>
                      </a:cubicBezTo>
                      <a:cubicBezTo>
                        <a:pt x="93" y="612"/>
                        <a:pt x="93" y="611"/>
                        <a:pt x="93" y="611"/>
                      </a:cubicBezTo>
                      <a:lnTo>
                        <a:pt x="2" y="35"/>
                      </a:lnTo>
                      <a:lnTo>
                        <a:pt x="2" y="35"/>
                      </a:lnTo>
                      <a:cubicBezTo>
                        <a:pt x="1" y="29"/>
                        <a:pt x="0" y="24"/>
                        <a:pt x="0" y="18"/>
                      </a:cubicBezTo>
                      <a:cubicBezTo>
                        <a:pt x="0" y="14"/>
                        <a:pt x="1" y="10"/>
                        <a:pt x="1" y="6"/>
                      </a:cubicBezTo>
                      <a:lnTo>
                        <a:pt x="1" y="6"/>
                      </a:lnTo>
                      <a:cubicBezTo>
                        <a:pt x="1" y="5"/>
                        <a:pt x="1" y="4"/>
                        <a:pt x="2" y="3"/>
                      </a:cubicBezTo>
                      <a:cubicBezTo>
                        <a:pt x="3" y="2"/>
                        <a:pt x="3" y="2"/>
                        <a:pt x="5" y="1"/>
                      </a:cubicBezTo>
                      <a:cubicBezTo>
                        <a:pt x="6" y="1"/>
                        <a:pt x="6" y="0"/>
                        <a:pt x="6" y="0"/>
                      </a:cubicBezTo>
                      <a:lnTo>
                        <a:pt x="6" y="0"/>
                      </a:lnTo>
                      <a:cubicBezTo>
                        <a:pt x="7" y="0"/>
                        <a:pt x="8" y="0"/>
                        <a:pt x="8" y="0"/>
                      </a:cubicBezTo>
                      <a:cubicBezTo>
                        <a:pt x="10" y="0"/>
                        <a:pt x="11" y="1"/>
                        <a:pt x="12" y="1"/>
                      </a:cubicBezTo>
                      <a:cubicBezTo>
                        <a:pt x="13" y="2"/>
                        <a:pt x="13" y="2"/>
                        <a:pt x="14" y="2"/>
                      </a:cubicBezTo>
                      <a:lnTo>
                        <a:pt x="462" y="535"/>
                      </a:lnTo>
                      <a:lnTo>
                        <a:pt x="462" y="535"/>
                      </a:lnTo>
                      <a:cubicBezTo>
                        <a:pt x="463" y="535"/>
                        <a:pt x="463" y="536"/>
                        <a:pt x="463" y="536"/>
                      </a:cubicBezTo>
                      <a:cubicBezTo>
                        <a:pt x="464" y="537"/>
                        <a:pt x="464" y="539"/>
                        <a:pt x="464" y="540"/>
                      </a:cubicBezTo>
                      <a:cubicBezTo>
                        <a:pt x="464" y="542"/>
                        <a:pt x="463" y="542"/>
                        <a:pt x="463" y="543"/>
                      </a:cubicBezTo>
                      <a:cubicBezTo>
                        <a:pt x="462" y="544"/>
                        <a:pt x="462" y="545"/>
                        <a:pt x="460" y="546"/>
                      </a:cubicBezTo>
                      <a:lnTo>
                        <a:pt x="459" y="546"/>
                      </a:lnTo>
                      <a:cubicBezTo>
                        <a:pt x="458" y="547"/>
                        <a:pt x="311" y="602"/>
                        <a:pt x="101" y="617"/>
                      </a:cubicBezTo>
                      <a:moveTo>
                        <a:pt x="15" y="27"/>
                      </a:moveTo>
                      <a:cubicBezTo>
                        <a:pt x="15" y="29"/>
                        <a:pt x="16" y="31"/>
                        <a:pt x="16" y="33"/>
                      </a:cubicBezTo>
                      <a:lnTo>
                        <a:pt x="107" y="602"/>
                      </a:lnTo>
                      <a:cubicBezTo>
                        <a:pt x="280" y="589"/>
                        <a:pt x="409" y="548"/>
                        <a:pt x="444" y="536"/>
                      </a:cubicBezTo>
                      <a:lnTo>
                        <a:pt x="15" y="2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5" name="Google Shape;1695;p30"/>
                <p:cNvSpPr/>
                <p:nvPr/>
              </p:nvSpPr>
              <p:spPr>
                <a:xfrm>
                  <a:off x="2064553" y="3662682"/>
                  <a:ext cx="1267097" cy="1134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9" h="2899" extrusionOk="0">
                      <a:moveTo>
                        <a:pt x="1170" y="2898"/>
                      </a:moveTo>
                      <a:lnTo>
                        <a:pt x="1165" y="2898"/>
                      </a:lnTo>
                      <a:lnTo>
                        <a:pt x="1165" y="2898"/>
                      </a:lnTo>
                      <a:cubicBezTo>
                        <a:pt x="1040" y="2895"/>
                        <a:pt x="917" y="2861"/>
                        <a:pt x="808" y="2798"/>
                      </a:cubicBezTo>
                      <a:cubicBezTo>
                        <a:pt x="806" y="2796"/>
                        <a:pt x="803" y="2795"/>
                        <a:pt x="801" y="2793"/>
                      </a:cubicBezTo>
                      <a:lnTo>
                        <a:pt x="801" y="2793"/>
                      </a:lnTo>
                      <a:cubicBezTo>
                        <a:pt x="783" y="2783"/>
                        <a:pt x="768" y="2770"/>
                        <a:pt x="755" y="2754"/>
                      </a:cubicBezTo>
                      <a:lnTo>
                        <a:pt x="755" y="2754"/>
                      </a:lnTo>
                      <a:cubicBezTo>
                        <a:pt x="750" y="2747"/>
                        <a:pt x="745" y="2740"/>
                        <a:pt x="741" y="2733"/>
                      </a:cubicBezTo>
                      <a:cubicBezTo>
                        <a:pt x="726" y="2707"/>
                        <a:pt x="718" y="2678"/>
                        <a:pt x="718" y="2648"/>
                      </a:cubicBezTo>
                      <a:cubicBezTo>
                        <a:pt x="718" y="2624"/>
                        <a:pt x="724" y="2600"/>
                        <a:pt x="734" y="2578"/>
                      </a:cubicBezTo>
                      <a:cubicBezTo>
                        <a:pt x="764" y="2511"/>
                        <a:pt x="796" y="2441"/>
                        <a:pt x="834" y="2357"/>
                      </a:cubicBezTo>
                      <a:lnTo>
                        <a:pt x="834" y="2357"/>
                      </a:lnTo>
                      <a:cubicBezTo>
                        <a:pt x="835" y="2354"/>
                        <a:pt x="836" y="2351"/>
                        <a:pt x="836" y="2348"/>
                      </a:cubicBezTo>
                      <a:cubicBezTo>
                        <a:pt x="836" y="2344"/>
                        <a:pt x="835" y="2340"/>
                        <a:pt x="833" y="2336"/>
                      </a:cubicBezTo>
                      <a:cubicBezTo>
                        <a:pt x="831" y="2333"/>
                        <a:pt x="828" y="2331"/>
                        <a:pt x="826" y="2329"/>
                      </a:cubicBezTo>
                      <a:lnTo>
                        <a:pt x="826" y="2329"/>
                      </a:lnTo>
                      <a:cubicBezTo>
                        <a:pt x="758" y="2281"/>
                        <a:pt x="696" y="2227"/>
                        <a:pt x="641" y="2167"/>
                      </a:cubicBezTo>
                      <a:lnTo>
                        <a:pt x="641" y="2167"/>
                      </a:lnTo>
                      <a:cubicBezTo>
                        <a:pt x="595" y="2116"/>
                        <a:pt x="553" y="2062"/>
                        <a:pt x="518" y="2003"/>
                      </a:cubicBezTo>
                      <a:lnTo>
                        <a:pt x="518" y="2003"/>
                      </a:lnTo>
                      <a:cubicBezTo>
                        <a:pt x="500" y="1974"/>
                        <a:pt x="475" y="1950"/>
                        <a:pt x="445" y="1932"/>
                      </a:cubicBezTo>
                      <a:cubicBezTo>
                        <a:pt x="414" y="1914"/>
                        <a:pt x="379" y="1905"/>
                        <a:pt x="343" y="1905"/>
                      </a:cubicBezTo>
                      <a:cubicBezTo>
                        <a:pt x="340" y="1905"/>
                        <a:pt x="337" y="1905"/>
                        <a:pt x="334" y="1905"/>
                      </a:cubicBezTo>
                      <a:lnTo>
                        <a:pt x="273" y="1908"/>
                      </a:lnTo>
                      <a:lnTo>
                        <a:pt x="273" y="1908"/>
                      </a:lnTo>
                      <a:cubicBezTo>
                        <a:pt x="269" y="1908"/>
                        <a:pt x="266" y="1908"/>
                        <a:pt x="262" y="1908"/>
                      </a:cubicBezTo>
                      <a:cubicBezTo>
                        <a:pt x="216" y="1908"/>
                        <a:pt x="171" y="1896"/>
                        <a:pt x="131" y="1873"/>
                      </a:cubicBezTo>
                      <a:cubicBezTo>
                        <a:pt x="91" y="1850"/>
                        <a:pt x="58" y="1817"/>
                        <a:pt x="35" y="1777"/>
                      </a:cubicBezTo>
                      <a:cubicBezTo>
                        <a:pt x="12" y="1737"/>
                        <a:pt x="0" y="1692"/>
                        <a:pt x="0" y="1646"/>
                      </a:cubicBezTo>
                      <a:lnTo>
                        <a:pt x="0" y="1392"/>
                      </a:lnTo>
                      <a:lnTo>
                        <a:pt x="0" y="1392"/>
                      </a:lnTo>
                      <a:cubicBezTo>
                        <a:pt x="0" y="1346"/>
                        <a:pt x="12" y="1301"/>
                        <a:pt x="35" y="1261"/>
                      </a:cubicBezTo>
                      <a:cubicBezTo>
                        <a:pt x="58" y="1221"/>
                        <a:pt x="91" y="1188"/>
                        <a:pt x="131" y="1165"/>
                      </a:cubicBezTo>
                      <a:cubicBezTo>
                        <a:pt x="171" y="1142"/>
                        <a:pt x="216" y="1130"/>
                        <a:pt x="262" y="1130"/>
                      </a:cubicBezTo>
                      <a:cubicBezTo>
                        <a:pt x="266" y="1130"/>
                        <a:pt x="269" y="1130"/>
                        <a:pt x="273" y="1130"/>
                      </a:cubicBezTo>
                      <a:cubicBezTo>
                        <a:pt x="276" y="1130"/>
                        <a:pt x="279" y="1130"/>
                        <a:pt x="281" y="1130"/>
                      </a:cubicBezTo>
                      <a:lnTo>
                        <a:pt x="281" y="1130"/>
                      </a:lnTo>
                      <a:cubicBezTo>
                        <a:pt x="317" y="1130"/>
                        <a:pt x="353" y="1120"/>
                        <a:pt x="384" y="1102"/>
                      </a:cubicBezTo>
                      <a:cubicBezTo>
                        <a:pt x="415" y="1084"/>
                        <a:pt x="441" y="1058"/>
                        <a:pt x="459" y="1026"/>
                      </a:cubicBezTo>
                      <a:cubicBezTo>
                        <a:pt x="462" y="1021"/>
                        <a:pt x="465" y="1015"/>
                        <a:pt x="468" y="1010"/>
                      </a:cubicBezTo>
                      <a:cubicBezTo>
                        <a:pt x="561" y="810"/>
                        <a:pt x="724" y="641"/>
                        <a:pt x="940" y="519"/>
                      </a:cubicBezTo>
                      <a:lnTo>
                        <a:pt x="940" y="519"/>
                      </a:lnTo>
                      <a:cubicBezTo>
                        <a:pt x="941" y="518"/>
                        <a:pt x="942" y="518"/>
                        <a:pt x="943" y="518"/>
                      </a:cubicBezTo>
                      <a:cubicBezTo>
                        <a:pt x="945" y="518"/>
                        <a:pt x="946" y="519"/>
                        <a:pt x="947" y="519"/>
                      </a:cubicBezTo>
                      <a:cubicBezTo>
                        <a:pt x="948" y="520"/>
                        <a:pt x="949" y="520"/>
                        <a:pt x="950" y="522"/>
                      </a:cubicBezTo>
                      <a:cubicBezTo>
                        <a:pt x="950" y="522"/>
                        <a:pt x="950" y="523"/>
                        <a:pt x="950" y="524"/>
                      </a:cubicBezTo>
                      <a:lnTo>
                        <a:pt x="980" y="713"/>
                      </a:lnTo>
                      <a:cubicBezTo>
                        <a:pt x="1154" y="699"/>
                        <a:pt x="1283" y="659"/>
                        <a:pt x="1318" y="647"/>
                      </a:cubicBezTo>
                      <a:lnTo>
                        <a:pt x="876" y="123"/>
                      </a:lnTo>
                      <a:lnTo>
                        <a:pt x="876" y="123"/>
                      </a:lnTo>
                      <a:cubicBezTo>
                        <a:pt x="876" y="122"/>
                        <a:pt x="876" y="122"/>
                        <a:pt x="876" y="122"/>
                      </a:cubicBezTo>
                      <a:cubicBezTo>
                        <a:pt x="875" y="121"/>
                        <a:pt x="875" y="119"/>
                        <a:pt x="875" y="118"/>
                      </a:cubicBezTo>
                      <a:lnTo>
                        <a:pt x="875" y="117"/>
                      </a:lnTo>
                      <a:lnTo>
                        <a:pt x="875" y="117"/>
                      </a:lnTo>
                      <a:cubicBezTo>
                        <a:pt x="876" y="103"/>
                        <a:pt x="880" y="90"/>
                        <a:pt x="888" y="77"/>
                      </a:cubicBezTo>
                      <a:cubicBezTo>
                        <a:pt x="896" y="62"/>
                        <a:pt x="910" y="49"/>
                        <a:pt x="926" y="39"/>
                      </a:cubicBezTo>
                      <a:cubicBezTo>
                        <a:pt x="937" y="33"/>
                        <a:pt x="950" y="29"/>
                        <a:pt x="962" y="27"/>
                      </a:cubicBezTo>
                      <a:cubicBezTo>
                        <a:pt x="1137" y="0"/>
                        <a:pt x="1459" y="3"/>
                        <a:pt x="1655" y="312"/>
                      </a:cubicBezTo>
                      <a:cubicBezTo>
                        <a:pt x="2142" y="275"/>
                        <a:pt x="2609" y="416"/>
                        <a:pt x="2905" y="688"/>
                      </a:cubicBezTo>
                      <a:cubicBezTo>
                        <a:pt x="3122" y="889"/>
                        <a:pt x="3238" y="1156"/>
                        <a:pt x="3238" y="1460"/>
                      </a:cubicBezTo>
                      <a:cubicBezTo>
                        <a:pt x="3237" y="1784"/>
                        <a:pt x="3107" y="2063"/>
                        <a:pt x="2862" y="2268"/>
                      </a:cubicBezTo>
                      <a:lnTo>
                        <a:pt x="2862" y="2268"/>
                      </a:lnTo>
                      <a:cubicBezTo>
                        <a:pt x="2860" y="2270"/>
                        <a:pt x="2859" y="2272"/>
                        <a:pt x="2857" y="2275"/>
                      </a:cubicBezTo>
                      <a:cubicBezTo>
                        <a:pt x="2855" y="2278"/>
                        <a:pt x="2854" y="2282"/>
                        <a:pt x="2854" y="2286"/>
                      </a:cubicBezTo>
                      <a:cubicBezTo>
                        <a:pt x="2854" y="2290"/>
                        <a:pt x="2855" y="2293"/>
                        <a:pt x="2856" y="2296"/>
                      </a:cubicBezTo>
                      <a:lnTo>
                        <a:pt x="2856" y="2297"/>
                      </a:lnTo>
                      <a:lnTo>
                        <a:pt x="2856" y="2297"/>
                      </a:lnTo>
                      <a:cubicBezTo>
                        <a:pt x="2902" y="2399"/>
                        <a:pt x="2943" y="2491"/>
                        <a:pt x="2983" y="2577"/>
                      </a:cubicBezTo>
                      <a:lnTo>
                        <a:pt x="2983" y="2577"/>
                      </a:lnTo>
                      <a:cubicBezTo>
                        <a:pt x="2993" y="2600"/>
                        <a:pt x="2999" y="2624"/>
                        <a:pt x="2999" y="2649"/>
                      </a:cubicBezTo>
                      <a:cubicBezTo>
                        <a:pt x="2999" y="2678"/>
                        <a:pt x="2990" y="2707"/>
                        <a:pt x="2976" y="2732"/>
                      </a:cubicBezTo>
                      <a:cubicBezTo>
                        <a:pt x="2961" y="2757"/>
                        <a:pt x="2941" y="2778"/>
                        <a:pt x="2916" y="2793"/>
                      </a:cubicBezTo>
                      <a:lnTo>
                        <a:pt x="2916" y="2793"/>
                      </a:lnTo>
                      <a:cubicBezTo>
                        <a:pt x="2913" y="2795"/>
                        <a:pt x="2911" y="2796"/>
                        <a:pt x="2908" y="2798"/>
                      </a:cubicBezTo>
                      <a:cubicBezTo>
                        <a:pt x="2800" y="2860"/>
                        <a:pt x="2677" y="2895"/>
                        <a:pt x="2552" y="2898"/>
                      </a:cubicBezTo>
                      <a:lnTo>
                        <a:pt x="2552" y="2898"/>
                      </a:lnTo>
                      <a:cubicBezTo>
                        <a:pt x="2551" y="2898"/>
                        <a:pt x="2550" y="2898"/>
                        <a:pt x="2548" y="2898"/>
                      </a:cubicBezTo>
                      <a:cubicBezTo>
                        <a:pt x="2519" y="2898"/>
                        <a:pt x="2490" y="2890"/>
                        <a:pt x="2464" y="2875"/>
                      </a:cubicBezTo>
                      <a:cubicBezTo>
                        <a:pt x="2438" y="2860"/>
                        <a:pt x="2417" y="2839"/>
                        <a:pt x="2402" y="2813"/>
                      </a:cubicBezTo>
                      <a:cubicBezTo>
                        <a:pt x="2394" y="2799"/>
                        <a:pt x="2388" y="2785"/>
                        <a:pt x="2384" y="2770"/>
                      </a:cubicBezTo>
                      <a:lnTo>
                        <a:pt x="2384" y="2770"/>
                      </a:lnTo>
                      <a:cubicBezTo>
                        <a:pt x="2383" y="2763"/>
                        <a:pt x="2382" y="2757"/>
                        <a:pt x="2381" y="2750"/>
                      </a:cubicBezTo>
                      <a:cubicBezTo>
                        <a:pt x="2372" y="2681"/>
                        <a:pt x="2363" y="2613"/>
                        <a:pt x="2356" y="2561"/>
                      </a:cubicBezTo>
                      <a:lnTo>
                        <a:pt x="2356" y="2561"/>
                      </a:lnTo>
                      <a:cubicBezTo>
                        <a:pt x="2355" y="2558"/>
                        <a:pt x="2354" y="2556"/>
                        <a:pt x="2353" y="2553"/>
                      </a:cubicBezTo>
                      <a:cubicBezTo>
                        <a:pt x="2351" y="2550"/>
                        <a:pt x="2349" y="2547"/>
                        <a:pt x="2346" y="2545"/>
                      </a:cubicBezTo>
                      <a:lnTo>
                        <a:pt x="2346" y="2545"/>
                      </a:lnTo>
                      <a:cubicBezTo>
                        <a:pt x="2345" y="2545"/>
                        <a:pt x="2345" y="2545"/>
                        <a:pt x="2344" y="2545"/>
                      </a:cubicBezTo>
                      <a:cubicBezTo>
                        <a:pt x="2341" y="2543"/>
                        <a:pt x="2337" y="2542"/>
                        <a:pt x="2333" y="2542"/>
                      </a:cubicBezTo>
                      <a:cubicBezTo>
                        <a:pt x="2331" y="2542"/>
                        <a:pt x="2328" y="2542"/>
                        <a:pt x="2326" y="2542"/>
                      </a:cubicBezTo>
                      <a:cubicBezTo>
                        <a:pt x="2270" y="2558"/>
                        <a:pt x="2211" y="2572"/>
                        <a:pt x="2150" y="2583"/>
                      </a:cubicBezTo>
                      <a:lnTo>
                        <a:pt x="2150" y="2583"/>
                      </a:lnTo>
                      <a:cubicBezTo>
                        <a:pt x="2036" y="2603"/>
                        <a:pt x="1920" y="2614"/>
                        <a:pt x="1805" y="2614"/>
                      </a:cubicBezTo>
                      <a:cubicBezTo>
                        <a:pt x="1664" y="2614"/>
                        <a:pt x="1523" y="2598"/>
                        <a:pt x="1385" y="2568"/>
                      </a:cubicBezTo>
                      <a:lnTo>
                        <a:pt x="1385" y="2568"/>
                      </a:lnTo>
                      <a:cubicBezTo>
                        <a:pt x="1383" y="2568"/>
                        <a:pt x="1382" y="2568"/>
                        <a:pt x="1380" y="2568"/>
                      </a:cubicBezTo>
                      <a:cubicBezTo>
                        <a:pt x="1376" y="2568"/>
                        <a:pt x="1372" y="2569"/>
                        <a:pt x="1368" y="2571"/>
                      </a:cubicBezTo>
                      <a:cubicBezTo>
                        <a:pt x="1368" y="2571"/>
                        <a:pt x="1367" y="2571"/>
                        <a:pt x="1367" y="2572"/>
                      </a:cubicBezTo>
                      <a:lnTo>
                        <a:pt x="1367" y="2572"/>
                      </a:lnTo>
                      <a:cubicBezTo>
                        <a:pt x="1364" y="2574"/>
                        <a:pt x="1362" y="2576"/>
                        <a:pt x="1360" y="2579"/>
                      </a:cubicBezTo>
                      <a:cubicBezTo>
                        <a:pt x="1358" y="2582"/>
                        <a:pt x="1358" y="2584"/>
                        <a:pt x="1357" y="2587"/>
                      </a:cubicBezTo>
                      <a:cubicBezTo>
                        <a:pt x="1350" y="2642"/>
                        <a:pt x="1342" y="2696"/>
                        <a:pt x="1336" y="2750"/>
                      </a:cubicBezTo>
                      <a:lnTo>
                        <a:pt x="1336" y="2750"/>
                      </a:lnTo>
                      <a:cubicBezTo>
                        <a:pt x="1333" y="2773"/>
                        <a:pt x="1325" y="2794"/>
                        <a:pt x="1314" y="2814"/>
                      </a:cubicBezTo>
                      <a:cubicBezTo>
                        <a:pt x="1299" y="2839"/>
                        <a:pt x="1278" y="2860"/>
                        <a:pt x="1253" y="2875"/>
                      </a:cubicBezTo>
                      <a:cubicBezTo>
                        <a:pt x="1228" y="2890"/>
                        <a:pt x="1199" y="2897"/>
                        <a:pt x="1170" y="2898"/>
                      </a:cubicBezTo>
                      <a:moveTo>
                        <a:pt x="344" y="1890"/>
                      </a:moveTo>
                      <a:lnTo>
                        <a:pt x="344" y="1890"/>
                      </a:lnTo>
                      <a:cubicBezTo>
                        <a:pt x="382" y="1890"/>
                        <a:pt x="419" y="1901"/>
                        <a:pt x="453" y="1920"/>
                      </a:cubicBezTo>
                      <a:cubicBezTo>
                        <a:pt x="484" y="1939"/>
                        <a:pt x="512" y="1964"/>
                        <a:pt x="531" y="1996"/>
                      </a:cubicBezTo>
                      <a:lnTo>
                        <a:pt x="531" y="1996"/>
                      </a:lnTo>
                      <a:cubicBezTo>
                        <a:pt x="566" y="2053"/>
                        <a:pt x="606" y="2107"/>
                        <a:pt x="652" y="2157"/>
                      </a:cubicBezTo>
                      <a:lnTo>
                        <a:pt x="652" y="2157"/>
                      </a:lnTo>
                      <a:cubicBezTo>
                        <a:pt x="707" y="2216"/>
                        <a:pt x="768" y="2270"/>
                        <a:pt x="835" y="2317"/>
                      </a:cubicBezTo>
                      <a:lnTo>
                        <a:pt x="835" y="2317"/>
                      </a:lnTo>
                      <a:cubicBezTo>
                        <a:pt x="839" y="2320"/>
                        <a:pt x="842" y="2325"/>
                        <a:pt x="845" y="2329"/>
                      </a:cubicBezTo>
                      <a:cubicBezTo>
                        <a:pt x="848" y="2335"/>
                        <a:pt x="851" y="2341"/>
                        <a:pt x="851" y="2348"/>
                      </a:cubicBezTo>
                      <a:cubicBezTo>
                        <a:pt x="851" y="2353"/>
                        <a:pt x="849" y="2358"/>
                        <a:pt x="847" y="2363"/>
                      </a:cubicBezTo>
                      <a:cubicBezTo>
                        <a:pt x="810" y="2447"/>
                        <a:pt x="778" y="2517"/>
                        <a:pt x="747" y="2584"/>
                      </a:cubicBezTo>
                      <a:lnTo>
                        <a:pt x="747" y="2584"/>
                      </a:lnTo>
                      <a:cubicBezTo>
                        <a:pt x="738" y="2604"/>
                        <a:pt x="733" y="2626"/>
                        <a:pt x="733" y="2648"/>
                      </a:cubicBezTo>
                      <a:cubicBezTo>
                        <a:pt x="733" y="2675"/>
                        <a:pt x="739" y="2702"/>
                        <a:pt x="754" y="2726"/>
                      </a:cubicBezTo>
                      <a:cubicBezTo>
                        <a:pt x="758" y="2732"/>
                        <a:pt x="762" y="2739"/>
                        <a:pt x="767" y="2745"/>
                      </a:cubicBezTo>
                      <a:lnTo>
                        <a:pt x="767" y="2745"/>
                      </a:lnTo>
                      <a:cubicBezTo>
                        <a:pt x="778" y="2759"/>
                        <a:pt x="792" y="2771"/>
                        <a:pt x="808" y="2781"/>
                      </a:cubicBezTo>
                      <a:lnTo>
                        <a:pt x="808" y="2781"/>
                      </a:lnTo>
                      <a:cubicBezTo>
                        <a:pt x="811" y="2782"/>
                        <a:pt x="813" y="2784"/>
                        <a:pt x="816" y="2785"/>
                      </a:cubicBezTo>
                      <a:cubicBezTo>
                        <a:pt x="922" y="2847"/>
                        <a:pt x="1043" y="2880"/>
                        <a:pt x="1166" y="2883"/>
                      </a:cubicBezTo>
                      <a:lnTo>
                        <a:pt x="1166" y="2883"/>
                      </a:lnTo>
                      <a:cubicBezTo>
                        <a:pt x="1167" y="2883"/>
                        <a:pt x="1168" y="2883"/>
                        <a:pt x="1170" y="2883"/>
                      </a:cubicBezTo>
                      <a:cubicBezTo>
                        <a:pt x="1197" y="2883"/>
                        <a:pt x="1223" y="2877"/>
                        <a:pt x="1246" y="2863"/>
                      </a:cubicBezTo>
                      <a:cubicBezTo>
                        <a:pt x="1269" y="2850"/>
                        <a:pt x="1288" y="2830"/>
                        <a:pt x="1302" y="2807"/>
                      </a:cubicBezTo>
                      <a:cubicBezTo>
                        <a:pt x="1312" y="2789"/>
                        <a:pt x="1319" y="2769"/>
                        <a:pt x="1322" y="2748"/>
                      </a:cubicBezTo>
                      <a:cubicBezTo>
                        <a:pt x="1329" y="2694"/>
                        <a:pt x="1336" y="2640"/>
                        <a:pt x="1343" y="2586"/>
                      </a:cubicBezTo>
                      <a:lnTo>
                        <a:pt x="1343" y="2586"/>
                      </a:lnTo>
                      <a:cubicBezTo>
                        <a:pt x="1344" y="2581"/>
                        <a:pt x="1345" y="2576"/>
                        <a:pt x="1348" y="2572"/>
                      </a:cubicBezTo>
                      <a:cubicBezTo>
                        <a:pt x="1351" y="2567"/>
                        <a:pt x="1354" y="2563"/>
                        <a:pt x="1359" y="2560"/>
                      </a:cubicBezTo>
                      <a:lnTo>
                        <a:pt x="1359" y="2560"/>
                      </a:lnTo>
                      <a:cubicBezTo>
                        <a:pt x="1360" y="2560"/>
                        <a:pt x="1361" y="2559"/>
                        <a:pt x="1362" y="2558"/>
                      </a:cubicBezTo>
                      <a:cubicBezTo>
                        <a:pt x="1367" y="2555"/>
                        <a:pt x="1374" y="2553"/>
                        <a:pt x="1381" y="2553"/>
                      </a:cubicBezTo>
                      <a:cubicBezTo>
                        <a:pt x="1383" y="2553"/>
                        <a:pt x="1386" y="2554"/>
                        <a:pt x="1389" y="2554"/>
                      </a:cubicBezTo>
                      <a:lnTo>
                        <a:pt x="1389" y="2554"/>
                      </a:lnTo>
                      <a:cubicBezTo>
                        <a:pt x="1526" y="2584"/>
                        <a:pt x="1665" y="2599"/>
                        <a:pt x="1805" y="2599"/>
                      </a:cubicBezTo>
                      <a:cubicBezTo>
                        <a:pt x="1920" y="2599"/>
                        <a:pt x="2035" y="2589"/>
                        <a:pt x="2147" y="2569"/>
                      </a:cubicBezTo>
                      <a:cubicBezTo>
                        <a:pt x="2208" y="2558"/>
                        <a:pt x="2267" y="2545"/>
                        <a:pt x="2323" y="2529"/>
                      </a:cubicBezTo>
                      <a:lnTo>
                        <a:pt x="2323" y="2529"/>
                      </a:lnTo>
                      <a:cubicBezTo>
                        <a:pt x="2326" y="2528"/>
                        <a:pt x="2330" y="2527"/>
                        <a:pt x="2333" y="2527"/>
                      </a:cubicBezTo>
                      <a:cubicBezTo>
                        <a:pt x="2340" y="2527"/>
                        <a:pt x="2347" y="2529"/>
                        <a:pt x="2352" y="2532"/>
                      </a:cubicBezTo>
                      <a:cubicBezTo>
                        <a:pt x="2353" y="2533"/>
                        <a:pt x="2354" y="2533"/>
                        <a:pt x="2354" y="2533"/>
                      </a:cubicBezTo>
                      <a:lnTo>
                        <a:pt x="2354" y="2533"/>
                      </a:lnTo>
                      <a:cubicBezTo>
                        <a:pt x="2359" y="2537"/>
                        <a:pt x="2363" y="2541"/>
                        <a:pt x="2366" y="2546"/>
                      </a:cubicBezTo>
                      <a:cubicBezTo>
                        <a:pt x="2368" y="2550"/>
                        <a:pt x="2370" y="2555"/>
                        <a:pt x="2371" y="2560"/>
                      </a:cubicBezTo>
                      <a:cubicBezTo>
                        <a:pt x="2378" y="2611"/>
                        <a:pt x="2387" y="2680"/>
                        <a:pt x="2396" y="2749"/>
                      </a:cubicBezTo>
                      <a:lnTo>
                        <a:pt x="2396" y="2749"/>
                      </a:lnTo>
                      <a:cubicBezTo>
                        <a:pt x="2397" y="2755"/>
                        <a:pt x="2398" y="2761"/>
                        <a:pt x="2399" y="2767"/>
                      </a:cubicBezTo>
                      <a:lnTo>
                        <a:pt x="2399" y="2767"/>
                      </a:lnTo>
                      <a:cubicBezTo>
                        <a:pt x="2403" y="2780"/>
                        <a:pt x="2408" y="2794"/>
                        <a:pt x="2415" y="2806"/>
                      </a:cubicBezTo>
                      <a:cubicBezTo>
                        <a:pt x="2429" y="2830"/>
                        <a:pt x="2448" y="2850"/>
                        <a:pt x="2472" y="2863"/>
                      </a:cubicBezTo>
                      <a:cubicBezTo>
                        <a:pt x="2495" y="2877"/>
                        <a:pt x="2522" y="2883"/>
                        <a:pt x="2549" y="2883"/>
                      </a:cubicBezTo>
                      <a:cubicBezTo>
                        <a:pt x="2550" y="2883"/>
                        <a:pt x="2551" y="2883"/>
                        <a:pt x="2552" y="2883"/>
                      </a:cubicBezTo>
                      <a:lnTo>
                        <a:pt x="2552" y="2883"/>
                      </a:lnTo>
                      <a:cubicBezTo>
                        <a:pt x="2675" y="2880"/>
                        <a:pt x="2795" y="2847"/>
                        <a:pt x="2901" y="2785"/>
                      </a:cubicBezTo>
                      <a:cubicBezTo>
                        <a:pt x="2904" y="2784"/>
                        <a:pt x="2906" y="2782"/>
                        <a:pt x="2909" y="2781"/>
                      </a:cubicBezTo>
                      <a:lnTo>
                        <a:pt x="2909" y="2781"/>
                      </a:lnTo>
                      <a:cubicBezTo>
                        <a:pt x="2932" y="2767"/>
                        <a:pt x="2950" y="2748"/>
                        <a:pt x="2964" y="2725"/>
                      </a:cubicBezTo>
                      <a:cubicBezTo>
                        <a:pt x="2977" y="2702"/>
                        <a:pt x="2985" y="2676"/>
                        <a:pt x="2985" y="2649"/>
                      </a:cubicBezTo>
                      <a:cubicBezTo>
                        <a:pt x="2985" y="2627"/>
                        <a:pt x="2980" y="2604"/>
                        <a:pt x="2970" y="2584"/>
                      </a:cubicBezTo>
                      <a:lnTo>
                        <a:pt x="2970" y="2584"/>
                      </a:lnTo>
                      <a:cubicBezTo>
                        <a:pt x="2930" y="2497"/>
                        <a:pt x="2889" y="2405"/>
                        <a:pt x="2843" y="2303"/>
                      </a:cubicBezTo>
                      <a:lnTo>
                        <a:pt x="2843" y="2302"/>
                      </a:lnTo>
                      <a:lnTo>
                        <a:pt x="2843" y="2302"/>
                      </a:lnTo>
                      <a:cubicBezTo>
                        <a:pt x="2841" y="2298"/>
                        <a:pt x="2839" y="2292"/>
                        <a:pt x="2839" y="2287"/>
                      </a:cubicBezTo>
                      <a:cubicBezTo>
                        <a:pt x="2839" y="2280"/>
                        <a:pt x="2841" y="2274"/>
                        <a:pt x="2845" y="2268"/>
                      </a:cubicBezTo>
                      <a:cubicBezTo>
                        <a:pt x="2847" y="2264"/>
                        <a:pt x="2850" y="2260"/>
                        <a:pt x="2853" y="2257"/>
                      </a:cubicBezTo>
                      <a:cubicBezTo>
                        <a:pt x="3095" y="2055"/>
                        <a:pt x="3223" y="1780"/>
                        <a:pt x="3224" y="1460"/>
                      </a:cubicBezTo>
                      <a:cubicBezTo>
                        <a:pt x="3223" y="1161"/>
                        <a:pt x="3109" y="898"/>
                        <a:pt x="2895" y="699"/>
                      </a:cubicBezTo>
                      <a:cubicBezTo>
                        <a:pt x="2602" y="429"/>
                        <a:pt x="2137" y="289"/>
                        <a:pt x="1652" y="327"/>
                      </a:cubicBezTo>
                      <a:lnTo>
                        <a:pt x="1652" y="327"/>
                      </a:lnTo>
                      <a:cubicBezTo>
                        <a:pt x="1651" y="327"/>
                        <a:pt x="1651" y="327"/>
                        <a:pt x="1651" y="327"/>
                      </a:cubicBezTo>
                      <a:cubicBezTo>
                        <a:pt x="1650" y="327"/>
                        <a:pt x="1648" y="327"/>
                        <a:pt x="1647" y="326"/>
                      </a:cubicBezTo>
                      <a:cubicBezTo>
                        <a:pt x="1646" y="326"/>
                        <a:pt x="1645" y="325"/>
                        <a:pt x="1645" y="324"/>
                      </a:cubicBezTo>
                      <a:cubicBezTo>
                        <a:pt x="1454" y="18"/>
                        <a:pt x="1137" y="16"/>
                        <a:pt x="965" y="42"/>
                      </a:cubicBezTo>
                      <a:lnTo>
                        <a:pt x="965" y="42"/>
                      </a:lnTo>
                      <a:cubicBezTo>
                        <a:pt x="954" y="43"/>
                        <a:pt x="943" y="47"/>
                        <a:pt x="933" y="52"/>
                      </a:cubicBezTo>
                      <a:cubicBezTo>
                        <a:pt x="919" y="60"/>
                        <a:pt x="909" y="72"/>
                        <a:pt x="901" y="85"/>
                      </a:cubicBezTo>
                      <a:cubicBezTo>
                        <a:pt x="895" y="95"/>
                        <a:pt x="892" y="105"/>
                        <a:pt x="890" y="116"/>
                      </a:cubicBezTo>
                      <a:lnTo>
                        <a:pt x="1336" y="646"/>
                      </a:lnTo>
                      <a:lnTo>
                        <a:pt x="1336" y="646"/>
                      </a:lnTo>
                      <a:cubicBezTo>
                        <a:pt x="1337" y="646"/>
                        <a:pt x="1337" y="647"/>
                        <a:pt x="1337" y="647"/>
                      </a:cubicBezTo>
                      <a:cubicBezTo>
                        <a:pt x="1338" y="648"/>
                        <a:pt x="1338" y="650"/>
                        <a:pt x="1338" y="651"/>
                      </a:cubicBezTo>
                      <a:cubicBezTo>
                        <a:pt x="1338" y="653"/>
                        <a:pt x="1338" y="653"/>
                        <a:pt x="1337" y="654"/>
                      </a:cubicBezTo>
                      <a:cubicBezTo>
                        <a:pt x="1336" y="656"/>
                        <a:pt x="1336" y="657"/>
                        <a:pt x="1334" y="657"/>
                      </a:cubicBezTo>
                      <a:cubicBezTo>
                        <a:pt x="1334" y="657"/>
                        <a:pt x="1334" y="658"/>
                        <a:pt x="1333" y="658"/>
                      </a:cubicBezTo>
                      <a:cubicBezTo>
                        <a:pt x="1332" y="658"/>
                        <a:pt x="1184" y="713"/>
                        <a:pt x="975" y="728"/>
                      </a:cubicBezTo>
                      <a:lnTo>
                        <a:pt x="975" y="728"/>
                      </a:lnTo>
                      <a:lnTo>
                        <a:pt x="974" y="728"/>
                      </a:lnTo>
                      <a:cubicBezTo>
                        <a:pt x="973" y="728"/>
                        <a:pt x="972" y="728"/>
                        <a:pt x="971" y="727"/>
                      </a:cubicBezTo>
                      <a:cubicBezTo>
                        <a:pt x="970" y="726"/>
                        <a:pt x="969" y="725"/>
                        <a:pt x="968" y="724"/>
                      </a:cubicBezTo>
                      <a:cubicBezTo>
                        <a:pt x="968" y="724"/>
                        <a:pt x="967" y="723"/>
                        <a:pt x="967" y="722"/>
                      </a:cubicBezTo>
                      <a:lnTo>
                        <a:pt x="938" y="537"/>
                      </a:lnTo>
                      <a:cubicBezTo>
                        <a:pt x="730" y="657"/>
                        <a:pt x="572" y="822"/>
                        <a:pt x="481" y="1016"/>
                      </a:cubicBezTo>
                      <a:lnTo>
                        <a:pt x="481" y="1016"/>
                      </a:lnTo>
                      <a:cubicBezTo>
                        <a:pt x="479" y="1022"/>
                        <a:pt x="475" y="1028"/>
                        <a:pt x="472" y="1034"/>
                      </a:cubicBezTo>
                      <a:cubicBezTo>
                        <a:pt x="452" y="1068"/>
                        <a:pt x="425" y="1096"/>
                        <a:pt x="391" y="1115"/>
                      </a:cubicBezTo>
                      <a:cubicBezTo>
                        <a:pt x="358" y="1134"/>
                        <a:pt x="320" y="1145"/>
                        <a:pt x="282" y="1145"/>
                      </a:cubicBezTo>
                      <a:cubicBezTo>
                        <a:pt x="279" y="1145"/>
                        <a:pt x="276" y="1145"/>
                        <a:pt x="272" y="1145"/>
                      </a:cubicBezTo>
                      <a:lnTo>
                        <a:pt x="272" y="1145"/>
                      </a:lnTo>
                      <a:cubicBezTo>
                        <a:pt x="269" y="1145"/>
                        <a:pt x="266" y="1145"/>
                        <a:pt x="262" y="1145"/>
                      </a:cubicBezTo>
                      <a:cubicBezTo>
                        <a:pt x="219" y="1145"/>
                        <a:pt x="175" y="1156"/>
                        <a:pt x="138" y="1178"/>
                      </a:cubicBezTo>
                      <a:cubicBezTo>
                        <a:pt x="100" y="1200"/>
                        <a:pt x="69" y="1231"/>
                        <a:pt x="48" y="1268"/>
                      </a:cubicBezTo>
                      <a:cubicBezTo>
                        <a:pt x="26" y="1306"/>
                        <a:pt x="14" y="1349"/>
                        <a:pt x="14" y="1392"/>
                      </a:cubicBezTo>
                      <a:lnTo>
                        <a:pt x="14" y="1646"/>
                      </a:lnTo>
                      <a:lnTo>
                        <a:pt x="14" y="1646"/>
                      </a:lnTo>
                      <a:cubicBezTo>
                        <a:pt x="14" y="1689"/>
                        <a:pt x="26" y="1732"/>
                        <a:pt x="48" y="1770"/>
                      </a:cubicBezTo>
                      <a:cubicBezTo>
                        <a:pt x="69" y="1807"/>
                        <a:pt x="100" y="1839"/>
                        <a:pt x="138" y="1860"/>
                      </a:cubicBezTo>
                      <a:cubicBezTo>
                        <a:pt x="175" y="1882"/>
                        <a:pt x="219" y="1893"/>
                        <a:pt x="262" y="1893"/>
                      </a:cubicBezTo>
                      <a:cubicBezTo>
                        <a:pt x="266" y="1893"/>
                        <a:pt x="269" y="1893"/>
                        <a:pt x="272" y="1893"/>
                      </a:cubicBezTo>
                      <a:lnTo>
                        <a:pt x="334" y="1891"/>
                      </a:lnTo>
                      <a:cubicBezTo>
                        <a:pt x="337" y="1890"/>
                        <a:pt x="340" y="1890"/>
                        <a:pt x="343" y="1890"/>
                      </a:cubicBezTo>
                      <a:lnTo>
                        <a:pt x="344" y="189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6" name="Google Shape;1696;p30"/>
                <p:cNvSpPr/>
                <p:nvPr/>
              </p:nvSpPr>
              <p:spPr>
                <a:xfrm>
                  <a:off x="2148661" y="4137210"/>
                  <a:ext cx="51638" cy="236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" h="604" extrusionOk="0">
                      <a:moveTo>
                        <a:pt x="7" y="603"/>
                      </a:moveTo>
                      <a:lnTo>
                        <a:pt x="7" y="603"/>
                      </a:lnTo>
                      <a:cubicBezTo>
                        <a:pt x="6" y="603"/>
                        <a:pt x="5" y="602"/>
                        <a:pt x="4" y="602"/>
                      </a:cubicBezTo>
                      <a:lnTo>
                        <a:pt x="4" y="602"/>
                      </a:lnTo>
                      <a:cubicBezTo>
                        <a:pt x="4" y="602"/>
                        <a:pt x="4" y="603"/>
                        <a:pt x="3" y="602"/>
                      </a:cubicBezTo>
                      <a:cubicBezTo>
                        <a:pt x="2" y="602"/>
                        <a:pt x="1" y="600"/>
                        <a:pt x="1" y="599"/>
                      </a:cubicBezTo>
                      <a:cubicBezTo>
                        <a:pt x="0" y="598"/>
                        <a:pt x="0" y="596"/>
                        <a:pt x="0" y="595"/>
                      </a:cubicBezTo>
                      <a:cubicBezTo>
                        <a:pt x="0" y="594"/>
                        <a:pt x="0" y="593"/>
                        <a:pt x="0" y="593"/>
                      </a:cubicBezTo>
                      <a:cubicBezTo>
                        <a:pt x="116" y="293"/>
                        <a:pt x="1" y="13"/>
                        <a:pt x="0" y="10"/>
                      </a:cubicBezTo>
                      <a:lnTo>
                        <a:pt x="0" y="10"/>
                      </a:lnTo>
                      <a:cubicBezTo>
                        <a:pt x="0" y="9"/>
                        <a:pt x="0" y="8"/>
                        <a:pt x="0" y="7"/>
                      </a:cubicBezTo>
                      <a:cubicBezTo>
                        <a:pt x="0" y="6"/>
                        <a:pt x="0" y="5"/>
                        <a:pt x="1" y="3"/>
                      </a:cubicBezTo>
                      <a:cubicBezTo>
                        <a:pt x="1" y="2"/>
                        <a:pt x="2" y="2"/>
                        <a:pt x="3" y="1"/>
                      </a:cubicBezTo>
                      <a:cubicBezTo>
                        <a:pt x="4" y="1"/>
                        <a:pt x="6" y="0"/>
                        <a:pt x="7" y="0"/>
                      </a:cubicBezTo>
                      <a:cubicBezTo>
                        <a:pt x="8" y="0"/>
                        <a:pt x="9" y="1"/>
                        <a:pt x="11" y="1"/>
                      </a:cubicBezTo>
                      <a:cubicBezTo>
                        <a:pt x="12" y="2"/>
                        <a:pt x="13" y="2"/>
                        <a:pt x="13" y="3"/>
                      </a:cubicBezTo>
                      <a:cubicBezTo>
                        <a:pt x="13" y="4"/>
                        <a:pt x="14" y="4"/>
                        <a:pt x="14" y="4"/>
                      </a:cubicBezTo>
                      <a:cubicBezTo>
                        <a:pt x="15" y="7"/>
                        <a:pt x="131" y="293"/>
                        <a:pt x="14" y="598"/>
                      </a:cubicBezTo>
                      <a:lnTo>
                        <a:pt x="14" y="598"/>
                      </a:lnTo>
                      <a:lnTo>
                        <a:pt x="13" y="599"/>
                      </a:lnTo>
                      <a:cubicBezTo>
                        <a:pt x="13" y="600"/>
                        <a:pt x="12" y="602"/>
                        <a:pt x="10" y="602"/>
                      </a:cubicBezTo>
                      <a:cubicBezTo>
                        <a:pt x="9" y="603"/>
                        <a:pt x="8" y="602"/>
                        <a:pt x="7" y="60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7" name="Google Shape;1697;p30"/>
                <p:cNvSpPr/>
                <p:nvPr/>
              </p:nvSpPr>
              <p:spPr>
                <a:xfrm>
                  <a:off x="2715119" y="3790214"/>
                  <a:ext cx="365381" cy="115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" h="294" extrusionOk="0">
                      <a:moveTo>
                        <a:pt x="927" y="262"/>
                      </a:moveTo>
                      <a:lnTo>
                        <a:pt x="927" y="262"/>
                      </a:lnTo>
                      <a:cubicBezTo>
                        <a:pt x="926" y="263"/>
                        <a:pt x="926" y="264"/>
                        <a:pt x="925" y="265"/>
                      </a:cubicBezTo>
                      <a:cubicBezTo>
                        <a:pt x="920" y="273"/>
                        <a:pt x="913" y="280"/>
                        <a:pt x="905" y="285"/>
                      </a:cubicBezTo>
                      <a:cubicBezTo>
                        <a:pt x="896" y="290"/>
                        <a:pt x="887" y="293"/>
                        <a:pt x="877" y="293"/>
                      </a:cubicBezTo>
                      <a:lnTo>
                        <a:pt x="877" y="293"/>
                      </a:lnTo>
                      <a:lnTo>
                        <a:pt x="877" y="293"/>
                      </a:lnTo>
                      <a:cubicBezTo>
                        <a:pt x="868" y="293"/>
                        <a:pt x="860" y="291"/>
                        <a:pt x="852" y="287"/>
                      </a:cubicBezTo>
                      <a:cubicBezTo>
                        <a:pt x="535" y="128"/>
                        <a:pt x="114" y="126"/>
                        <a:pt x="39" y="127"/>
                      </a:cubicBezTo>
                      <a:cubicBezTo>
                        <a:pt x="28" y="92"/>
                        <a:pt x="11" y="50"/>
                        <a:pt x="0" y="22"/>
                      </a:cubicBezTo>
                      <a:lnTo>
                        <a:pt x="0" y="22"/>
                      </a:lnTo>
                      <a:cubicBezTo>
                        <a:pt x="7" y="19"/>
                        <a:pt x="15" y="16"/>
                        <a:pt x="24" y="16"/>
                      </a:cubicBezTo>
                      <a:cubicBezTo>
                        <a:pt x="44" y="16"/>
                        <a:pt x="529" y="0"/>
                        <a:pt x="902" y="187"/>
                      </a:cubicBezTo>
                      <a:lnTo>
                        <a:pt x="902" y="187"/>
                      </a:lnTo>
                      <a:cubicBezTo>
                        <a:pt x="903" y="188"/>
                        <a:pt x="904" y="189"/>
                        <a:pt x="905" y="189"/>
                      </a:cubicBezTo>
                      <a:cubicBezTo>
                        <a:pt x="913" y="195"/>
                        <a:pt x="920" y="201"/>
                        <a:pt x="925" y="209"/>
                      </a:cubicBezTo>
                      <a:cubicBezTo>
                        <a:pt x="930" y="218"/>
                        <a:pt x="933" y="227"/>
                        <a:pt x="933" y="237"/>
                      </a:cubicBezTo>
                      <a:cubicBezTo>
                        <a:pt x="933" y="246"/>
                        <a:pt x="931" y="254"/>
                        <a:pt x="927" y="26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8" name="Google Shape;1698;p30"/>
                <p:cNvSpPr/>
                <p:nvPr/>
              </p:nvSpPr>
              <p:spPr>
                <a:xfrm>
                  <a:off x="2707687" y="3784737"/>
                  <a:ext cx="28166" cy="71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182" extrusionOk="0">
                      <a:moveTo>
                        <a:pt x="64" y="181"/>
                      </a:moveTo>
                      <a:lnTo>
                        <a:pt x="64" y="181"/>
                      </a:lnTo>
                      <a:lnTo>
                        <a:pt x="64" y="181"/>
                      </a:lnTo>
                      <a:cubicBezTo>
                        <a:pt x="63" y="181"/>
                        <a:pt x="61" y="181"/>
                        <a:pt x="60" y="180"/>
                      </a:cubicBezTo>
                      <a:cubicBezTo>
                        <a:pt x="59" y="180"/>
                        <a:pt x="58" y="179"/>
                        <a:pt x="58" y="178"/>
                      </a:cubicBezTo>
                      <a:cubicBezTo>
                        <a:pt x="57" y="177"/>
                        <a:pt x="57" y="175"/>
                        <a:pt x="57" y="174"/>
                      </a:cubicBezTo>
                      <a:cubicBezTo>
                        <a:pt x="55" y="131"/>
                        <a:pt x="1" y="12"/>
                        <a:pt x="0" y="11"/>
                      </a:cubicBezTo>
                      <a:lnTo>
                        <a:pt x="0" y="11"/>
                      </a:lnTo>
                      <a:cubicBezTo>
                        <a:pt x="0" y="10"/>
                        <a:pt x="0" y="9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3"/>
                        <a:pt x="1" y="2"/>
                        <a:pt x="3" y="1"/>
                      </a:cubicBezTo>
                      <a:cubicBezTo>
                        <a:pt x="4" y="1"/>
                        <a:pt x="6" y="0"/>
                        <a:pt x="7" y="0"/>
                      </a:cubicBezTo>
                      <a:cubicBezTo>
                        <a:pt x="8" y="0"/>
                        <a:pt x="10" y="1"/>
                        <a:pt x="11" y="1"/>
                      </a:cubicBezTo>
                      <a:cubicBezTo>
                        <a:pt x="12" y="2"/>
                        <a:pt x="13" y="3"/>
                        <a:pt x="13" y="4"/>
                      </a:cubicBezTo>
                      <a:cubicBezTo>
                        <a:pt x="14" y="4"/>
                        <a:pt x="14" y="4"/>
                        <a:pt x="14" y="5"/>
                      </a:cubicBezTo>
                      <a:cubicBezTo>
                        <a:pt x="16" y="10"/>
                        <a:pt x="70" y="127"/>
                        <a:pt x="71" y="174"/>
                      </a:cubicBezTo>
                      <a:lnTo>
                        <a:pt x="71" y="174"/>
                      </a:lnTo>
                      <a:lnTo>
                        <a:pt x="71" y="174"/>
                      </a:lnTo>
                      <a:cubicBezTo>
                        <a:pt x="71" y="175"/>
                        <a:pt x="70" y="177"/>
                        <a:pt x="70" y="178"/>
                      </a:cubicBezTo>
                      <a:cubicBezTo>
                        <a:pt x="69" y="179"/>
                        <a:pt x="69" y="180"/>
                        <a:pt x="68" y="180"/>
                      </a:cubicBezTo>
                      <a:cubicBezTo>
                        <a:pt x="66" y="181"/>
                        <a:pt x="65" y="181"/>
                        <a:pt x="64" y="18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9" name="Google Shape;1699;p30"/>
                <p:cNvSpPr/>
                <p:nvPr/>
              </p:nvSpPr>
              <p:spPr>
                <a:xfrm>
                  <a:off x="3203729" y="3788649"/>
                  <a:ext cx="145135" cy="213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" h="547" extrusionOk="0">
                      <a:moveTo>
                        <a:pt x="338" y="83"/>
                      </a:moveTo>
                      <a:cubicBezTo>
                        <a:pt x="306" y="31"/>
                        <a:pt x="247" y="0"/>
                        <a:pt x="189" y="2"/>
                      </a:cubicBezTo>
                      <a:lnTo>
                        <a:pt x="189" y="2"/>
                      </a:lnTo>
                      <a:cubicBezTo>
                        <a:pt x="214" y="4"/>
                        <a:pt x="238" y="12"/>
                        <a:pt x="260" y="24"/>
                      </a:cubicBezTo>
                      <a:cubicBezTo>
                        <a:pt x="285" y="39"/>
                        <a:pt x="305" y="60"/>
                        <a:pt x="320" y="84"/>
                      </a:cubicBezTo>
                      <a:cubicBezTo>
                        <a:pt x="321" y="87"/>
                        <a:pt x="323" y="89"/>
                        <a:pt x="324" y="91"/>
                      </a:cubicBezTo>
                      <a:lnTo>
                        <a:pt x="324" y="91"/>
                      </a:lnTo>
                      <a:cubicBezTo>
                        <a:pt x="334" y="112"/>
                        <a:pt x="339" y="134"/>
                        <a:pt x="339" y="157"/>
                      </a:cubicBezTo>
                      <a:cubicBezTo>
                        <a:pt x="339" y="184"/>
                        <a:pt x="332" y="211"/>
                        <a:pt x="318" y="234"/>
                      </a:cubicBezTo>
                      <a:cubicBezTo>
                        <a:pt x="316" y="238"/>
                        <a:pt x="314" y="241"/>
                        <a:pt x="312" y="245"/>
                      </a:cubicBezTo>
                      <a:lnTo>
                        <a:pt x="312" y="245"/>
                      </a:lnTo>
                      <a:cubicBezTo>
                        <a:pt x="301" y="260"/>
                        <a:pt x="287" y="273"/>
                        <a:pt x="270" y="283"/>
                      </a:cubicBezTo>
                      <a:cubicBezTo>
                        <a:pt x="257" y="232"/>
                        <a:pt x="225" y="187"/>
                        <a:pt x="175" y="164"/>
                      </a:cubicBezTo>
                      <a:cubicBezTo>
                        <a:pt x="73" y="125"/>
                        <a:pt x="0" y="241"/>
                        <a:pt x="79" y="316"/>
                      </a:cubicBezTo>
                      <a:lnTo>
                        <a:pt x="79" y="316"/>
                      </a:lnTo>
                      <a:cubicBezTo>
                        <a:pt x="85" y="321"/>
                        <a:pt x="92" y="327"/>
                        <a:pt x="100" y="331"/>
                      </a:cubicBezTo>
                      <a:cubicBezTo>
                        <a:pt x="123" y="345"/>
                        <a:pt x="150" y="352"/>
                        <a:pt x="177" y="352"/>
                      </a:cubicBezTo>
                      <a:cubicBezTo>
                        <a:pt x="181" y="352"/>
                        <a:pt x="185" y="351"/>
                        <a:pt x="189" y="351"/>
                      </a:cubicBezTo>
                      <a:lnTo>
                        <a:pt x="189" y="351"/>
                      </a:lnTo>
                      <a:cubicBezTo>
                        <a:pt x="186" y="364"/>
                        <a:pt x="181" y="377"/>
                        <a:pt x="174" y="389"/>
                      </a:cubicBezTo>
                      <a:cubicBezTo>
                        <a:pt x="162" y="409"/>
                        <a:pt x="145" y="426"/>
                        <a:pt x="125" y="437"/>
                      </a:cubicBezTo>
                      <a:cubicBezTo>
                        <a:pt x="107" y="447"/>
                        <a:pt x="89" y="453"/>
                        <a:pt x="69" y="455"/>
                      </a:cubicBezTo>
                      <a:lnTo>
                        <a:pt x="69" y="455"/>
                      </a:lnTo>
                      <a:cubicBezTo>
                        <a:pt x="94" y="484"/>
                        <a:pt x="118" y="514"/>
                        <a:pt x="140" y="546"/>
                      </a:cubicBezTo>
                      <a:lnTo>
                        <a:pt x="140" y="546"/>
                      </a:lnTo>
                      <a:cubicBezTo>
                        <a:pt x="149" y="543"/>
                        <a:pt x="157" y="539"/>
                        <a:pt x="165" y="534"/>
                      </a:cubicBezTo>
                      <a:cubicBezTo>
                        <a:pt x="199" y="514"/>
                        <a:pt x="227" y="486"/>
                        <a:pt x="247" y="452"/>
                      </a:cubicBezTo>
                      <a:cubicBezTo>
                        <a:pt x="247" y="452"/>
                        <a:pt x="247" y="451"/>
                        <a:pt x="248" y="451"/>
                      </a:cubicBezTo>
                      <a:lnTo>
                        <a:pt x="248" y="451"/>
                      </a:lnTo>
                      <a:cubicBezTo>
                        <a:pt x="267" y="417"/>
                        <a:pt x="277" y="378"/>
                        <a:pt x="277" y="339"/>
                      </a:cubicBezTo>
                      <a:cubicBezTo>
                        <a:pt x="277" y="334"/>
                        <a:pt x="277" y="329"/>
                        <a:pt x="276" y="324"/>
                      </a:cubicBezTo>
                      <a:lnTo>
                        <a:pt x="276" y="324"/>
                      </a:lnTo>
                      <a:cubicBezTo>
                        <a:pt x="302" y="309"/>
                        <a:pt x="323" y="287"/>
                        <a:pt x="339" y="261"/>
                      </a:cubicBezTo>
                      <a:cubicBezTo>
                        <a:pt x="370" y="206"/>
                        <a:pt x="370" y="136"/>
                        <a:pt x="338" y="83"/>
                      </a:cubicBezTo>
                      <a:moveTo>
                        <a:pt x="117" y="276"/>
                      </a:moveTo>
                      <a:cubicBezTo>
                        <a:pt x="106" y="265"/>
                        <a:pt x="102" y="244"/>
                        <a:pt x="111" y="233"/>
                      </a:cubicBezTo>
                      <a:cubicBezTo>
                        <a:pt x="140" y="209"/>
                        <a:pt x="171" y="243"/>
                        <a:pt x="182" y="275"/>
                      </a:cubicBezTo>
                      <a:lnTo>
                        <a:pt x="182" y="275"/>
                      </a:lnTo>
                      <a:cubicBezTo>
                        <a:pt x="186" y="285"/>
                        <a:pt x="188" y="295"/>
                        <a:pt x="190" y="305"/>
                      </a:cubicBezTo>
                      <a:cubicBezTo>
                        <a:pt x="163" y="304"/>
                        <a:pt x="137" y="295"/>
                        <a:pt x="117" y="27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0" name="Google Shape;1700;p30"/>
                <p:cNvSpPr/>
                <p:nvPr/>
              </p:nvSpPr>
              <p:spPr>
                <a:xfrm>
                  <a:off x="3150134" y="4009678"/>
                  <a:ext cx="162739" cy="451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" h="1153" extrusionOk="0">
                      <a:moveTo>
                        <a:pt x="226" y="86"/>
                      </a:moveTo>
                      <a:cubicBezTo>
                        <a:pt x="172" y="0"/>
                        <a:pt x="35" y="80"/>
                        <a:pt x="89" y="166"/>
                      </a:cubicBezTo>
                      <a:cubicBezTo>
                        <a:pt x="252" y="426"/>
                        <a:pt x="238" y="742"/>
                        <a:pt x="60" y="990"/>
                      </a:cubicBezTo>
                      <a:cubicBezTo>
                        <a:pt x="0" y="1073"/>
                        <a:pt x="137" y="1152"/>
                        <a:pt x="196" y="1070"/>
                      </a:cubicBezTo>
                      <a:cubicBezTo>
                        <a:pt x="406" y="778"/>
                        <a:pt x="415" y="390"/>
                        <a:pt x="226" y="8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701" name="Google Shape;1701;p30"/>
                <p:cNvGrpSpPr/>
                <p:nvPr/>
              </p:nvGrpSpPr>
              <p:grpSpPr>
                <a:xfrm>
                  <a:off x="2523431" y="3126735"/>
                  <a:ext cx="668170" cy="714727"/>
                  <a:chOff x="2523431" y="3126735"/>
                  <a:chExt cx="668170" cy="714727"/>
                </a:xfrm>
              </p:grpSpPr>
              <p:sp>
                <p:nvSpPr>
                  <p:cNvPr id="1702" name="Google Shape;1702;p30"/>
                  <p:cNvSpPr/>
                  <p:nvPr/>
                </p:nvSpPr>
                <p:spPr>
                  <a:xfrm>
                    <a:off x="2526561" y="3195978"/>
                    <a:ext cx="439709" cy="323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4" h="826" extrusionOk="0">
                        <a:moveTo>
                          <a:pt x="1123" y="575"/>
                        </a:moveTo>
                        <a:lnTo>
                          <a:pt x="1078" y="655"/>
                        </a:lnTo>
                        <a:cubicBezTo>
                          <a:pt x="1019" y="758"/>
                          <a:pt x="897" y="825"/>
                          <a:pt x="732" y="825"/>
                        </a:cubicBezTo>
                        <a:cubicBezTo>
                          <a:pt x="443" y="825"/>
                          <a:pt x="133" y="619"/>
                          <a:pt x="40" y="368"/>
                        </a:cubicBezTo>
                        <a:cubicBezTo>
                          <a:pt x="0" y="259"/>
                          <a:pt x="7" y="159"/>
                          <a:pt x="51" y="81"/>
                        </a:cubicBezTo>
                        <a:lnTo>
                          <a:pt x="96" y="0"/>
                        </a:lnTo>
                        <a:cubicBezTo>
                          <a:pt x="52" y="78"/>
                          <a:pt x="45" y="178"/>
                          <a:pt x="85" y="287"/>
                        </a:cubicBezTo>
                        <a:cubicBezTo>
                          <a:pt x="178" y="539"/>
                          <a:pt x="489" y="744"/>
                          <a:pt x="778" y="744"/>
                        </a:cubicBezTo>
                        <a:cubicBezTo>
                          <a:pt x="942" y="744"/>
                          <a:pt x="1065" y="677"/>
                          <a:pt x="1123" y="57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3" name="Google Shape;1703;p30"/>
                  <p:cNvSpPr/>
                  <p:nvPr/>
                </p:nvSpPr>
                <p:spPr>
                  <a:xfrm>
                    <a:off x="2523431" y="3129473"/>
                    <a:ext cx="483523" cy="357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6" h="915" extrusionOk="0">
                        <a:moveTo>
                          <a:pt x="449" y="0"/>
                        </a:moveTo>
                        <a:cubicBezTo>
                          <a:pt x="738" y="0"/>
                          <a:pt x="1049" y="205"/>
                          <a:pt x="1142" y="458"/>
                        </a:cubicBezTo>
                        <a:cubicBezTo>
                          <a:pt x="1235" y="710"/>
                          <a:pt x="1075" y="914"/>
                          <a:pt x="786" y="914"/>
                        </a:cubicBezTo>
                        <a:cubicBezTo>
                          <a:pt x="497" y="914"/>
                          <a:pt x="185" y="710"/>
                          <a:pt x="93" y="458"/>
                        </a:cubicBezTo>
                        <a:cubicBezTo>
                          <a:pt x="0" y="205"/>
                          <a:pt x="160" y="0"/>
                          <a:pt x="449" y="0"/>
                        </a:cubicBezTo>
                        <a:moveTo>
                          <a:pt x="754" y="828"/>
                        </a:moveTo>
                        <a:cubicBezTo>
                          <a:pt x="988" y="828"/>
                          <a:pt x="1118" y="662"/>
                          <a:pt x="1043" y="458"/>
                        </a:cubicBezTo>
                        <a:cubicBezTo>
                          <a:pt x="968" y="253"/>
                          <a:pt x="715" y="87"/>
                          <a:pt x="481" y="87"/>
                        </a:cubicBezTo>
                        <a:cubicBezTo>
                          <a:pt x="246" y="87"/>
                          <a:pt x="117" y="253"/>
                          <a:pt x="192" y="458"/>
                        </a:cubicBezTo>
                        <a:cubicBezTo>
                          <a:pt x="267" y="662"/>
                          <a:pt x="519" y="828"/>
                          <a:pt x="754" y="82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4" name="Google Shape;1704;p30"/>
                  <p:cNvSpPr/>
                  <p:nvPr/>
                </p:nvSpPr>
                <p:spPr>
                  <a:xfrm>
                    <a:off x="2678738" y="3190110"/>
                    <a:ext cx="180734" cy="237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" h="606" extrusionOk="0">
                        <a:moveTo>
                          <a:pt x="164" y="0"/>
                        </a:moveTo>
                        <a:lnTo>
                          <a:pt x="189" y="68"/>
                        </a:lnTo>
                        <a:lnTo>
                          <a:pt x="189" y="68"/>
                        </a:lnTo>
                        <a:cubicBezTo>
                          <a:pt x="219" y="73"/>
                          <a:pt x="248" y="83"/>
                          <a:pt x="274" y="99"/>
                        </a:cubicBezTo>
                        <a:cubicBezTo>
                          <a:pt x="283" y="104"/>
                          <a:pt x="291" y="109"/>
                          <a:pt x="300" y="115"/>
                        </a:cubicBezTo>
                        <a:lnTo>
                          <a:pt x="300" y="115"/>
                        </a:lnTo>
                        <a:cubicBezTo>
                          <a:pt x="324" y="133"/>
                          <a:pt x="344" y="156"/>
                          <a:pt x="359" y="182"/>
                        </a:cubicBezTo>
                        <a:cubicBezTo>
                          <a:pt x="366" y="194"/>
                          <a:pt x="371" y="206"/>
                          <a:pt x="376" y="219"/>
                        </a:cubicBezTo>
                        <a:lnTo>
                          <a:pt x="377" y="223"/>
                        </a:lnTo>
                        <a:lnTo>
                          <a:pt x="374" y="234"/>
                        </a:lnTo>
                        <a:lnTo>
                          <a:pt x="251" y="234"/>
                        </a:lnTo>
                        <a:lnTo>
                          <a:pt x="246" y="221"/>
                        </a:lnTo>
                        <a:cubicBezTo>
                          <a:pt x="238" y="200"/>
                          <a:pt x="228" y="184"/>
                          <a:pt x="215" y="173"/>
                        </a:cubicBezTo>
                        <a:lnTo>
                          <a:pt x="215" y="173"/>
                        </a:lnTo>
                        <a:cubicBezTo>
                          <a:pt x="212" y="171"/>
                          <a:pt x="209" y="168"/>
                          <a:pt x="206" y="167"/>
                        </a:cubicBezTo>
                        <a:cubicBezTo>
                          <a:pt x="196" y="161"/>
                          <a:pt x="186" y="159"/>
                          <a:pt x="175" y="159"/>
                        </a:cubicBezTo>
                        <a:lnTo>
                          <a:pt x="175" y="159"/>
                        </a:lnTo>
                        <a:cubicBezTo>
                          <a:pt x="159" y="159"/>
                          <a:pt x="150" y="162"/>
                          <a:pt x="145" y="169"/>
                        </a:cubicBezTo>
                        <a:cubicBezTo>
                          <a:pt x="141" y="177"/>
                          <a:pt x="141" y="187"/>
                          <a:pt x="146" y="201"/>
                        </a:cubicBezTo>
                        <a:lnTo>
                          <a:pt x="146" y="201"/>
                        </a:lnTo>
                        <a:cubicBezTo>
                          <a:pt x="147" y="204"/>
                          <a:pt x="148" y="208"/>
                          <a:pt x="150" y="211"/>
                        </a:cubicBezTo>
                        <a:cubicBezTo>
                          <a:pt x="154" y="219"/>
                          <a:pt x="161" y="226"/>
                          <a:pt x="168" y="231"/>
                        </a:cubicBezTo>
                        <a:cubicBezTo>
                          <a:pt x="176" y="236"/>
                          <a:pt x="194" y="245"/>
                          <a:pt x="229" y="256"/>
                        </a:cubicBezTo>
                        <a:cubicBezTo>
                          <a:pt x="289" y="275"/>
                          <a:pt x="336" y="295"/>
                          <a:pt x="370" y="316"/>
                        </a:cubicBezTo>
                        <a:lnTo>
                          <a:pt x="370" y="316"/>
                        </a:lnTo>
                        <a:cubicBezTo>
                          <a:pt x="396" y="332"/>
                          <a:pt x="418" y="354"/>
                          <a:pt x="433" y="380"/>
                        </a:cubicBezTo>
                        <a:cubicBezTo>
                          <a:pt x="439" y="390"/>
                          <a:pt x="443" y="400"/>
                          <a:pt x="447" y="410"/>
                        </a:cubicBezTo>
                        <a:cubicBezTo>
                          <a:pt x="461" y="448"/>
                          <a:pt x="459" y="480"/>
                          <a:pt x="440" y="504"/>
                        </a:cubicBezTo>
                        <a:cubicBezTo>
                          <a:pt x="423" y="525"/>
                          <a:pt x="395" y="538"/>
                          <a:pt x="357" y="543"/>
                        </a:cubicBezTo>
                        <a:lnTo>
                          <a:pt x="380" y="605"/>
                        </a:lnTo>
                        <a:lnTo>
                          <a:pt x="294" y="605"/>
                        </a:lnTo>
                        <a:lnTo>
                          <a:pt x="272" y="544"/>
                        </a:lnTo>
                        <a:lnTo>
                          <a:pt x="272" y="544"/>
                        </a:lnTo>
                        <a:cubicBezTo>
                          <a:pt x="233" y="539"/>
                          <a:pt x="195" y="526"/>
                          <a:pt x="162" y="507"/>
                        </a:cubicBezTo>
                        <a:cubicBezTo>
                          <a:pt x="159" y="505"/>
                          <a:pt x="156" y="503"/>
                          <a:pt x="153" y="501"/>
                        </a:cubicBezTo>
                        <a:cubicBezTo>
                          <a:pt x="112" y="476"/>
                          <a:pt x="83" y="438"/>
                          <a:pt x="66" y="390"/>
                        </a:cubicBezTo>
                        <a:lnTo>
                          <a:pt x="65" y="387"/>
                        </a:lnTo>
                        <a:lnTo>
                          <a:pt x="66" y="375"/>
                        </a:lnTo>
                        <a:lnTo>
                          <a:pt x="191" y="375"/>
                        </a:lnTo>
                        <a:lnTo>
                          <a:pt x="195" y="389"/>
                        </a:lnTo>
                        <a:cubicBezTo>
                          <a:pt x="204" y="412"/>
                          <a:pt x="216" y="428"/>
                          <a:pt x="230" y="438"/>
                        </a:cubicBezTo>
                        <a:lnTo>
                          <a:pt x="230" y="438"/>
                        </a:lnTo>
                        <a:cubicBezTo>
                          <a:pt x="231" y="438"/>
                          <a:pt x="233" y="439"/>
                          <a:pt x="234" y="440"/>
                        </a:cubicBezTo>
                        <a:cubicBezTo>
                          <a:pt x="247" y="447"/>
                          <a:pt x="263" y="452"/>
                          <a:pt x="279" y="452"/>
                        </a:cubicBezTo>
                        <a:lnTo>
                          <a:pt x="280" y="452"/>
                        </a:lnTo>
                        <a:cubicBezTo>
                          <a:pt x="297" y="452"/>
                          <a:pt x="308" y="448"/>
                          <a:pt x="314" y="441"/>
                        </a:cubicBezTo>
                        <a:cubicBezTo>
                          <a:pt x="320" y="434"/>
                          <a:pt x="320" y="423"/>
                          <a:pt x="315" y="410"/>
                        </a:cubicBezTo>
                        <a:lnTo>
                          <a:pt x="315" y="410"/>
                        </a:lnTo>
                        <a:cubicBezTo>
                          <a:pt x="314" y="406"/>
                          <a:pt x="312" y="403"/>
                          <a:pt x="310" y="399"/>
                        </a:cubicBezTo>
                        <a:cubicBezTo>
                          <a:pt x="306" y="391"/>
                          <a:pt x="299" y="384"/>
                          <a:pt x="291" y="379"/>
                        </a:cubicBezTo>
                        <a:cubicBezTo>
                          <a:pt x="279" y="370"/>
                          <a:pt x="259" y="361"/>
                          <a:pt x="232" y="353"/>
                        </a:cubicBezTo>
                        <a:cubicBezTo>
                          <a:pt x="173" y="336"/>
                          <a:pt x="125" y="317"/>
                          <a:pt x="91" y="296"/>
                        </a:cubicBezTo>
                        <a:lnTo>
                          <a:pt x="91" y="296"/>
                        </a:lnTo>
                        <a:cubicBezTo>
                          <a:pt x="65" y="280"/>
                          <a:pt x="43" y="256"/>
                          <a:pt x="28" y="231"/>
                        </a:cubicBezTo>
                        <a:cubicBezTo>
                          <a:pt x="22" y="220"/>
                          <a:pt x="18" y="211"/>
                          <a:pt x="14" y="201"/>
                        </a:cubicBezTo>
                        <a:cubicBezTo>
                          <a:pt x="0" y="163"/>
                          <a:pt x="3" y="132"/>
                          <a:pt x="22" y="108"/>
                        </a:cubicBezTo>
                        <a:cubicBezTo>
                          <a:pt x="39" y="86"/>
                          <a:pt x="66" y="72"/>
                          <a:pt x="104" y="67"/>
                        </a:cubicBezTo>
                        <a:lnTo>
                          <a:pt x="79" y="0"/>
                        </a:lnTo>
                        <a:lnTo>
                          <a:pt x="164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5" name="Google Shape;1705;p30"/>
                  <p:cNvSpPr/>
                  <p:nvPr/>
                </p:nvSpPr>
                <p:spPr>
                  <a:xfrm>
                    <a:off x="2569201" y="3163117"/>
                    <a:ext cx="391982" cy="2902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2" h="742" extrusionOk="0">
                        <a:moveTo>
                          <a:pt x="364" y="0"/>
                        </a:moveTo>
                        <a:cubicBezTo>
                          <a:pt x="599" y="0"/>
                          <a:pt x="851" y="166"/>
                          <a:pt x="926" y="371"/>
                        </a:cubicBezTo>
                        <a:cubicBezTo>
                          <a:pt x="1001" y="575"/>
                          <a:pt x="871" y="741"/>
                          <a:pt x="637" y="741"/>
                        </a:cubicBezTo>
                        <a:cubicBezTo>
                          <a:pt x="403" y="741"/>
                          <a:pt x="150" y="575"/>
                          <a:pt x="75" y="371"/>
                        </a:cubicBezTo>
                        <a:cubicBezTo>
                          <a:pt x="0" y="166"/>
                          <a:pt x="130" y="0"/>
                          <a:pt x="364" y="0"/>
                        </a:cubicBezTo>
                        <a:moveTo>
                          <a:pt x="719" y="573"/>
                        </a:moveTo>
                        <a:cubicBezTo>
                          <a:pt x="738" y="549"/>
                          <a:pt x="741" y="517"/>
                          <a:pt x="727" y="479"/>
                        </a:cubicBezTo>
                        <a:lnTo>
                          <a:pt x="727" y="479"/>
                        </a:lnTo>
                        <a:cubicBezTo>
                          <a:pt x="723" y="468"/>
                          <a:pt x="719" y="459"/>
                          <a:pt x="713" y="449"/>
                        </a:cubicBezTo>
                        <a:cubicBezTo>
                          <a:pt x="698" y="423"/>
                          <a:pt x="676" y="401"/>
                          <a:pt x="650" y="385"/>
                        </a:cubicBezTo>
                        <a:cubicBezTo>
                          <a:pt x="616" y="363"/>
                          <a:pt x="569" y="344"/>
                          <a:pt x="509" y="325"/>
                        </a:cubicBezTo>
                        <a:cubicBezTo>
                          <a:pt x="473" y="314"/>
                          <a:pt x="456" y="305"/>
                          <a:pt x="448" y="300"/>
                        </a:cubicBezTo>
                        <a:lnTo>
                          <a:pt x="448" y="300"/>
                        </a:lnTo>
                        <a:cubicBezTo>
                          <a:pt x="441" y="294"/>
                          <a:pt x="435" y="288"/>
                          <a:pt x="430" y="280"/>
                        </a:cubicBezTo>
                        <a:cubicBezTo>
                          <a:pt x="428" y="277"/>
                          <a:pt x="427" y="273"/>
                          <a:pt x="425" y="270"/>
                        </a:cubicBezTo>
                        <a:cubicBezTo>
                          <a:pt x="421" y="256"/>
                          <a:pt x="420" y="246"/>
                          <a:pt x="425" y="238"/>
                        </a:cubicBezTo>
                        <a:cubicBezTo>
                          <a:pt x="429" y="231"/>
                          <a:pt x="439" y="228"/>
                          <a:pt x="455" y="228"/>
                        </a:cubicBezTo>
                        <a:lnTo>
                          <a:pt x="455" y="228"/>
                        </a:lnTo>
                        <a:lnTo>
                          <a:pt x="455" y="228"/>
                        </a:lnTo>
                        <a:cubicBezTo>
                          <a:pt x="466" y="228"/>
                          <a:pt x="476" y="230"/>
                          <a:pt x="485" y="236"/>
                        </a:cubicBezTo>
                        <a:cubicBezTo>
                          <a:pt x="488" y="237"/>
                          <a:pt x="491" y="240"/>
                          <a:pt x="494" y="242"/>
                        </a:cubicBezTo>
                        <a:cubicBezTo>
                          <a:pt x="507" y="253"/>
                          <a:pt x="518" y="269"/>
                          <a:pt x="526" y="290"/>
                        </a:cubicBezTo>
                        <a:lnTo>
                          <a:pt x="530" y="303"/>
                        </a:lnTo>
                        <a:lnTo>
                          <a:pt x="653" y="303"/>
                        </a:lnTo>
                        <a:lnTo>
                          <a:pt x="657" y="292"/>
                        </a:lnTo>
                        <a:lnTo>
                          <a:pt x="656" y="288"/>
                        </a:lnTo>
                        <a:lnTo>
                          <a:pt x="656" y="288"/>
                        </a:lnTo>
                        <a:cubicBezTo>
                          <a:pt x="651" y="275"/>
                          <a:pt x="645" y="263"/>
                          <a:pt x="638" y="251"/>
                        </a:cubicBezTo>
                        <a:cubicBezTo>
                          <a:pt x="623" y="225"/>
                          <a:pt x="603" y="202"/>
                          <a:pt x="579" y="184"/>
                        </a:cubicBezTo>
                        <a:lnTo>
                          <a:pt x="579" y="184"/>
                        </a:lnTo>
                        <a:cubicBezTo>
                          <a:pt x="571" y="178"/>
                          <a:pt x="563" y="172"/>
                          <a:pt x="554" y="167"/>
                        </a:cubicBezTo>
                        <a:cubicBezTo>
                          <a:pt x="528" y="151"/>
                          <a:pt x="499" y="142"/>
                          <a:pt x="469" y="137"/>
                        </a:cubicBezTo>
                        <a:lnTo>
                          <a:pt x="444" y="68"/>
                        </a:lnTo>
                        <a:lnTo>
                          <a:pt x="358" y="68"/>
                        </a:lnTo>
                        <a:lnTo>
                          <a:pt x="383" y="136"/>
                        </a:lnTo>
                        <a:cubicBezTo>
                          <a:pt x="345" y="141"/>
                          <a:pt x="318" y="155"/>
                          <a:pt x="301" y="176"/>
                        </a:cubicBezTo>
                        <a:cubicBezTo>
                          <a:pt x="282" y="201"/>
                          <a:pt x="280" y="232"/>
                          <a:pt x="293" y="270"/>
                        </a:cubicBezTo>
                        <a:lnTo>
                          <a:pt x="293" y="270"/>
                        </a:lnTo>
                        <a:cubicBezTo>
                          <a:pt x="297" y="280"/>
                          <a:pt x="301" y="290"/>
                          <a:pt x="307" y="300"/>
                        </a:cubicBezTo>
                        <a:cubicBezTo>
                          <a:pt x="322" y="326"/>
                          <a:pt x="344" y="349"/>
                          <a:pt x="370" y="365"/>
                        </a:cubicBezTo>
                        <a:cubicBezTo>
                          <a:pt x="404" y="386"/>
                          <a:pt x="452" y="405"/>
                          <a:pt x="511" y="422"/>
                        </a:cubicBezTo>
                        <a:cubicBezTo>
                          <a:pt x="538" y="430"/>
                          <a:pt x="558" y="439"/>
                          <a:pt x="571" y="448"/>
                        </a:cubicBezTo>
                        <a:lnTo>
                          <a:pt x="571" y="448"/>
                        </a:lnTo>
                        <a:cubicBezTo>
                          <a:pt x="578" y="453"/>
                          <a:pt x="585" y="459"/>
                          <a:pt x="590" y="468"/>
                        </a:cubicBezTo>
                        <a:cubicBezTo>
                          <a:pt x="592" y="471"/>
                          <a:pt x="593" y="475"/>
                          <a:pt x="595" y="479"/>
                        </a:cubicBezTo>
                        <a:cubicBezTo>
                          <a:pt x="599" y="492"/>
                          <a:pt x="598" y="502"/>
                          <a:pt x="593" y="510"/>
                        </a:cubicBezTo>
                        <a:cubicBezTo>
                          <a:pt x="587" y="517"/>
                          <a:pt x="576" y="520"/>
                          <a:pt x="559" y="520"/>
                        </a:cubicBezTo>
                        <a:lnTo>
                          <a:pt x="559" y="520"/>
                        </a:lnTo>
                        <a:lnTo>
                          <a:pt x="558" y="520"/>
                        </a:lnTo>
                        <a:cubicBezTo>
                          <a:pt x="542" y="520"/>
                          <a:pt x="527" y="516"/>
                          <a:pt x="513" y="508"/>
                        </a:cubicBezTo>
                        <a:cubicBezTo>
                          <a:pt x="512" y="508"/>
                          <a:pt x="511" y="507"/>
                          <a:pt x="510" y="506"/>
                        </a:cubicBezTo>
                        <a:cubicBezTo>
                          <a:pt x="495" y="497"/>
                          <a:pt x="483" y="481"/>
                          <a:pt x="475" y="457"/>
                        </a:cubicBezTo>
                        <a:lnTo>
                          <a:pt x="470" y="444"/>
                        </a:lnTo>
                        <a:lnTo>
                          <a:pt x="346" y="444"/>
                        </a:lnTo>
                        <a:lnTo>
                          <a:pt x="345" y="456"/>
                        </a:lnTo>
                        <a:lnTo>
                          <a:pt x="346" y="459"/>
                        </a:lnTo>
                        <a:cubicBezTo>
                          <a:pt x="363" y="507"/>
                          <a:pt x="392" y="545"/>
                          <a:pt x="433" y="570"/>
                        </a:cubicBezTo>
                        <a:lnTo>
                          <a:pt x="433" y="570"/>
                        </a:lnTo>
                        <a:cubicBezTo>
                          <a:pt x="436" y="572"/>
                          <a:pt x="439" y="573"/>
                          <a:pt x="442" y="575"/>
                        </a:cubicBezTo>
                        <a:cubicBezTo>
                          <a:pt x="475" y="594"/>
                          <a:pt x="513" y="608"/>
                          <a:pt x="552" y="612"/>
                        </a:cubicBezTo>
                        <a:lnTo>
                          <a:pt x="574" y="674"/>
                        </a:lnTo>
                        <a:lnTo>
                          <a:pt x="660" y="674"/>
                        </a:lnTo>
                        <a:lnTo>
                          <a:pt x="637" y="612"/>
                        </a:lnTo>
                        <a:cubicBezTo>
                          <a:pt x="675" y="607"/>
                          <a:pt x="702" y="593"/>
                          <a:pt x="719" y="572"/>
                        </a:cubicBezTo>
                        <a:lnTo>
                          <a:pt x="719" y="573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6" name="Google Shape;1706;p30"/>
                  <p:cNvSpPr/>
                  <p:nvPr/>
                </p:nvSpPr>
                <p:spPr>
                  <a:xfrm>
                    <a:off x="2524213" y="3193239"/>
                    <a:ext cx="444794" cy="328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7" h="840" extrusionOk="0">
                        <a:moveTo>
                          <a:pt x="738" y="839"/>
                        </a:moveTo>
                        <a:cubicBezTo>
                          <a:pt x="446" y="839"/>
                          <a:pt x="133" y="632"/>
                          <a:pt x="39" y="378"/>
                        </a:cubicBezTo>
                        <a:cubicBezTo>
                          <a:pt x="0" y="271"/>
                          <a:pt x="4" y="167"/>
                          <a:pt x="50" y="84"/>
                        </a:cubicBezTo>
                        <a:lnTo>
                          <a:pt x="96" y="3"/>
                        </a:lnTo>
                        <a:lnTo>
                          <a:pt x="96" y="3"/>
                        </a:lnTo>
                        <a:cubicBezTo>
                          <a:pt x="96" y="3"/>
                          <a:pt x="97" y="1"/>
                          <a:pt x="98" y="1"/>
                        </a:cubicBezTo>
                        <a:cubicBezTo>
                          <a:pt x="99" y="0"/>
                          <a:pt x="100" y="0"/>
                          <a:pt x="102" y="0"/>
                        </a:cubicBezTo>
                        <a:cubicBezTo>
                          <a:pt x="103" y="0"/>
                          <a:pt x="103" y="0"/>
                          <a:pt x="105" y="1"/>
                        </a:cubicBezTo>
                        <a:cubicBezTo>
                          <a:pt x="106" y="1"/>
                          <a:pt x="107" y="3"/>
                          <a:pt x="108" y="4"/>
                        </a:cubicBezTo>
                        <a:cubicBezTo>
                          <a:pt x="109" y="5"/>
                          <a:pt x="109" y="6"/>
                          <a:pt x="109" y="8"/>
                        </a:cubicBezTo>
                        <a:cubicBezTo>
                          <a:pt x="109" y="9"/>
                          <a:pt x="109" y="10"/>
                          <a:pt x="108" y="11"/>
                        </a:cubicBezTo>
                        <a:cubicBezTo>
                          <a:pt x="64" y="90"/>
                          <a:pt x="60" y="190"/>
                          <a:pt x="98" y="292"/>
                        </a:cubicBezTo>
                        <a:cubicBezTo>
                          <a:pt x="190" y="541"/>
                          <a:pt x="497" y="743"/>
                          <a:pt x="784" y="743"/>
                        </a:cubicBezTo>
                        <a:cubicBezTo>
                          <a:pt x="940" y="743"/>
                          <a:pt x="1063" y="683"/>
                          <a:pt x="1122" y="578"/>
                        </a:cubicBezTo>
                        <a:lnTo>
                          <a:pt x="1122" y="578"/>
                        </a:lnTo>
                        <a:cubicBezTo>
                          <a:pt x="1123" y="577"/>
                          <a:pt x="1124" y="577"/>
                          <a:pt x="1125" y="576"/>
                        </a:cubicBezTo>
                        <a:cubicBezTo>
                          <a:pt x="1126" y="575"/>
                          <a:pt x="1126" y="575"/>
                          <a:pt x="1128" y="575"/>
                        </a:cubicBezTo>
                        <a:cubicBezTo>
                          <a:pt x="1129" y="575"/>
                          <a:pt x="1131" y="575"/>
                          <a:pt x="1132" y="576"/>
                        </a:cubicBezTo>
                        <a:cubicBezTo>
                          <a:pt x="1133" y="577"/>
                          <a:pt x="1134" y="577"/>
                          <a:pt x="1135" y="579"/>
                        </a:cubicBezTo>
                        <a:cubicBezTo>
                          <a:pt x="1135" y="580"/>
                          <a:pt x="1136" y="581"/>
                          <a:pt x="1136" y="582"/>
                        </a:cubicBezTo>
                        <a:cubicBezTo>
                          <a:pt x="1136" y="583"/>
                          <a:pt x="1135" y="584"/>
                          <a:pt x="1135" y="585"/>
                        </a:cubicBezTo>
                        <a:lnTo>
                          <a:pt x="1135" y="585"/>
                        </a:lnTo>
                        <a:lnTo>
                          <a:pt x="1090" y="665"/>
                        </a:lnTo>
                        <a:cubicBezTo>
                          <a:pt x="1028" y="776"/>
                          <a:pt x="900" y="839"/>
                          <a:pt x="738" y="839"/>
                        </a:cubicBezTo>
                        <a:moveTo>
                          <a:pt x="64" y="90"/>
                        </a:moveTo>
                        <a:lnTo>
                          <a:pt x="63" y="91"/>
                        </a:lnTo>
                        <a:cubicBezTo>
                          <a:pt x="19" y="171"/>
                          <a:pt x="15" y="270"/>
                          <a:pt x="53" y="373"/>
                        </a:cubicBezTo>
                        <a:cubicBezTo>
                          <a:pt x="144" y="621"/>
                          <a:pt x="452" y="824"/>
                          <a:pt x="738" y="824"/>
                        </a:cubicBezTo>
                        <a:cubicBezTo>
                          <a:pt x="894" y="824"/>
                          <a:pt x="1018" y="764"/>
                          <a:pt x="1077" y="658"/>
                        </a:cubicBezTo>
                        <a:lnTo>
                          <a:pt x="1077" y="658"/>
                        </a:lnTo>
                        <a:cubicBezTo>
                          <a:pt x="1007" y="722"/>
                          <a:pt x="905" y="758"/>
                          <a:pt x="784" y="758"/>
                        </a:cubicBezTo>
                        <a:cubicBezTo>
                          <a:pt x="492" y="758"/>
                          <a:pt x="178" y="552"/>
                          <a:pt x="84" y="297"/>
                        </a:cubicBezTo>
                        <a:cubicBezTo>
                          <a:pt x="58" y="225"/>
                          <a:pt x="51" y="154"/>
                          <a:pt x="64" y="9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7" name="Google Shape;1707;p30"/>
                  <p:cNvSpPr/>
                  <p:nvPr/>
                </p:nvSpPr>
                <p:spPr>
                  <a:xfrm>
                    <a:off x="2540253" y="3126735"/>
                    <a:ext cx="449880" cy="363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0" h="929" extrusionOk="0">
                        <a:moveTo>
                          <a:pt x="743" y="928"/>
                        </a:moveTo>
                        <a:cubicBezTo>
                          <a:pt x="451" y="928"/>
                          <a:pt x="137" y="722"/>
                          <a:pt x="43" y="467"/>
                        </a:cubicBezTo>
                        <a:cubicBezTo>
                          <a:pt x="0" y="349"/>
                          <a:pt x="9" y="236"/>
                          <a:pt x="70" y="149"/>
                        </a:cubicBezTo>
                        <a:cubicBezTo>
                          <a:pt x="136" y="54"/>
                          <a:pt x="259" y="0"/>
                          <a:pt x="406" y="0"/>
                        </a:cubicBezTo>
                        <a:cubicBezTo>
                          <a:pt x="698" y="0"/>
                          <a:pt x="1012" y="207"/>
                          <a:pt x="1106" y="461"/>
                        </a:cubicBezTo>
                        <a:cubicBezTo>
                          <a:pt x="1149" y="579"/>
                          <a:pt x="1140" y="692"/>
                          <a:pt x="1079" y="779"/>
                        </a:cubicBezTo>
                        <a:cubicBezTo>
                          <a:pt x="1013" y="874"/>
                          <a:pt x="890" y="928"/>
                          <a:pt x="743" y="928"/>
                        </a:cubicBezTo>
                        <a:moveTo>
                          <a:pt x="406" y="14"/>
                        </a:moveTo>
                        <a:cubicBezTo>
                          <a:pt x="264" y="14"/>
                          <a:pt x="146" y="67"/>
                          <a:pt x="82" y="158"/>
                        </a:cubicBezTo>
                        <a:cubicBezTo>
                          <a:pt x="24" y="240"/>
                          <a:pt x="15" y="348"/>
                          <a:pt x="57" y="462"/>
                        </a:cubicBezTo>
                        <a:cubicBezTo>
                          <a:pt x="149" y="711"/>
                          <a:pt x="456" y="913"/>
                          <a:pt x="743" y="913"/>
                        </a:cubicBezTo>
                        <a:cubicBezTo>
                          <a:pt x="885" y="913"/>
                          <a:pt x="1003" y="861"/>
                          <a:pt x="1067" y="771"/>
                        </a:cubicBezTo>
                        <a:cubicBezTo>
                          <a:pt x="1125" y="688"/>
                          <a:pt x="1134" y="580"/>
                          <a:pt x="1092" y="467"/>
                        </a:cubicBezTo>
                        <a:cubicBezTo>
                          <a:pt x="1000" y="217"/>
                          <a:pt x="693" y="14"/>
                          <a:pt x="406" y="1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8" name="Google Shape;1708;p30"/>
                  <p:cNvSpPr/>
                  <p:nvPr/>
                </p:nvSpPr>
                <p:spPr>
                  <a:xfrm>
                    <a:off x="2582111" y="3160378"/>
                    <a:ext cx="366163" cy="296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" h="757" extrusionOk="0">
                        <a:moveTo>
                          <a:pt x="604" y="756"/>
                        </a:moveTo>
                        <a:cubicBezTo>
                          <a:pt x="367" y="756"/>
                          <a:pt x="111" y="588"/>
                          <a:pt x="35" y="381"/>
                        </a:cubicBezTo>
                        <a:cubicBezTo>
                          <a:pt x="0" y="285"/>
                          <a:pt x="8" y="193"/>
                          <a:pt x="57" y="122"/>
                        </a:cubicBezTo>
                        <a:cubicBezTo>
                          <a:pt x="111" y="44"/>
                          <a:pt x="211" y="0"/>
                          <a:pt x="331" y="0"/>
                        </a:cubicBezTo>
                        <a:cubicBezTo>
                          <a:pt x="569" y="0"/>
                          <a:pt x="824" y="169"/>
                          <a:pt x="900" y="376"/>
                        </a:cubicBezTo>
                        <a:cubicBezTo>
                          <a:pt x="935" y="472"/>
                          <a:pt x="927" y="564"/>
                          <a:pt x="878" y="635"/>
                        </a:cubicBezTo>
                        <a:cubicBezTo>
                          <a:pt x="824" y="711"/>
                          <a:pt x="724" y="756"/>
                          <a:pt x="604" y="756"/>
                        </a:cubicBezTo>
                        <a:moveTo>
                          <a:pt x="331" y="15"/>
                        </a:moveTo>
                        <a:cubicBezTo>
                          <a:pt x="216" y="15"/>
                          <a:pt x="120" y="57"/>
                          <a:pt x="69" y="130"/>
                        </a:cubicBezTo>
                        <a:cubicBezTo>
                          <a:pt x="23" y="197"/>
                          <a:pt x="15" y="284"/>
                          <a:pt x="49" y="376"/>
                        </a:cubicBezTo>
                        <a:cubicBezTo>
                          <a:pt x="123" y="578"/>
                          <a:pt x="372" y="741"/>
                          <a:pt x="604" y="741"/>
                        </a:cubicBezTo>
                        <a:cubicBezTo>
                          <a:pt x="719" y="741"/>
                          <a:pt x="815" y="700"/>
                          <a:pt x="866" y="626"/>
                        </a:cubicBezTo>
                        <a:cubicBezTo>
                          <a:pt x="912" y="560"/>
                          <a:pt x="920" y="472"/>
                          <a:pt x="886" y="381"/>
                        </a:cubicBezTo>
                        <a:cubicBezTo>
                          <a:pt x="812" y="179"/>
                          <a:pt x="563" y="15"/>
                          <a:pt x="331" y="1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9" name="Google Shape;1709;p30"/>
                  <p:cNvSpPr/>
                  <p:nvPr/>
                </p:nvSpPr>
                <p:spPr>
                  <a:xfrm>
                    <a:off x="2675608" y="3186980"/>
                    <a:ext cx="186602" cy="2433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622" extrusionOk="0">
                        <a:moveTo>
                          <a:pt x="388" y="621"/>
                        </a:moveTo>
                        <a:lnTo>
                          <a:pt x="302" y="621"/>
                        </a:lnTo>
                        <a:lnTo>
                          <a:pt x="302" y="621"/>
                        </a:lnTo>
                        <a:lnTo>
                          <a:pt x="302" y="621"/>
                        </a:lnTo>
                        <a:cubicBezTo>
                          <a:pt x="301" y="621"/>
                          <a:pt x="300" y="620"/>
                          <a:pt x="299" y="620"/>
                        </a:cubicBezTo>
                        <a:cubicBezTo>
                          <a:pt x="297" y="619"/>
                          <a:pt x="296" y="618"/>
                          <a:pt x="296" y="617"/>
                        </a:cubicBezTo>
                        <a:cubicBezTo>
                          <a:pt x="296" y="616"/>
                          <a:pt x="295" y="616"/>
                          <a:pt x="295" y="616"/>
                        </a:cubicBezTo>
                        <a:lnTo>
                          <a:pt x="274" y="558"/>
                        </a:lnTo>
                        <a:lnTo>
                          <a:pt x="274" y="558"/>
                        </a:lnTo>
                        <a:cubicBezTo>
                          <a:pt x="236" y="553"/>
                          <a:pt x="199" y="540"/>
                          <a:pt x="165" y="521"/>
                        </a:cubicBezTo>
                        <a:cubicBezTo>
                          <a:pt x="162" y="519"/>
                          <a:pt x="160" y="517"/>
                          <a:pt x="157" y="516"/>
                        </a:cubicBezTo>
                        <a:cubicBezTo>
                          <a:pt x="114" y="489"/>
                          <a:pt x="84" y="450"/>
                          <a:pt x="67" y="400"/>
                        </a:cubicBezTo>
                        <a:lnTo>
                          <a:pt x="66" y="398"/>
                        </a:lnTo>
                        <a:lnTo>
                          <a:pt x="66" y="398"/>
                        </a:lnTo>
                        <a:cubicBezTo>
                          <a:pt x="66" y="397"/>
                          <a:pt x="66" y="396"/>
                          <a:pt x="66" y="396"/>
                        </a:cubicBezTo>
                        <a:cubicBezTo>
                          <a:pt x="66" y="395"/>
                          <a:pt x="66" y="395"/>
                          <a:pt x="66" y="395"/>
                        </a:cubicBezTo>
                        <a:lnTo>
                          <a:pt x="67" y="383"/>
                        </a:lnTo>
                        <a:lnTo>
                          <a:pt x="67" y="383"/>
                        </a:lnTo>
                        <a:cubicBezTo>
                          <a:pt x="67" y="382"/>
                          <a:pt x="67" y="381"/>
                          <a:pt x="68" y="380"/>
                        </a:cubicBezTo>
                        <a:cubicBezTo>
                          <a:pt x="68" y="379"/>
                          <a:pt x="68" y="377"/>
                          <a:pt x="70" y="377"/>
                        </a:cubicBezTo>
                        <a:cubicBezTo>
                          <a:pt x="71" y="376"/>
                          <a:pt x="73" y="376"/>
                          <a:pt x="74" y="376"/>
                        </a:cubicBezTo>
                        <a:lnTo>
                          <a:pt x="198" y="376"/>
                        </a:lnTo>
                        <a:lnTo>
                          <a:pt x="198" y="376"/>
                        </a:lnTo>
                        <a:cubicBezTo>
                          <a:pt x="200" y="376"/>
                          <a:pt x="201" y="376"/>
                          <a:pt x="202" y="377"/>
                        </a:cubicBezTo>
                        <a:cubicBezTo>
                          <a:pt x="203" y="377"/>
                          <a:pt x="204" y="379"/>
                          <a:pt x="205" y="380"/>
                        </a:cubicBezTo>
                        <a:lnTo>
                          <a:pt x="205" y="381"/>
                        </a:lnTo>
                        <a:lnTo>
                          <a:pt x="210" y="394"/>
                        </a:lnTo>
                        <a:cubicBezTo>
                          <a:pt x="218" y="416"/>
                          <a:pt x="229" y="431"/>
                          <a:pt x="242" y="439"/>
                        </a:cubicBezTo>
                        <a:lnTo>
                          <a:pt x="242" y="439"/>
                        </a:lnTo>
                        <a:cubicBezTo>
                          <a:pt x="243" y="440"/>
                          <a:pt x="244" y="440"/>
                          <a:pt x="245" y="441"/>
                        </a:cubicBezTo>
                        <a:cubicBezTo>
                          <a:pt x="258" y="447"/>
                          <a:pt x="272" y="452"/>
                          <a:pt x="287" y="452"/>
                        </a:cubicBezTo>
                        <a:lnTo>
                          <a:pt x="288" y="452"/>
                        </a:lnTo>
                        <a:cubicBezTo>
                          <a:pt x="302" y="452"/>
                          <a:pt x="312" y="450"/>
                          <a:pt x="316" y="444"/>
                        </a:cubicBezTo>
                        <a:cubicBezTo>
                          <a:pt x="317" y="442"/>
                          <a:pt x="322" y="437"/>
                          <a:pt x="316" y="421"/>
                        </a:cubicBezTo>
                        <a:lnTo>
                          <a:pt x="316" y="421"/>
                        </a:lnTo>
                        <a:cubicBezTo>
                          <a:pt x="315" y="417"/>
                          <a:pt x="313" y="414"/>
                          <a:pt x="311" y="411"/>
                        </a:cubicBezTo>
                        <a:cubicBezTo>
                          <a:pt x="307" y="404"/>
                          <a:pt x="302" y="398"/>
                          <a:pt x="295" y="393"/>
                        </a:cubicBezTo>
                        <a:cubicBezTo>
                          <a:pt x="283" y="384"/>
                          <a:pt x="264" y="376"/>
                          <a:pt x="237" y="368"/>
                        </a:cubicBezTo>
                        <a:cubicBezTo>
                          <a:pt x="177" y="351"/>
                          <a:pt x="129" y="332"/>
                          <a:pt x="95" y="310"/>
                        </a:cubicBezTo>
                        <a:lnTo>
                          <a:pt x="95" y="310"/>
                        </a:lnTo>
                        <a:cubicBezTo>
                          <a:pt x="68" y="293"/>
                          <a:pt x="45" y="269"/>
                          <a:pt x="29" y="242"/>
                        </a:cubicBezTo>
                        <a:cubicBezTo>
                          <a:pt x="23" y="232"/>
                          <a:pt x="18" y="222"/>
                          <a:pt x="15" y="211"/>
                        </a:cubicBezTo>
                        <a:cubicBezTo>
                          <a:pt x="0" y="171"/>
                          <a:pt x="3" y="137"/>
                          <a:pt x="23" y="111"/>
                        </a:cubicBezTo>
                        <a:cubicBezTo>
                          <a:pt x="40" y="90"/>
                          <a:pt x="66" y="76"/>
                          <a:pt x="101" y="69"/>
                        </a:cubicBezTo>
                        <a:lnTo>
                          <a:pt x="79" y="10"/>
                        </a:lnTo>
                        <a:lnTo>
                          <a:pt x="79" y="10"/>
                        </a:lnTo>
                        <a:cubicBezTo>
                          <a:pt x="79" y="9"/>
                          <a:pt x="79" y="8"/>
                          <a:pt x="79" y="8"/>
                        </a:cubicBezTo>
                        <a:cubicBezTo>
                          <a:pt x="79" y="6"/>
                          <a:pt x="79" y="5"/>
                          <a:pt x="80" y="4"/>
                        </a:cubicBezTo>
                        <a:cubicBezTo>
                          <a:pt x="81" y="3"/>
                          <a:pt x="81" y="1"/>
                          <a:pt x="83" y="1"/>
                        </a:cubicBezTo>
                        <a:cubicBezTo>
                          <a:pt x="84" y="0"/>
                          <a:pt x="85" y="0"/>
                          <a:pt x="86" y="0"/>
                        </a:cubicBezTo>
                        <a:lnTo>
                          <a:pt x="172" y="0"/>
                        </a:lnTo>
                        <a:lnTo>
                          <a:pt x="172" y="0"/>
                        </a:lnTo>
                        <a:lnTo>
                          <a:pt x="172" y="0"/>
                        </a:lnTo>
                        <a:cubicBezTo>
                          <a:pt x="173" y="0"/>
                          <a:pt x="173" y="0"/>
                          <a:pt x="175" y="1"/>
                        </a:cubicBezTo>
                        <a:cubicBezTo>
                          <a:pt x="176" y="1"/>
                          <a:pt x="177" y="3"/>
                          <a:pt x="178" y="4"/>
                        </a:cubicBezTo>
                        <a:cubicBezTo>
                          <a:pt x="178" y="4"/>
                          <a:pt x="178" y="5"/>
                          <a:pt x="179" y="5"/>
                        </a:cubicBezTo>
                        <a:lnTo>
                          <a:pt x="202" y="70"/>
                        </a:lnTo>
                        <a:lnTo>
                          <a:pt x="202" y="70"/>
                        </a:lnTo>
                        <a:cubicBezTo>
                          <a:pt x="232" y="75"/>
                          <a:pt x="260" y="85"/>
                          <a:pt x="285" y="100"/>
                        </a:cubicBezTo>
                        <a:cubicBezTo>
                          <a:pt x="294" y="105"/>
                          <a:pt x="303" y="111"/>
                          <a:pt x="312" y="118"/>
                        </a:cubicBezTo>
                        <a:lnTo>
                          <a:pt x="312" y="118"/>
                        </a:lnTo>
                        <a:cubicBezTo>
                          <a:pt x="336" y="136"/>
                          <a:pt x="357" y="159"/>
                          <a:pt x="372" y="186"/>
                        </a:cubicBezTo>
                        <a:cubicBezTo>
                          <a:pt x="379" y="198"/>
                          <a:pt x="385" y="211"/>
                          <a:pt x="390" y="225"/>
                        </a:cubicBezTo>
                        <a:lnTo>
                          <a:pt x="391" y="229"/>
                        </a:lnTo>
                        <a:lnTo>
                          <a:pt x="391" y="229"/>
                        </a:lnTo>
                        <a:cubicBezTo>
                          <a:pt x="392" y="229"/>
                          <a:pt x="392" y="230"/>
                          <a:pt x="392" y="231"/>
                        </a:cubicBezTo>
                        <a:cubicBezTo>
                          <a:pt x="392" y="232"/>
                          <a:pt x="392" y="232"/>
                          <a:pt x="391" y="233"/>
                        </a:cubicBezTo>
                        <a:lnTo>
                          <a:pt x="388" y="244"/>
                        </a:lnTo>
                        <a:lnTo>
                          <a:pt x="388" y="244"/>
                        </a:lnTo>
                        <a:cubicBezTo>
                          <a:pt x="388" y="245"/>
                          <a:pt x="387" y="244"/>
                          <a:pt x="387" y="246"/>
                        </a:cubicBezTo>
                        <a:cubicBezTo>
                          <a:pt x="386" y="246"/>
                          <a:pt x="386" y="247"/>
                          <a:pt x="385" y="248"/>
                        </a:cubicBezTo>
                        <a:cubicBezTo>
                          <a:pt x="383" y="248"/>
                          <a:pt x="382" y="249"/>
                          <a:pt x="381" y="249"/>
                        </a:cubicBezTo>
                        <a:lnTo>
                          <a:pt x="258" y="249"/>
                        </a:lnTo>
                        <a:lnTo>
                          <a:pt x="258" y="249"/>
                        </a:lnTo>
                        <a:lnTo>
                          <a:pt x="258" y="249"/>
                        </a:lnTo>
                        <a:cubicBezTo>
                          <a:pt x="257" y="249"/>
                          <a:pt x="255" y="248"/>
                          <a:pt x="254" y="248"/>
                        </a:cubicBezTo>
                        <a:cubicBezTo>
                          <a:pt x="252" y="247"/>
                          <a:pt x="252" y="247"/>
                          <a:pt x="252" y="246"/>
                        </a:cubicBezTo>
                        <a:cubicBezTo>
                          <a:pt x="252" y="245"/>
                          <a:pt x="251" y="245"/>
                          <a:pt x="251" y="244"/>
                        </a:cubicBezTo>
                        <a:lnTo>
                          <a:pt x="246" y="231"/>
                        </a:lnTo>
                        <a:cubicBezTo>
                          <a:pt x="239" y="212"/>
                          <a:pt x="229" y="197"/>
                          <a:pt x="217" y="187"/>
                        </a:cubicBezTo>
                        <a:lnTo>
                          <a:pt x="217" y="187"/>
                        </a:lnTo>
                        <a:cubicBezTo>
                          <a:pt x="215" y="185"/>
                          <a:pt x="212" y="182"/>
                          <a:pt x="209" y="181"/>
                        </a:cubicBezTo>
                        <a:cubicBezTo>
                          <a:pt x="201" y="176"/>
                          <a:pt x="192" y="174"/>
                          <a:pt x="183" y="174"/>
                        </a:cubicBezTo>
                        <a:lnTo>
                          <a:pt x="182" y="174"/>
                        </a:lnTo>
                        <a:cubicBezTo>
                          <a:pt x="170" y="174"/>
                          <a:pt x="162" y="177"/>
                          <a:pt x="159" y="181"/>
                        </a:cubicBezTo>
                        <a:cubicBezTo>
                          <a:pt x="155" y="187"/>
                          <a:pt x="156" y="195"/>
                          <a:pt x="160" y="206"/>
                        </a:cubicBezTo>
                        <a:lnTo>
                          <a:pt x="160" y="206"/>
                        </a:lnTo>
                        <a:cubicBezTo>
                          <a:pt x="161" y="210"/>
                          <a:pt x="162" y="213"/>
                          <a:pt x="164" y="216"/>
                        </a:cubicBezTo>
                        <a:cubicBezTo>
                          <a:pt x="168" y="222"/>
                          <a:pt x="173" y="228"/>
                          <a:pt x="180" y="233"/>
                        </a:cubicBezTo>
                        <a:cubicBezTo>
                          <a:pt x="186" y="237"/>
                          <a:pt x="202" y="246"/>
                          <a:pt x="239" y="257"/>
                        </a:cubicBezTo>
                        <a:cubicBezTo>
                          <a:pt x="299" y="276"/>
                          <a:pt x="347" y="296"/>
                          <a:pt x="381" y="317"/>
                        </a:cubicBezTo>
                        <a:lnTo>
                          <a:pt x="381" y="317"/>
                        </a:lnTo>
                        <a:cubicBezTo>
                          <a:pt x="409" y="334"/>
                          <a:pt x="430" y="357"/>
                          <a:pt x="447" y="385"/>
                        </a:cubicBezTo>
                        <a:cubicBezTo>
                          <a:pt x="452" y="394"/>
                          <a:pt x="457" y="405"/>
                          <a:pt x="461" y="415"/>
                        </a:cubicBezTo>
                        <a:cubicBezTo>
                          <a:pt x="476" y="456"/>
                          <a:pt x="473" y="490"/>
                          <a:pt x="453" y="516"/>
                        </a:cubicBezTo>
                        <a:cubicBezTo>
                          <a:pt x="436" y="537"/>
                          <a:pt x="409" y="551"/>
                          <a:pt x="374" y="557"/>
                        </a:cubicBezTo>
                        <a:lnTo>
                          <a:pt x="394" y="611"/>
                        </a:lnTo>
                        <a:lnTo>
                          <a:pt x="394" y="611"/>
                        </a:lnTo>
                        <a:cubicBezTo>
                          <a:pt x="394" y="611"/>
                          <a:pt x="395" y="612"/>
                          <a:pt x="395" y="613"/>
                        </a:cubicBezTo>
                        <a:cubicBezTo>
                          <a:pt x="395" y="614"/>
                          <a:pt x="394" y="615"/>
                          <a:pt x="394" y="617"/>
                        </a:cubicBezTo>
                        <a:cubicBezTo>
                          <a:pt x="393" y="618"/>
                          <a:pt x="392" y="619"/>
                          <a:pt x="391" y="620"/>
                        </a:cubicBezTo>
                        <a:cubicBezTo>
                          <a:pt x="390" y="620"/>
                          <a:pt x="389" y="621"/>
                          <a:pt x="387" y="621"/>
                        </a:cubicBezTo>
                        <a:lnTo>
                          <a:pt x="387" y="621"/>
                        </a:lnTo>
                        <a:lnTo>
                          <a:pt x="388" y="621"/>
                        </a:lnTo>
                        <a:moveTo>
                          <a:pt x="307" y="606"/>
                        </a:moveTo>
                        <a:lnTo>
                          <a:pt x="377" y="606"/>
                        </a:lnTo>
                        <a:lnTo>
                          <a:pt x="358" y="554"/>
                        </a:lnTo>
                        <a:lnTo>
                          <a:pt x="358" y="554"/>
                        </a:lnTo>
                        <a:cubicBezTo>
                          <a:pt x="358" y="553"/>
                          <a:pt x="358" y="552"/>
                          <a:pt x="358" y="551"/>
                        </a:cubicBezTo>
                        <a:cubicBezTo>
                          <a:pt x="358" y="550"/>
                          <a:pt x="358" y="549"/>
                          <a:pt x="359" y="548"/>
                        </a:cubicBezTo>
                        <a:cubicBezTo>
                          <a:pt x="359" y="546"/>
                          <a:pt x="360" y="546"/>
                          <a:pt x="361" y="545"/>
                        </a:cubicBezTo>
                        <a:cubicBezTo>
                          <a:pt x="362" y="544"/>
                          <a:pt x="363" y="544"/>
                          <a:pt x="364" y="544"/>
                        </a:cubicBezTo>
                        <a:cubicBezTo>
                          <a:pt x="400" y="539"/>
                          <a:pt x="426" y="526"/>
                          <a:pt x="442" y="507"/>
                        </a:cubicBezTo>
                        <a:cubicBezTo>
                          <a:pt x="459" y="485"/>
                          <a:pt x="461" y="456"/>
                          <a:pt x="448" y="420"/>
                        </a:cubicBezTo>
                        <a:lnTo>
                          <a:pt x="448" y="420"/>
                        </a:lnTo>
                        <a:cubicBezTo>
                          <a:pt x="444" y="410"/>
                          <a:pt x="440" y="400"/>
                          <a:pt x="435" y="392"/>
                        </a:cubicBezTo>
                        <a:cubicBezTo>
                          <a:pt x="420" y="366"/>
                          <a:pt x="399" y="345"/>
                          <a:pt x="374" y="330"/>
                        </a:cubicBezTo>
                        <a:cubicBezTo>
                          <a:pt x="341" y="309"/>
                          <a:pt x="294" y="289"/>
                          <a:pt x="235" y="271"/>
                        </a:cubicBezTo>
                        <a:cubicBezTo>
                          <a:pt x="198" y="260"/>
                          <a:pt x="180" y="251"/>
                          <a:pt x="172" y="245"/>
                        </a:cubicBezTo>
                        <a:lnTo>
                          <a:pt x="172" y="245"/>
                        </a:lnTo>
                        <a:cubicBezTo>
                          <a:pt x="163" y="239"/>
                          <a:pt x="157" y="230"/>
                          <a:pt x="152" y="223"/>
                        </a:cubicBezTo>
                        <a:cubicBezTo>
                          <a:pt x="149" y="218"/>
                          <a:pt x="148" y="215"/>
                          <a:pt x="146" y="211"/>
                        </a:cubicBezTo>
                        <a:cubicBezTo>
                          <a:pt x="141" y="196"/>
                          <a:pt x="141" y="183"/>
                          <a:pt x="147" y="174"/>
                        </a:cubicBezTo>
                        <a:cubicBezTo>
                          <a:pt x="152" y="164"/>
                          <a:pt x="164" y="160"/>
                          <a:pt x="183" y="160"/>
                        </a:cubicBezTo>
                        <a:lnTo>
                          <a:pt x="183" y="160"/>
                        </a:lnTo>
                        <a:lnTo>
                          <a:pt x="183" y="160"/>
                        </a:lnTo>
                        <a:cubicBezTo>
                          <a:pt x="195" y="160"/>
                          <a:pt x="207" y="163"/>
                          <a:pt x="217" y="169"/>
                        </a:cubicBezTo>
                        <a:cubicBezTo>
                          <a:pt x="221" y="171"/>
                          <a:pt x="224" y="173"/>
                          <a:pt x="227" y="175"/>
                        </a:cubicBezTo>
                        <a:cubicBezTo>
                          <a:pt x="241" y="187"/>
                          <a:pt x="252" y="204"/>
                          <a:pt x="261" y="226"/>
                        </a:cubicBezTo>
                        <a:lnTo>
                          <a:pt x="264" y="235"/>
                        </a:lnTo>
                        <a:lnTo>
                          <a:pt x="376" y="235"/>
                        </a:lnTo>
                        <a:lnTo>
                          <a:pt x="377" y="231"/>
                        </a:lnTo>
                        <a:lnTo>
                          <a:pt x="377" y="230"/>
                        </a:lnTo>
                        <a:lnTo>
                          <a:pt x="377" y="230"/>
                        </a:lnTo>
                        <a:cubicBezTo>
                          <a:pt x="372" y="217"/>
                          <a:pt x="367" y="204"/>
                          <a:pt x="360" y="193"/>
                        </a:cubicBezTo>
                        <a:cubicBezTo>
                          <a:pt x="345" y="167"/>
                          <a:pt x="326" y="147"/>
                          <a:pt x="303" y="129"/>
                        </a:cubicBezTo>
                        <a:lnTo>
                          <a:pt x="303" y="129"/>
                        </a:lnTo>
                        <a:cubicBezTo>
                          <a:pt x="295" y="123"/>
                          <a:pt x="287" y="118"/>
                          <a:pt x="278" y="113"/>
                        </a:cubicBezTo>
                        <a:cubicBezTo>
                          <a:pt x="253" y="98"/>
                          <a:pt x="225" y="88"/>
                          <a:pt x="196" y="83"/>
                        </a:cubicBezTo>
                        <a:lnTo>
                          <a:pt x="196" y="83"/>
                        </a:lnTo>
                        <a:cubicBezTo>
                          <a:pt x="195" y="83"/>
                          <a:pt x="194" y="83"/>
                          <a:pt x="194" y="83"/>
                        </a:cubicBezTo>
                        <a:cubicBezTo>
                          <a:pt x="193" y="82"/>
                          <a:pt x="192" y="81"/>
                          <a:pt x="191" y="80"/>
                        </a:cubicBezTo>
                        <a:lnTo>
                          <a:pt x="191" y="79"/>
                        </a:lnTo>
                        <a:lnTo>
                          <a:pt x="167" y="15"/>
                        </a:lnTo>
                        <a:lnTo>
                          <a:pt x="97" y="15"/>
                        </a:lnTo>
                        <a:lnTo>
                          <a:pt x="118" y="72"/>
                        </a:lnTo>
                        <a:lnTo>
                          <a:pt x="118" y="72"/>
                        </a:lnTo>
                        <a:cubicBezTo>
                          <a:pt x="119" y="73"/>
                          <a:pt x="119" y="74"/>
                          <a:pt x="119" y="75"/>
                        </a:cubicBezTo>
                        <a:cubicBezTo>
                          <a:pt x="119" y="76"/>
                          <a:pt x="119" y="76"/>
                          <a:pt x="118" y="78"/>
                        </a:cubicBezTo>
                        <a:cubicBezTo>
                          <a:pt x="117" y="79"/>
                          <a:pt x="116" y="80"/>
                          <a:pt x="115" y="81"/>
                        </a:cubicBezTo>
                        <a:cubicBezTo>
                          <a:pt x="114" y="82"/>
                          <a:pt x="113" y="82"/>
                          <a:pt x="112" y="82"/>
                        </a:cubicBezTo>
                        <a:cubicBezTo>
                          <a:pt x="77" y="87"/>
                          <a:pt x="51" y="100"/>
                          <a:pt x="35" y="120"/>
                        </a:cubicBezTo>
                        <a:cubicBezTo>
                          <a:pt x="18" y="142"/>
                          <a:pt x="16" y="171"/>
                          <a:pt x="29" y="206"/>
                        </a:cubicBezTo>
                        <a:lnTo>
                          <a:pt x="29" y="206"/>
                        </a:lnTo>
                        <a:cubicBezTo>
                          <a:pt x="32" y="216"/>
                          <a:pt x="37" y="226"/>
                          <a:pt x="42" y="235"/>
                        </a:cubicBezTo>
                        <a:cubicBezTo>
                          <a:pt x="57" y="261"/>
                          <a:pt x="78" y="282"/>
                          <a:pt x="103" y="298"/>
                        </a:cubicBezTo>
                        <a:cubicBezTo>
                          <a:pt x="136" y="319"/>
                          <a:pt x="183" y="338"/>
                          <a:pt x="242" y="354"/>
                        </a:cubicBezTo>
                        <a:cubicBezTo>
                          <a:pt x="270" y="363"/>
                          <a:pt x="290" y="372"/>
                          <a:pt x="303" y="381"/>
                        </a:cubicBezTo>
                        <a:lnTo>
                          <a:pt x="303" y="381"/>
                        </a:lnTo>
                        <a:cubicBezTo>
                          <a:pt x="312" y="387"/>
                          <a:pt x="318" y="395"/>
                          <a:pt x="324" y="404"/>
                        </a:cubicBezTo>
                        <a:cubicBezTo>
                          <a:pt x="326" y="408"/>
                          <a:pt x="329" y="412"/>
                          <a:pt x="330" y="416"/>
                        </a:cubicBezTo>
                        <a:cubicBezTo>
                          <a:pt x="336" y="431"/>
                          <a:pt x="335" y="444"/>
                          <a:pt x="328" y="454"/>
                        </a:cubicBezTo>
                        <a:cubicBezTo>
                          <a:pt x="320" y="463"/>
                          <a:pt x="307" y="467"/>
                          <a:pt x="288" y="467"/>
                        </a:cubicBezTo>
                        <a:lnTo>
                          <a:pt x="288" y="467"/>
                        </a:lnTo>
                        <a:cubicBezTo>
                          <a:pt x="287" y="467"/>
                          <a:pt x="287" y="467"/>
                          <a:pt x="287" y="467"/>
                        </a:cubicBezTo>
                        <a:cubicBezTo>
                          <a:pt x="270" y="467"/>
                          <a:pt x="253" y="463"/>
                          <a:pt x="238" y="454"/>
                        </a:cubicBezTo>
                        <a:cubicBezTo>
                          <a:pt x="237" y="453"/>
                          <a:pt x="235" y="453"/>
                          <a:pt x="234" y="452"/>
                        </a:cubicBezTo>
                        <a:cubicBezTo>
                          <a:pt x="218" y="442"/>
                          <a:pt x="206" y="424"/>
                          <a:pt x="196" y="399"/>
                        </a:cubicBezTo>
                        <a:lnTo>
                          <a:pt x="193" y="391"/>
                        </a:lnTo>
                        <a:lnTo>
                          <a:pt x="81" y="391"/>
                        </a:lnTo>
                        <a:lnTo>
                          <a:pt x="80" y="395"/>
                        </a:lnTo>
                        <a:lnTo>
                          <a:pt x="81" y="395"/>
                        </a:lnTo>
                        <a:cubicBezTo>
                          <a:pt x="97" y="442"/>
                          <a:pt x="125" y="478"/>
                          <a:pt x="164" y="503"/>
                        </a:cubicBezTo>
                        <a:lnTo>
                          <a:pt x="164" y="503"/>
                        </a:lnTo>
                        <a:cubicBezTo>
                          <a:pt x="167" y="505"/>
                          <a:pt x="170" y="506"/>
                          <a:pt x="173" y="508"/>
                        </a:cubicBezTo>
                        <a:cubicBezTo>
                          <a:pt x="206" y="526"/>
                          <a:pt x="242" y="540"/>
                          <a:pt x="280" y="544"/>
                        </a:cubicBezTo>
                        <a:lnTo>
                          <a:pt x="280" y="544"/>
                        </a:lnTo>
                        <a:cubicBezTo>
                          <a:pt x="281" y="544"/>
                          <a:pt x="282" y="544"/>
                          <a:pt x="283" y="545"/>
                        </a:cubicBezTo>
                        <a:cubicBezTo>
                          <a:pt x="284" y="545"/>
                          <a:pt x="285" y="547"/>
                          <a:pt x="286" y="548"/>
                        </a:cubicBezTo>
                        <a:lnTo>
                          <a:pt x="286" y="549"/>
                        </a:lnTo>
                        <a:lnTo>
                          <a:pt x="307" y="60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0" name="Google Shape;1710;p30"/>
                  <p:cNvSpPr/>
                  <p:nvPr/>
                </p:nvSpPr>
                <p:spPr>
                  <a:xfrm>
                    <a:off x="2582111" y="3160378"/>
                    <a:ext cx="366163" cy="296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" h="757" extrusionOk="0">
                        <a:moveTo>
                          <a:pt x="604" y="756"/>
                        </a:moveTo>
                        <a:cubicBezTo>
                          <a:pt x="367" y="756"/>
                          <a:pt x="111" y="588"/>
                          <a:pt x="35" y="381"/>
                        </a:cubicBezTo>
                        <a:cubicBezTo>
                          <a:pt x="0" y="285"/>
                          <a:pt x="8" y="193"/>
                          <a:pt x="57" y="122"/>
                        </a:cubicBezTo>
                        <a:cubicBezTo>
                          <a:pt x="111" y="44"/>
                          <a:pt x="211" y="0"/>
                          <a:pt x="331" y="0"/>
                        </a:cubicBezTo>
                        <a:cubicBezTo>
                          <a:pt x="569" y="0"/>
                          <a:pt x="824" y="169"/>
                          <a:pt x="900" y="376"/>
                        </a:cubicBezTo>
                        <a:cubicBezTo>
                          <a:pt x="935" y="472"/>
                          <a:pt x="927" y="564"/>
                          <a:pt x="878" y="635"/>
                        </a:cubicBezTo>
                        <a:cubicBezTo>
                          <a:pt x="824" y="711"/>
                          <a:pt x="724" y="756"/>
                          <a:pt x="604" y="756"/>
                        </a:cubicBezTo>
                        <a:moveTo>
                          <a:pt x="331" y="15"/>
                        </a:moveTo>
                        <a:cubicBezTo>
                          <a:pt x="216" y="15"/>
                          <a:pt x="120" y="57"/>
                          <a:pt x="69" y="130"/>
                        </a:cubicBezTo>
                        <a:cubicBezTo>
                          <a:pt x="23" y="197"/>
                          <a:pt x="15" y="284"/>
                          <a:pt x="49" y="376"/>
                        </a:cubicBezTo>
                        <a:cubicBezTo>
                          <a:pt x="123" y="578"/>
                          <a:pt x="372" y="741"/>
                          <a:pt x="604" y="741"/>
                        </a:cubicBezTo>
                        <a:cubicBezTo>
                          <a:pt x="719" y="741"/>
                          <a:pt x="814" y="700"/>
                          <a:pt x="866" y="626"/>
                        </a:cubicBezTo>
                        <a:cubicBezTo>
                          <a:pt x="912" y="560"/>
                          <a:pt x="920" y="472"/>
                          <a:pt x="886" y="381"/>
                        </a:cubicBezTo>
                        <a:cubicBezTo>
                          <a:pt x="812" y="179"/>
                          <a:pt x="563" y="15"/>
                          <a:pt x="331" y="1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1" name="Google Shape;1711;p30"/>
                  <p:cNvSpPr/>
                  <p:nvPr/>
                </p:nvSpPr>
                <p:spPr>
                  <a:xfrm>
                    <a:off x="2675608" y="3186980"/>
                    <a:ext cx="186602" cy="2433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622" extrusionOk="0">
                        <a:moveTo>
                          <a:pt x="388" y="621"/>
                        </a:moveTo>
                        <a:lnTo>
                          <a:pt x="302" y="621"/>
                        </a:lnTo>
                        <a:lnTo>
                          <a:pt x="302" y="621"/>
                        </a:lnTo>
                        <a:lnTo>
                          <a:pt x="302" y="621"/>
                        </a:lnTo>
                        <a:cubicBezTo>
                          <a:pt x="301" y="621"/>
                          <a:pt x="300" y="620"/>
                          <a:pt x="299" y="620"/>
                        </a:cubicBezTo>
                        <a:cubicBezTo>
                          <a:pt x="297" y="619"/>
                          <a:pt x="296" y="618"/>
                          <a:pt x="296" y="617"/>
                        </a:cubicBezTo>
                        <a:cubicBezTo>
                          <a:pt x="296" y="616"/>
                          <a:pt x="295" y="616"/>
                          <a:pt x="295" y="616"/>
                        </a:cubicBezTo>
                        <a:lnTo>
                          <a:pt x="274" y="558"/>
                        </a:lnTo>
                        <a:lnTo>
                          <a:pt x="274" y="558"/>
                        </a:lnTo>
                        <a:cubicBezTo>
                          <a:pt x="236" y="553"/>
                          <a:pt x="199" y="540"/>
                          <a:pt x="165" y="521"/>
                        </a:cubicBezTo>
                        <a:cubicBezTo>
                          <a:pt x="162" y="519"/>
                          <a:pt x="160" y="517"/>
                          <a:pt x="157" y="516"/>
                        </a:cubicBezTo>
                        <a:cubicBezTo>
                          <a:pt x="114" y="489"/>
                          <a:pt x="84" y="450"/>
                          <a:pt x="67" y="400"/>
                        </a:cubicBezTo>
                        <a:lnTo>
                          <a:pt x="66" y="398"/>
                        </a:lnTo>
                        <a:lnTo>
                          <a:pt x="66" y="398"/>
                        </a:lnTo>
                        <a:cubicBezTo>
                          <a:pt x="66" y="397"/>
                          <a:pt x="66" y="396"/>
                          <a:pt x="66" y="396"/>
                        </a:cubicBezTo>
                        <a:cubicBezTo>
                          <a:pt x="66" y="395"/>
                          <a:pt x="66" y="395"/>
                          <a:pt x="66" y="395"/>
                        </a:cubicBezTo>
                        <a:lnTo>
                          <a:pt x="67" y="383"/>
                        </a:lnTo>
                        <a:lnTo>
                          <a:pt x="67" y="383"/>
                        </a:lnTo>
                        <a:cubicBezTo>
                          <a:pt x="67" y="382"/>
                          <a:pt x="67" y="381"/>
                          <a:pt x="68" y="380"/>
                        </a:cubicBezTo>
                        <a:cubicBezTo>
                          <a:pt x="68" y="379"/>
                          <a:pt x="68" y="377"/>
                          <a:pt x="70" y="377"/>
                        </a:cubicBezTo>
                        <a:cubicBezTo>
                          <a:pt x="71" y="376"/>
                          <a:pt x="73" y="376"/>
                          <a:pt x="74" y="376"/>
                        </a:cubicBezTo>
                        <a:lnTo>
                          <a:pt x="198" y="376"/>
                        </a:lnTo>
                        <a:lnTo>
                          <a:pt x="198" y="376"/>
                        </a:lnTo>
                        <a:cubicBezTo>
                          <a:pt x="200" y="376"/>
                          <a:pt x="201" y="376"/>
                          <a:pt x="202" y="377"/>
                        </a:cubicBezTo>
                        <a:cubicBezTo>
                          <a:pt x="203" y="377"/>
                          <a:pt x="204" y="379"/>
                          <a:pt x="205" y="380"/>
                        </a:cubicBezTo>
                        <a:lnTo>
                          <a:pt x="205" y="381"/>
                        </a:lnTo>
                        <a:lnTo>
                          <a:pt x="210" y="394"/>
                        </a:lnTo>
                        <a:cubicBezTo>
                          <a:pt x="218" y="416"/>
                          <a:pt x="229" y="431"/>
                          <a:pt x="242" y="439"/>
                        </a:cubicBezTo>
                        <a:lnTo>
                          <a:pt x="242" y="439"/>
                        </a:lnTo>
                        <a:cubicBezTo>
                          <a:pt x="243" y="440"/>
                          <a:pt x="244" y="440"/>
                          <a:pt x="245" y="441"/>
                        </a:cubicBezTo>
                        <a:cubicBezTo>
                          <a:pt x="258" y="447"/>
                          <a:pt x="272" y="452"/>
                          <a:pt x="287" y="452"/>
                        </a:cubicBezTo>
                        <a:lnTo>
                          <a:pt x="288" y="452"/>
                        </a:lnTo>
                        <a:cubicBezTo>
                          <a:pt x="302" y="452"/>
                          <a:pt x="312" y="450"/>
                          <a:pt x="316" y="444"/>
                        </a:cubicBezTo>
                        <a:cubicBezTo>
                          <a:pt x="317" y="442"/>
                          <a:pt x="322" y="437"/>
                          <a:pt x="316" y="421"/>
                        </a:cubicBezTo>
                        <a:lnTo>
                          <a:pt x="316" y="421"/>
                        </a:lnTo>
                        <a:cubicBezTo>
                          <a:pt x="315" y="417"/>
                          <a:pt x="313" y="414"/>
                          <a:pt x="311" y="411"/>
                        </a:cubicBezTo>
                        <a:cubicBezTo>
                          <a:pt x="307" y="404"/>
                          <a:pt x="302" y="398"/>
                          <a:pt x="295" y="393"/>
                        </a:cubicBezTo>
                        <a:cubicBezTo>
                          <a:pt x="283" y="384"/>
                          <a:pt x="264" y="376"/>
                          <a:pt x="237" y="368"/>
                        </a:cubicBezTo>
                        <a:cubicBezTo>
                          <a:pt x="177" y="351"/>
                          <a:pt x="129" y="332"/>
                          <a:pt x="95" y="310"/>
                        </a:cubicBezTo>
                        <a:lnTo>
                          <a:pt x="95" y="310"/>
                        </a:lnTo>
                        <a:cubicBezTo>
                          <a:pt x="68" y="293"/>
                          <a:pt x="45" y="269"/>
                          <a:pt x="29" y="242"/>
                        </a:cubicBezTo>
                        <a:cubicBezTo>
                          <a:pt x="23" y="232"/>
                          <a:pt x="18" y="222"/>
                          <a:pt x="15" y="211"/>
                        </a:cubicBezTo>
                        <a:cubicBezTo>
                          <a:pt x="0" y="171"/>
                          <a:pt x="3" y="137"/>
                          <a:pt x="23" y="111"/>
                        </a:cubicBezTo>
                        <a:cubicBezTo>
                          <a:pt x="40" y="90"/>
                          <a:pt x="66" y="76"/>
                          <a:pt x="101" y="69"/>
                        </a:cubicBezTo>
                        <a:lnTo>
                          <a:pt x="79" y="10"/>
                        </a:lnTo>
                        <a:lnTo>
                          <a:pt x="79" y="10"/>
                        </a:lnTo>
                        <a:cubicBezTo>
                          <a:pt x="79" y="9"/>
                          <a:pt x="79" y="8"/>
                          <a:pt x="79" y="8"/>
                        </a:cubicBezTo>
                        <a:cubicBezTo>
                          <a:pt x="79" y="6"/>
                          <a:pt x="79" y="5"/>
                          <a:pt x="80" y="4"/>
                        </a:cubicBezTo>
                        <a:cubicBezTo>
                          <a:pt x="81" y="3"/>
                          <a:pt x="81" y="1"/>
                          <a:pt x="83" y="1"/>
                        </a:cubicBezTo>
                        <a:cubicBezTo>
                          <a:pt x="84" y="0"/>
                          <a:pt x="85" y="0"/>
                          <a:pt x="86" y="0"/>
                        </a:cubicBezTo>
                        <a:lnTo>
                          <a:pt x="172" y="0"/>
                        </a:lnTo>
                        <a:lnTo>
                          <a:pt x="172" y="0"/>
                        </a:lnTo>
                        <a:lnTo>
                          <a:pt x="172" y="0"/>
                        </a:lnTo>
                        <a:cubicBezTo>
                          <a:pt x="173" y="0"/>
                          <a:pt x="173" y="0"/>
                          <a:pt x="175" y="1"/>
                        </a:cubicBezTo>
                        <a:cubicBezTo>
                          <a:pt x="176" y="1"/>
                          <a:pt x="177" y="3"/>
                          <a:pt x="178" y="4"/>
                        </a:cubicBezTo>
                        <a:cubicBezTo>
                          <a:pt x="178" y="4"/>
                          <a:pt x="178" y="5"/>
                          <a:pt x="179" y="5"/>
                        </a:cubicBezTo>
                        <a:lnTo>
                          <a:pt x="202" y="70"/>
                        </a:lnTo>
                        <a:lnTo>
                          <a:pt x="202" y="70"/>
                        </a:lnTo>
                        <a:cubicBezTo>
                          <a:pt x="232" y="75"/>
                          <a:pt x="260" y="85"/>
                          <a:pt x="285" y="100"/>
                        </a:cubicBezTo>
                        <a:cubicBezTo>
                          <a:pt x="294" y="105"/>
                          <a:pt x="303" y="111"/>
                          <a:pt x="312" y="118"/>
                        </a:cubicBezTo>
                        <a:lnTo>
                          <a:pt x="312" y="118"/>
                        </a:lnTo>
                        <a:cubicBezTo>
                          <a:pt x="336" y="136"/>
                          <a:pt x="357" y="159"/>
                          <a:pt x="372" y="186"/>
                        </a:cubicBezTo>
                        <a:cubicBezTo>
                          <a:pt x="379" y="198"/>
                          <a:pt x="385" y="211"/>
                          <a:pt x="390" y="225"/>
                        </a:cubicBezTo>
                        <a:lnTo>
                          <a:pt x="391" y="229"/>
                        </a:lnTo>
                        <a:lnTo>
                          <a:pt x="391" y="229"/>
                        </a:lnTo>
                        <a:cubicBezTo>
                          <a:pt x="392" y="229"/>
                          <a:pt x="392" y="230"/>
                          <a:pt x="392" y="231"/>
                        </a:cubicBezTo>
                        <a:cubicBezTo>
                          <a:pt x="392" y="232"/>
                          <a:pt x="392" y="232"/>
                          <a:pt x="391" y="233"/>
                        </a:cubicBezTo>
                        <a:lnTo>
                          <a:pt x="388" y="244"/>
                        </a:lnTo>
                        <a:lnTo>
                          <a:pt x="388" y="244"/>
                        </a:lnTo>
                        <a:cubicBezTo>
                          <a:pt x="388" y="245"/>
                          <a:pt x="387" y="244"/>
                          <a:pt x="387" y="246"/>
                        </a:cubicBezTo>
                        <a:cubicBezTo>
                          <a:pt x="386" y="246"/>
                          <a:pt x="386" y="247"/>
                          <a:pt x="385" y="248"/>
                        </a:cubicBezTo>
                        <a:cubicBezTo>
                          <a:pt x="383" y="248"/>
                          <a:pt x="382" y="249"/>
                          <a:pt x="381" y="249"/>
                        </a:cubicBezTo>
                        <a:lnTo>
                          <a:pt x="258" y="249"/>
                        </a:lnTo>
                        <a:lnTo>
                          <a:pt x="258" y="249"/>
                        </a:lnTo>
                        <a:lnTo>
                          <a:pt x="258" y="249"/>
                        </a:lnTo>
                        <a:cubicBezTo>
                          <a:pt x="257" y="249"/>
                          <a:pt x="255" y="248"/>
                          <a:pt x="254" y="248"/>
                        </a:cubicBezTo>
                        <a:cubicBezTo>
                          <a:pt x="252" y="247"/>
                          <a:pt x="252" y="247"/>
                          <a:pt x="252" y="246"/>
                        </a:cubicBezTo>
                        <a:cubicBezTo>
                          <a:pt x="252" y="245"/>
                          <a:pt x="251" y="245"/>
                          <a:pt x="251" y="244"/>
                        </a:cubicBezTo>
                        <a:lnTo>
                          <a:pt x="246" y="231"/>
                        </a:lnTo>
                        <a:cubicBezTo>
                          <a:pt x="239" y="212"/>
                          <a:pt x="229" y="197"/>
                          <a:pt x="217" y="187"/>
                        </a:cubicBezTo>
                        <a:lnTo>
                          <a:pt x="217" y="187"/>
                        </a:lnTo>
                        <a:cubicBezTo>
                          <a:pt x="215" y="185"/>
                          <a:pt x="212" y="182"/>
                          <a:pt x="209" y="181"/>
                        </a:cubicBezTo>
                        <a:cubicBezTo>
                          <a:pt x="201" y="176"/>
                          <a:pt x="192" y="174"/>
                          <a:pt x="183" y="174"/>
                        </a:cubicBezTo>
                        <a:lnTo>
                          <a:pt x="182" y="174"/>
                        </a:lnTo>
                        <a:cubicBezTo>
                          <a:pt x="170" y="174"/>
                          <a:pt x="162" y="177"/>
                          <a:pt x="159" y="181"/>
                        </a:cubicBezTo>
                        <a:cubicBezTo>
                          <a:pt x="155" y="187"/>
                          <a:pt x="156" y="195"/>
                          <a:pt x="160" y="206"/>
                        </a:cubicBezTo>
                        <a:lnTo>
                          <a:pt x="160" y="206"/>
                        </a:lnTo>
                        <a:cubicBezTo>
                          <a:pt x="161" y="210"/>
                          <a:pt x="162" y="213"/>
                          <a:pt x="164" y="216"/>
                        </a:cubicBezTo>
                        <a:cubicBezTo>
                          <a:pt x="168" y="222"/>
                          <a:pt x="173" y="228"/>
                          <a:pt x="180" y="233"/>
                        </a:cubicBezTo>
                        <a:cubicBezTo>
                          <a:pt x="186" y="237"/>
                          <a:pt x="202" y="246"/>
                          <a:pt x="239" y="257"/>
                        </a:cubicBezTo>
                        <a:cubicBezTo>
                          <a:pt x="299" y="276"/>
                          <a:pt x="347" y="296"/>
                          <a:pt x="381" y="317"/>
                        </a:cubicBezTo>
                        <a:lnTo>
                          <a:pt x="381" y="317"/>
                        </a:lnTo>
                        <a:cubicBezTo>
                          <a:pt x="409" y="334"/>
                          <a:pt x="430" y="357"/>
                          <a:pt x="447" y="385"/>
                        </a:cubicBezTo>
                        <a:cubicBezTo>
                          <a:pt x="452" y="394"/>
                          <a:pt x="457" y="405"/>
                          <a:pt x="461" y="415"/>
                        </a:cubicBezTo>
                        <a:cubicBezTo>
                          <a:pt x="476" y="456"/>
                          <a:pt x="473" y="490"/>
                          <a:pt x="453" y="516"/>
                        </a:cubicBezTo>
                        <a:lnTo>
                          <a:pt x="453" y="516"/>
                        </a:lnTo>
                        <a:cubicBezTo>
                          <a:pt x="436" y="537"/>
                          <a:pt x="409" y="551"/>
                          <a:pt x="374" y="557"/>
                        </a:cubicBezTo>
                        <a:lnTo>
                          <a:pt x="394" y="611"/>
                        </a:lnTo>
                        <a:lnTo>
                          <a:pt x="394" y="611"/>
                        </a:lnTo>
                        <a:cubicBezTo>
                          <a:pt x="394" y="611"/>
                          <a:pt x="395" y="612"/>
                          <a:pt x="395" y="613"/>
                        </a:cubicBezTo>
                        <a:cubicBezTo>
                          <a:pt x="395" y="614"/>
                          <a:pt x="394" y="615"/>
                          <a:pt x="394" y="617"/>
                        </a:cubicBezTo>
                        <a:cubicBezTo>
                          <a:pt x="393" y="618"/>
                          <a:pt x="392" y="619"/>
                          <a:pt x="391" y="620"/>
                        </a:cubicBezTo>
                        <a:cubicBezTo>
                          <a:pt x="390" y="620"/>
                          <a:pt x="389" y="621"/>
                          <a:pt x="387" y="621"/>
                        </a:cubicBezTo>
                        <a:lnTo>
                          <a:pt x="387" y="621"/>
                        </a:lnTo>
                        <a:lnTo>
                          <a:pt x="388" y="621"/>
                        </a:lnTo>
                        <a:moveTo>
                          <a:pt x="307" y="606"/>
                        </a:moveTo>
                        <a:lnTo>
                          <a:pt x="377" y="606"/>
                        </a:lnTo>
                        <a:lnTo>
                          <a:pt x="358" y="554"/>
                        </a:lnTo>
                        <a:lnTo>
                          <a:pt x="358" y="554"/>
                        </a:lnTo>
                        <a:cubicBezTo>
                          <a:pt x="358" y="553"/>
                          <a:pt x="358" y="552"/>
                          <a:pt x="358" y="551"/>
                        </a:cubicBezTo>
                        <a:cubicBezTo>
                          <a:pt x="358" y="550"/>
                          <a:pt x="358" y="549"/>
                          <a:pt x="359" y="548"/>
                        </a:cubicBezTo>
                        <a:cubicBezTo>
                          <a:pt x="359" y="546"/>
                          <a:pt x="360" y="546"/>
                          <a:pt x="361" y="545"/>
                        </a:cubicBezTo>
                        <a:cubicBezTo>
                          <a:pt x="362" y="544"/>
                          <a:pt x="363" y="544"/>
                          <a:pt x="364" y="544"/>
                        </a:cubicBezTo>
                        <a:cubicBezTo>
                          <a:pt x="400" y="539"/>
                          <a:pt x="426" y="526"/>
                          <a:pt x="442" y="507"/>
                        </a:cubicBezTo>
                        <a:cubicBezTo>
                          <a:pt x="459" y="485"/>
                          <a:pt x="461" y="456"/>
                          <a:pt x="448" y="420"/>
                        </a:cubicBezTo>
                        <a:lnTo>
                          <a:pt x="448" y="420"/>
                        </a:lnTo>
                        <a:cubicBezTo>
                          <a:pt x="444" y="410"/>
                          <a:pt x="440" y="400"/>
                          <a:pt x="435" y="392"/>
                        </a:cubicBezTo>
                        <a:cubicBezTo>
                          <a:pt x="420" y="366"/>
                          <a:pt x="399" y="345"/>
                          <a:pt x="374" y="330"/>
                        </a:cubicBezTo>
                        <a:cubicBezTo>
                          <a:pt x="341" y="309"/>
                          <a:pt x="294" y="289"/>
                          <a:pt x="235" y="271"/>
                        </a:cubicBezTo>
                        <a:cubicBezTo>
                          <a:pt x="198" y="260"/>
                          <a:pt x="180" y="251"/>
                          <a:pt x="172" y="245"/>
                        </a:cubicBezTo>
                        <a:lnTo>
                          <a:pt x="172" y="245"/>
                        </a:lnTo>
                        <a:cubicBezTo>
                          <a:pt x="163" y="239"/>
                          <a:pt x="157" y="230"/>
                          <a:pt x="152" y="223"/>
                        </a:cubicBezTo>
                        <a:cubicBezTo>
                          <a:pt x="149" y="218"/>
                          <a:pt x="148" y="215"/>
                          <a:pt x="146" y="211"/>
                        </a:cubicBezTo>
                        <a:cubicBezTo>
                          <a:pt x="141" y="196"/>
                          <a:pt x="141" y="183"/>
                          <a:pt x="147" y="174"/>
                        </a:cubicBezTo>
                        <a:cubicBezTo>
                          <a:pt x="152" y="164"/>
                          <a:pt x="164" y="160"/>
                          <a:pt x="183" y="160"/>
                        </a:cubicBezTo>
                        <a:lnTo>
                          <a:pt x="183" y="160"/>
                        </a:lnTo>
                        <a:lnTo>
                          <a:pt x="183" y="160"/>
                        </a:lnTo>
                        <a:cubicBezTo>
                          <a:pt x="195" y="160"/>
                          <a:pt x="207" y="163"/>
                          <a:pt x="217" y="169"/>
                        </a:cubicBezTo>
                        <a:cubicBezTo>
                          <a:pt x="221" y="171"/>
                          <a:pt x="224" y="173"/>
                          <a:pt x="227" y="175"/>
                        </a:cubicBezTo>
                        <a:cubicBezTo>
                          <a:pt x="241" y="187"/>
                          <a:pt x="252" y="204"/>
                          <a:pt x="261" y="226"/>
                        </a:cubicBezTo>
                        <a:lnTo>
                          <a:pt x="264" y="235"/>
                        </a:lnTo>
                        <a:lnTo>
                          <a:pt x="376" y="235"/>
                        </a:lnTo>
                        <a:lnTo>
                          <a:pt x="377" y="231"/>
                        </a:lnTo>
                        <a:lnTo>
                          <a:pt x="377" y="230"/>
                        </a:lnTo>
                        <a:lnTo>
                          <a:pt x="377" y="230"/>
                        </a:lnTo>
                        <a:cubicBezTo>
                          <a:pt x="372" y="217"/>
                          <a:pt x="367" y="204"/>
                          <a:pt x="360" y="193"/>
                        </a:cubicBezTo>
                        <a:cubicBezTo>
                          <a:pt x="345" y="167"/>
                          <a:pt x="326" y="147"/>
                          <a:pt x="303" y="129"/>
                        </a:cubicBezTo>
                        <a:lnTo>
                          <a:pt x="303" y="129"/>
                        </a:lnTo>
                        <a:cubicBezTo>
                          <a:pt x="295" y="123"/>
                          <a:pt x="287" y="118"/>
                          <a:pt x="278" y="113"/>
                        </a:cubicBezTo>
                        <a:cubicBezTo>
                          <a:pt x="253" y="98"/>
                          <a:pt x="225" y="88"/>
                          <a:pt x="196" y="83"/>
                        </a:cubicBezTo>
                        <a:lnTo>
                          <a:pt x="196" y="83"/>
                        </a:lnTo>
                        <a:cubicBezTo>
                          <a:pt x="195" y="83"/>
                          <a:pt x="194" y="83"/>
                          <a:pt x="194" y="83"/>
                        </a:cubicBezTo>
                        <a:cubicBezTo>
                          <a:pt x="193" y="82"/>
                          <a:pt x="192" y="81"/>
                          <a:pt x="191" y="80"/>
                        </a:cubicBezTo>
                        <a:lnTo>
                          <a:pt x="191" y="79"/>
                        </a:lnTo>
                        <a:lnTo>
                          <a:pt x="167" y="15"/>
                        </a:lnTo>
                        <a:lnTo>
                          <a:pt x="97" y="15"/>
                        </a:lnTo>
                        <a:lnTo>
                          <a:pt x="118" y="72"/>
                        </a:lnTo>
                        <a:lnTo>
                          <a:pt x="118" y="72"/>
                        </a:lnTo>
                        <a:cubicBezTo>
                          <a:pt x="119" y="73"/>
                          <a:pt x="119" y="74"/>
                          <a:pt x="119" y="75"/>
                        </a:cubicBezTo>
                        <a:cubicBezTo>
                          <a:pt x="119" y="76"/>
                          <a:pt x="119" y="76"/>
                          <a:pt x="118" y="78"/>
                        </a:cubicBezTo>
                        <a:cubicBezTo>
                          <a:pt x="117" y="79"/>
                          <a:pt x="116" y="80"/>
                          <a:pt x="115" y="81"/>
                        </a:cubicBezTo>
                        <a:cubicBezTo>
                          <a:pt x="114" y="82"/>
                          <a:pt x="113" y="82"/>
                          <a:pt x="112" y="82"/>
                        </a:cubicBezTo>
                        <a:cubicBezTo>
                          <a:pt x="77" y="87"/>
                          <a:pt x="51" y="100"/>
                          <a:pt x="35" y="120"/>
                        </a:cubicBezTo>
                        <a:cubicBezTo>
                          <a:pt x="18" y="142"/>
                          <a:pt x="16" y="171"/>
                          <a:pt x="29" y="206"/>
                        </a:cubicBezTo>
                        <a:lnTo>
                          <a:pt x="29" y="206"/>
                        </a:lnTo>
                        <a:cubicBezTo>
                          <a:pt x="32" y="216"/>
                          <a:pt x="37" y="226"/>
                          <a:pt x="42" y="235"/>
                        </a:cubicBezTo>
                        <a:cubicBezTo>
                          <a:pt x="57" y="261"/>
                          <a:pt x="78" y="282"/>
                          <a:pt x="103" y="298"/>
                        </a:cubicBezTo>
                        <a:cubicBezTo>
                          <a:pt x="136" y="319"/>
                          <a:pt x="183" y="338"/>
                          <a:pt x="242" y="354"/>
                        </a:cubicBezTo>
                        <a:cubicBezTo>
                          <a:pt x="270" y="363"/>
                          <a:pt x="290" y="372"/>
                          <a:pt x="303" y="381"/>
                        </a:cubicBezTo>
                        <a:lnTo>
                          <a:pt x="303" y="381"/>
                        </a:lnTo>
                        <a:cubicBezTo>
                          <a:pt x="312" y="387"/>
                          <a:pt x="318" y="395"/>
                          <a:pt x="324" y="404"/>
                        </a:cubicBezTo>
                        <a:cubicBezTo>
                          <a:pt x="326" y="408"/>
                          <a:pt x="329" y="412"/>
                          <a:pt x="330" y="416"/>
                        </a:cubicBezTo>
                        <a:cubicBezTo>
                          <a:pt x="336" y="431"/>
                          <a:pt x="335" y="444"/>
                          <a:pt x="328" y="454"/>
                        </a:cubicBezTo>
                        <a:cubicBezTo>
                          <a:pt x="320" y="463"/>
                          <a:pt x="307" y="467"/>
                          <a:pt x="288" y="467"/>
                        </a:cubicBezTo>
                        <a:lnTo>
                          <a:pt x="288" y="467"/>
                        </a:lnTo>
                        <a:cubicBezTo>
                          <a:pt x="287" y="467"/>
                          <a:pt x="287" y="467"/>
                          <a:pt x="287" y="467"/>
                        </a:cubicBezTo>
                        <a:cubicBezTo>
                          <a:pt x="270" y="467"/>
                          <a:pt x="253" y="463"/>
                          <a:pt x="238" y="454"/>
                        </a:cubicBezTo>
                        <a:cubicBezTo>
                          <a:pt x="237" y="453"/>
                          <a:pt x="235" y="453"/>
                          <a:pt x="234" y="452"/>
                        </a:cubicBezTo>
                        <a:cubicBezTo>
                          <a:pt x="218" y="442"/>
                          <a:pt x="206" y="424"/>
                          <a:pt x="196" y="399"/>
                        </a:cubicBezTo>
                        <a:lnTo>
                          <a:pt x="193" y="391"/>
                        </a:lnTo>
                        <a:lnTo>
                          <a:pt x="81" y="391"/>
                        </a:lnTo>
                        <a:lnTo>
                          <a:pt x="80" y="395"/>
                        </a:lnTo>
                        <a:lnTo>
                          <a:pt x="81" y="395"/>
                        </a:lnTo>
                        <a:cubicBezTo>
                          <a:pt x="97" y="442"/>
                          <a:pt x="125" y="478"/>
                          <a:pt x="164" y="503"/>
                        </a:cubicBezTo>
                        <a:lnTo>
                          <a:pt x="164" y="503"/>
                        </a:lnTo>
                        <a:cubicBezTo>
                          <a:pt x="167" y="505"/>
                          <a:pt x="170" y="506"/>
                          <a:pt x="173" y="508"/>
                        </a:cubicBezTo>
                        <a:cubicBezTo>
                          <a:pt x="206" y="526"/>
                          <a:pt x="242" y="540"/>
                          <a:pt x="280" y="544"/>
                        </a:cubicBezTo>
                        <a:lnTo>
                          <a:pt x="280" y="544"/>
                        </a:lnTo>
                        <a:cubicBezTo>
                          <a:pt x="281" y="544"/>
                          <a:pt x="282" y="544"/>
                          <a:pt x="283" y="545"/>
                        </a:cubicBezTo>
                        <a:cubicBezTo>
                          <a:pt x="284" y="545"/>
                          <a:pt x="285" y="547"/>
                          <a:pt x="286" y="548"/>
                        </a:cubicBezTo>
                        <a:lnTo>
                          <a:pt x="286" y="549"/>
                        </a:lnTo>
                        <a:lnTo>
                          <a:pt x="307" y="606"/>
                        </a:lnTo>
                        <a:moveTo>
                          <a:pt x="447" y="512"/>
                        </a:moveTo>
                        <a:lnTo>
                          <a:pt x="447" y="51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2" name="Google Shape;1712;p30"/>
                  <p:cNvSpPr/>
                  <p:nvPr/>
                </p:nvSpPr>
                <p:spPr>
                  <a:xfrm>
                    <a:off x="2705339" y="3414269"/>
                    <a:ext cx="460051" cy="400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6" h="1023" extrusionOk="0">
                        <a:moveTo>
                          <a:pt x="1012" y="104"/>
                        </a:moveTo>
                        <a:cubicBezTo>
                          <a:pt x="1175" y="261"/>
                          <a:pt x="1117" y="571"/>
                          <a:pt x="883" y="796"/>
                        </a:cubicBezTo>
                        <a:cubicBezTo>
                          <a:pt x="767" y="907"/>
                          <a:pt x="629" y="976"/>
                          <a:pt x="500" y="999"/>
                        </a:cubicBezTo>
                        <a:cubicBezTo>
                          <a:pt x="368" y="1022"/>
                          <a:pt x="245" y="997"/>
                          <a:pt x="163" y="918"/>
                        </a:cubicBezTo>
                        <a:cubicBezTo>
                          <a:pt x="0" y="760"/>
                          <a:pt x="58" y="450"/>
                          <a:pt x="292" y="226"/>
                        </a:cubicBezTo>
                        <a:cubicBezTo>
                          <a:pt x="408" y="115"/>
                          <a:pt x="545" y="47"/>
                          <a:pt x="675" y="24"/>
                        </a:cubicBezTo>
                        <a:cubicBezTo>
                          <a:pt x="807" y="0"/>
                          <a:pt x="930" y="26"/>
                          <a:pt x="1012" y="104"/>
                        </a:cubicBezTo>
                        <a:moveTo>
                          <a:pt x="827" y="742"/>
                        </a:moveTo>
                        <a:cubicBezTo>
                          <a:pt x="924" y="649"/>
                          <a:pt x="983" y="539"/>
                          <a:pt x="1001" y="436"/>
                        </a:cubicBezTo>
                        <a:cubicBezTo>
                          <a:pt x="1019" y="336"/>
                          <a:pt x="997" y="243"/>
                          <a:pt x="932" y="181"/>
                        </a:cubicBezTo>
                        <a:cubicBezTo>
                          <a:pt x="865" y="116"/>
                          <a:pt x="765" y="96"/>
                          <a:pt x="658" y="115"/>
                        </a:cubicBezTo>
                        <a:cubicBezTo>
                          <a:pt x="553" y="133"/>
                          <a:pt x="442" y="189"/>
                          <a:pt x="348" y="279"/>
                        </a:cubicBezTo>
                        <a:cubicBezTo>
                          <a:pt x="251" y="372"/>
                          <a:pt x="192" y="482"/>
                          <a:pt x="174" y="585"/>
                        </a:cubicBezTo>
                        <a:cubicBezTo>
                          <a:pt x="156" y="685"/>
                          <a:pt x="178" y="778"/>
                          <a:pt x="243" y="840"/>
                        </a:cubicBezTo>
                        <a:cubicBezTo>
                          <a:pt x="310" y="905"/>
                          <a:pt x="410" y="925"/>
                          <a:pt x="517" y="906"/>
                        </a:cubicBezTo>
                        <a:cubicBezTo>
                          <a:pt x="622" y="888"/>
                          <a:pt x="733" y="832"/>
                          <a:pt x="827" y="742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3" name="Google Shape;1713;p30"/>
                  <p:cNvSpPr/>
                  <p:nvPr/>
                </p:nvSpPr>
                <p:spPr>
                  <a:xfrm>
                    <a:off x="2816831" y="3502289"/>
                    <a:ext cx="240979" cy="2276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6" h="582" extrusionOk="0">
                        <a:moveTo>
                          <a:pt x="566" y="0"/>
                        </a:moveTo>
                        <a:lnTo>
                          <a:pt x="615" y="46"/>
                        </a:lnTo>
                        <a:lnTo>
                          <a:pt x="551" y="107"/>
                        </a:lnTo>
                        <a:cubicBezTo>
                          <a:pt x="566" y="134"/>
                          <a:pt x="569" y="165"/>
                          <a:pt x="559" y="200"/>
                        </a:cubicBezTo>
                        <a:cubicBezTo>
                          <a:pt x="549" y="237"/>
                          <a:pt x="524" y="275"/>
                          <a:pt x="484" y="313"/>
                        </a:cubicBezTo>
                        <a:lnTo>
                          <a:pt x="481" y="316"/>
                        </a:lnTo>
                        <a:lnTo>
                          <a:pt x="467" y="321"/>
                        </a:lnTo>
                        <a:lnTo>
                          <a:pt x="397" y="255"/>
                        </a:lnTo>
                        <a:lnTo>
                          <a:pt x="410" y="243"/>
                        </a:lnTo>
                        <a:cubicBezTo>
                          <a:pt x="429" y="224"/>
                          <a:pt x="441" y="208"/>
                          <a:pt x="446" y="193"/>
                        </a:cubicBezTo>
                        <a:cubicBezTo>
                          <a:pt x="450" y="180"/>
                          <a:pt x="448" y="170"/>
                          <a:pt x="440" y="162"/>
                        </a:cubicBezTo>
                        <a:lnTo>
                          <a:pt x="440" y="162"/>
                        </a:lnTo>
                        <a:cubicBezTo>
                          <a:pt x="438" y="160"/>
                          <a:pt x="435" y="158"/>
                          <a:pt x="433" y="156"/>
                        </a:cubicBezTo>
                        <a:cubicBezTo>
                          <a:pt x="428" y="154"/>
                          <a:pt x="423" y="152"/>
                          <a:pt x="418" y="152"/>
                        </a:cubicBezTo>
                        <a:cubicBezTo>
                          <a:pt x="416" y="152"/>
                          <a:pt x="415" y="152"/>
                          <a:pt x="413" y="153"/>
                        </a:cubicBezTo>
                        <a:lnTo>
                          <a:pt x="411" y="153"/>
                        </a:lnTo>
                        <a:cubicBezTo>
                          <a:pt x="400" y="156"/>
                          <a:pt x="388" y="163"/>
                          <a:pt x="376" y="175"/>
                        </a:cubicBezTo>
                        <a:cubicBezTo>
                          <a:pt x="364" y="186"/>
                          <a:pt x="357" y="197"/>
                          <a:pt x="354" y="208"/>
                        </a:cubicBezTo>
                        <a:cubicBezTo>
                          <a:pt x="352" y="216"/>
                          <a:pt x="352" y="232"/>
                          <a:pt x="359" y="259"/>
                        </a:cubicBezTo>
                        <a:cubicBezTo>
                          <a:pt x="372" y="304"/>
                          <a:pt x="376" y="343"/>
                          <a:pt x="372" y="376"/>
                        </a:cubicBezTo>
                        <a:cubicBezTo>
                          <a:pt x="367" y="411"/>
                          <a:pt x="345" y="447"/>
                          <a:pt x="308" y="483"/>
                        </a:cubicBezTo>
                        <a:cubicBezTo>
                          <a:pt x="273" y="516"/>
                          <a:pt x="237" y="536"/>
                          <a:pt x="200" y="543"/>
                        </a:cubicBezTo>
                        <a:lnTo>
                          <a:pt x="197" y="543"/>
                        </a:lnTo>
                        <a:lnTo>
                          <a:pt x="197" y="543"/>
                        </a:lnTo>
                        <a:cubicBezTo>
                          <a:pt x="190" y="545"/>
                          <a:pt x="182" y="545"/>
                          <a:pt x="175" y="545"/>
                        </a:cubicBezTo>
                        <a:cubicBezTo>
                          <a:pt x="151" y="545"/>
                          <a:pt x="128" y="539"/>
                          <a:pt x="108" y="527"/>
                        </a:cubicBezTo>
                        <a:cubicBezTo>
                          <a:pt x="107" y="527"/>
                          <a:pt x="106" y="526"/>
                          <a:pt x="105" y="526"/>
                        </a:cubicBezTo>
                        <a:lnTo>
                          <a:pt x="48" y="581"/>
                        </a:lnTo>
                        <a:lnTo>
                          <a:pt x="0" y="534"/>
                        </a:lnTo>
                        <a:lnTo>
                          <a:pt x="57" y="479"/>
                        </a:lnTo>
                        <a:cubicBezTo>
                          <a:pt x="39" y="452"/>
                          <a:pt x="33" y="421"/>
                          <a:pt x="38" y="386"/>
                        </a:cubicBezTo>
                        <a:cubicBezTo>
                          <a:pt x="44" y="346"/>
                          <a:pt x="70" y="304"/>
                          <a:pt x="116" y="262"/>
                        </a:cubicBezTo>
                        <a:lnTo>
                          <a:pt x="118" y="260"/>
                        </a:lnTo>
                        <a:lnTo>
                          <a:pt x="132" y="252"/>
                        </a:lnTo>
                        <a:lnTo>
                          <a:pt x="202" y="320"/>
                        </a:lnTo>
                        <a:lnTo>
                          <a:pt x="190" y="331"/>
                        </a:lnTo>
                        <a:cubicBezTo>
                          <a:pt x="168" y="352"/>
                          <a:pt x="156" y="370"/>
                          <a:pt x="154" y="384"/>
                        </a:cubicBezTo>
                        <a:lnTo>
                          <a:pt x="154" y="384"/>
                        </a:lnTo>
                        <a:cubicBezTo>
                          <a:pt x="154" y="387"/>
                          <a:pt x="153" y="389"/>
                          <a:pt x="153" y="392"/>
                        </a:cubicBezTo>
                        <a:cubicBezTo>
                          <a:pt x="153" y="399"/>
                          <a:pt x="155" y="406"/>
                          <a:pt x="159" y="412"/>
                        </a:cubicBezTo>
                        <a:cubicBezTo>
                          <a:pt x="161" y="415"/>
                          <a:pt x="163" y="418"/>
                          <a:pt x="166" y="421"/>
                        </a:cubicBezTo>
                        <a:lnTo>
                          <a:pt x="166" y="421"/>
                        </a:lnTo>
                        <a:cubicBezTo>
                          <a:pt x="168" y="423"/>
                          <a:pt x="171" y="427"/>
                          <a:pt x="174" y="428"/>
                        </a:cubicBezTo>
                        <a:cubicBezTo>
                          <a:pt x="180" y="432"/>
                          <a:pt x="186" y="432"/>
                          <a:pt x="192" y="432"/>
                        </a:cubicBezTo>
                        <a:cubicBezTo>
                          <a:pt x="194" y="432"/>
                          <a:pt x="196" y="432"/>
                          <a:pt x="198" y="432"/>
                        </a:cubicBezTo>
                        <a:cubicBezTo>
                          <a:pt x="209" y="430"/>
                          <a:pt x="221" y="423"/>
                          <a:pt x="233" y="411"/>
                        </a:cubicBezTo>
                        <a:cubicBezTo>
                          <a:pt x="245" y="400"/>
                          <a:pt x="253" y="388"/>
                          <a:pt x="255" y="377"/>
                        </a:cubicBezTo>
                        <a:cubicBezTo>
                          <a:pt x="258" y="364"/>
                          <a:pt x="257" y="347"/>
                          <a:pt x="251" y="327"/>
                        </a:cubicBezTo>
                        <a:cubicBezTo>
                          <a:pt x="237" y="283"/>
                          <a:pt x="232" y="244"/>
                          <a:pt x="237" y="211"/>
                        </a:cubicBezTo>
                        <a:cubicBezTo>
                          <a:pt x="242" y="175"/>
                          <a:pt x="264" y="139"/>
                          <a:pt x="302" y="103"/>
                        </a:cubicBezTo>
                        <a:cubicBezTo>
                          <a:pt x="336" y="70"/>
                          <a:pt x="373" y="50"/>
                          <a:pt x="411" y="43"/>
                        </a:cubicBezTo>
                        <a:cubicBezTo>
                          <a:pt x="446" y="37"/>
                          <a:pt x="477" y="43"/>
                          <a:pt x="504" y="59"/>
                        </a:cubicBezTo>
                        <a:lnTo>
                          <a:pt x="56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4" name="Google Shape;1714;p30"/>
                  <p:cNvSpPr/>
                  <p:nvPr/>
                </p:nvSpPr>
                <p:spPr>
                  <a:xfrm>
                    <a:off x="2766367" y="3451824"/>
                    <a:ext cx="337997" cy="3246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4" h="830" extrusionOk="0">
                        <a:moveTo>
                          <a:pt x="776" y="85"/>
                        </a:moveTo>
                        <a:cubicBezTo>
                          <a:pt x="841" y="148"/>
                          <a:pt x="863" y="240"/>
                          <a:pt x="845" y="340"/>
                        </a:cubicBezTo>
                        <a:cubicBezTo>
                          <a:pt x="827" y="443"/>
                          <a:pt x="768" y="554"/>
                          <a:pt x="671" y="646"/>
                        </a:cubicBezTo>
                        <a:cubicBezTo>
                          <a:pt x="577" y="736"/>
                          <a:pt x="466" y="792"/>
                          <a:pt x="361" y="811"/>
                        </a:cubicBezTo>
                        <a:cubicBezTo>
                          <a:pt x="254" y="829"/>
                          <a:pt x="154" y="809"/>
                          <a:pt x="87" y="744"/>
                        </a:cubicBezTo>
                        <a:cubicBezTo>
                          <a:pt x="22" y="682"/>
                          <a:pt x="0" y="589"/>
                          <a:pt x="18" y="489"/>
                        </a:cubicBezTo>
                        <a:cubicBezTo>
                          <a:pt x="36" y="386"/>
                          <a:pt x="95" y="276"/>
                          <a:pt x="192" y="184"/>
                        </a:cubicBezTo>
                        <a:cubicBezTo>
                          <a:pt x="286" y="94"/>
                          <a:pt x="397" y="37"/>
                          <a:pt x="502" y="19"/>
                        </a:cubicBezTo>
                        <a:cubicBezTo>
                          <a:pt x="609" y="0"/>
                          <a:pt x="709" y="21"/>
                          <a:pt x="776" y="85"/>
                        </a:cubicBezTo>
                        <a:moveTo>
                          <a:pt x="688" y="329"/>
                        </a:moveTo>
                        <a:cubicBezTo>
                          <a:pt x="698" y="295"/>
                          <a:pt x="695" y="263"/>
                          <a:pt x="680" y="236"/>
                        </a:cubicBezTo>
                        <a:lnTo>
                          <a:pt x="743" y="175"/>
                        </a:lnTo>
                        <a:lnTo>
                          <a:pt x="695" y="129"/>
                        </a:lnTo>
                        <a:lnTo>
                          <a:pt x="633" y="188"/>
                        </a:lnTo>
                        <a:lnTo>
                          <a:pt x="633" y="188"/>
                        </a:lnTo>
                        <a:cubicBezTo>
                          <a:pt x="632" y="188"/>
                          <a:pt x="632" y="188"/>
                          <a:pt x="631" y="187"/>
                        </a:cubicBezTo>
                        <a:cubicBezTo>
                          <a:pt x="611" y="176"/>
                          <a:pt x="589" y="170"/>
                          <a:pt x="565" y="170"/>
                        </a:cubicBezTo>
                        <a:cubicBezTo>
                          <a:pt x="557" y="170"/>
                          <a:pt x="549" y="171"/>
                          <a:pt x="541" y="172"/>
                        </a:cubicBezTo>
                        <a:cubicBezTo>
                          <a:pt x="502" y="179"/>
                          <a:pt x="465" y="199"/>
                          <a:pt x="430" y="232"/>
                        </a:cubicBezTo>
                        <a:cubicBezTo>
                          <a:pt x="393" y="268"/>
                          <a:pt x="371" y="304"/>
                          <a:pt x="366" y="340"/>
                        </a:cubicBezTo>
                        <a:cubicBezTo>
                          <a:pt x="361" y="373"/>
                          <a:pt x="366" y="412"/>
                          <a:pt x="380" y="456"/>
                        </a:cubicBezTo>
                        <a:cubicBezTo>
                          <a:pt x="386" y="476"/>
                          <a:pt x="387" y="493"/>
                          <a:pt x="384" y="506"/>
                        </a:cubicBezTo>
                        <a:cubicBezTo>
                          <a:pt x="381" y="517"/>
                          <a:pt x="374" y="529"/>
                          <a:pt x="362" y="540"/>
                        </a:cubicBezTo>
                        <a:cubicBezTo>
                          <a:pt x="350" y="552"/>
                          <a:pt x="338" y="559"/>
                          <a:pt x="327" y="561"/>
                        </a:cubicBezTo>
                        <a:lnTo>
                          <a:pt x="327" y="561"/>
                        </a:lnTo>
                        <a:cubicBezTo>
                          <a:pt x="325" y="561"/>
                          <a:pt x="323" y="561"/>
                          <a:pt x="321" y="561"/>
                        </a:cubicBezTo>
                        <a:cubicBezTo>
                          <a:pt x="315" y="561"/>
                          <a:pt x="308" y="560"/>
                          <a:pt x="303" y="556"/>
                        </a:cubicBezTo>
                        <a:cubicBezTo>
                          <a:pt x="300" y="555"/>
                          <a:pt x="297" y="552"/>
                          <a:pt x="295" y="550"/>
                        </a:cubicBezTo>
                        <a:lnTo>
                          <a:pt x="295" y="550"/>
                        </a:lnTo>
                        <a:cubicBezTo>
                          <a:pt x="292" y="547"/>
                          <a:pt x="288" y="545"/>
                          <a:pt x="287" y="541"/>
                        </a:cubicBezTo>
                        <a:cubicBezTo>
                          <a:pt x="283" y="536"/>
                          <a:pt x="282" y="528"/>
                          <a:pt x="282" y="521"/>
                        </a:cubicBezTo>
                        <a:cubicBezTo>
                          <a:pt x="282" y="518"/>
                          <a:pt x="282" y="516"/>
                          <a:pt x="283" y="513"/>
                        </a:cubicBezTo>
                        <a:cubicBezTo>
                          <a:pt x="285" y="499"/>
                          <a:pt x="297" y="481"/>
                          <a:pt x="319" y="460"/>
                        </a:cubicBezTo>
                        <a:lnTo>
                          <a:pt x="331" y="449"/>
                        </a:lnTo>
                        <a:lnTo>
                          <a:pt x="261" y="381"/>
                        </a:lnTo>
                        <a:lnTo>
                          <a:pt x="247" y="389"/>
                        </a:lnTo>
                        <a:lnTo>
                          <a:pt x="244" y="391"/>
                        </a:lnTo>
                        <a:cubicBezTo>
                          <a:pt x="199" y="433"/>
                          <a:pt x="173" y="475"/>
                          <a:pt x="167" y="515"/>
                        </a:cubicBezTo>
                        <a:cubicBezTo>
                          <a:pt x="162" y="550"/>
                          <a:pt x="168" y="581"/>
                          <a:pt x="186" y="608"/>
                        </a:cubicBezTo>
                        <a:lnTo>
                          <a:pt x="129" y="663"/>
                        </a:lnTo>
                        <a:lnTo>
                          <a:pt x="177" y="710"/>
                        </a:lnTo>
                        <a:lnTo>
                          <a:pt x="234" y="655"/>
                        </a:lnTo>
                        <a:lnTo>
                          <a:pt x="234" y="655"/>
                        </a:lnTo>
                        <a:cubicBezTo>
                          <a:pt x="235" y="655"/>
                          <a:pt x="236" y="656"/>
                          <a:pt x="237" y="656"/>
                        </a:cubicBezTo>
                        <a:cubicBezTo>
                          <a:pt x="257" y="668"/>
                          <a:pt x="280" y="674"/>
                          <a:pt x="303" y="674"/>
                        </a:cubicBezTo>
                        <a:cubicBezTo>
                          <a:pt x="311" y="674"/>
                          <a:pt x="318" y="673"/>
                          <a:pt x="326" y="672"/>
                        </a:cubicBezTo>
                        <a:lnTo>
                          <a:pt x="329" y="672"/>
                        </a:lnTo>
                        <a:cubicBezTo>
                          <a:pt x="366" y="665"/>
                          <a:pt x="402" y="645"/>
                          <a:pt x="437" y="612"/>
                        </a:cubicBezTo>
                        <a:cubicBezTo>
                          <a:pt x="474" y="576"/>
                          <a:pt x="495" y="540"/>
                          <a:pt x="500" y="505"/>
                        </a:cubicBezTo>
                        <a:cubicBezTo>
                          <a:pt x="505" y="472"/>
                          <a:pt x="501" y="433"/>
                          <a:pt x="488" y="388"/>
                        </a:cubicBezTo>
                        <a:cubicBezTo>
                          <a:pt x="481" y="361"/>
                          <a:pt x="481" y="345"/>
                          <a:pt x="483" y="337"/>
                        </a:cubicBezTo>
                        <a:cubicBezTo>
                          <a:pt x="486" y="326"/>
                          <a:pt x="492" y="315"/>
                          <a:pt x="504" y="304"/>
                        </a:cubicBezTo>
                        <a:cubicBezTo>
                          <a:pt x="517" y="292"/>
                          <a:pt x="529" y="285"/>
                          <a:pt x="540" y="282"/>
                        </a:cubicBezTo>
                        <a:lnTo>
                          <a:pt x="542" y="282"/>
                        </a:lnTo>
                        <a:lnTo>
                          <a:pt x="542" y="282"/>
                        </a:lnTo>
                        <a:cubicBezTo>
                          <a:pt x="544" y="281"/>
                          <a:pt x="545" y="281"/>
                          <a:pt x="547" y="281"/>
                        </a:cubicBezTo>
                        <a:cubicBezTo>
                          <a:pt x="552" y="281"/>
                          <a:pt x="557" y="283"/>
                          <a:pt x="561" y="285"/>
                        </a:cubicBezTo>
                        <a:cubicBezTo>
                          <a:pt x="564" y="287"/>
                          <a:pt x="566" y="289"/>
                          <a:pt x="569" y="291"/>
                        </a:cubicBezTo>
                        <a:cubicBezTo>
                          <a:pt x="577" y="299"/>
                          <a:pt x="579" y="309"/>
                          <a:pt x="575" y="322"/>
                        </a:cubicBezTo>
                        <a:cubicBezTo>
                          <a:pt x="570" y="337"/>
                          <a:pt x="558" y="353"/>
                          <a:pt x="538" y="372"/>
                        </a:cubicBezTo>
                        <a:lnTo>
                          <a:pt x="526" y="384"/>
                        </a:lnTo>
                        <a:lnTo>
                          <a:pt x="595" y="450"/>
                        </a:lnTo>
                        <a:lnTo>
                          <a:pt x="610" y="445"/>
                        </a:lnTo>
                        <a:lnTo>
                          <a:pt x="613" y="442"/>
                        </a:lnTo>
                        <a:cubicBezTo>
                          <a:pt x="652" y="404"/>
                          <a:pt x="678" y="366"/>
                          <a:pt x="688" y="32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5" name="Google Shape;1715;p30"/>
                  <p:cNvSpPr/>
                  <p:nvPr/>
                </p:nvSpPr>
                <p:spPr>
                  <a:xfrm>
                    <a:off x="2762846" y="3461213"/>
                    <a:ext cx="424843" cy="380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" h="972" extrusionOk="0">
                        <a:moveTo>
                          <a:pt x="881" y="0"/>
                        </a:moveTo>
                        <a:lnTo>
                          <a:pt x="942" y="69"/>
                        </a:lnTo>
                        <a:cubicBezTo>
                          <a:pt x="1085" y="231"/>
                          <a:pt x="1024" y="528"/>
                          <a:pt x="797" y="745"/>
                        </a:cubicBezTo>
                        <a:cubicBezTo>
                          <a:pt x="681" y="855"/>
                          <a:pt x="544" y="925"/>
                          <a:pt x="414" y="948"/>
                        </a:cubicBezTo>
                        <a:cubicBezTo>
                          <a:pt x="282" y="971"/>
                          <a:pt x="159" y="946"/>
                          <a:pt x="77" y="867"/>
                        </a:cubicBezTo>
                        <a:cubicBezTo>
                          <a:pt x="71" y="861"/>
                          <a:pt x="66" y="856"/>
                          <a:pt x="61" y="850"/>
                        </a:cubicBezTo>
                        <a:lnTo>
                          <a:pt x="0" y="781"/>
                        </a:lnTo>
                        <a:cubicBezTo>
                          <a:pt x="5" y="787"/>
                          <a:pt x="10" y="792"/>
                          <a:pt x="16" y="798"/>
                        </a:cubicBezTo>
                        <a:cubicBezTo>
                          <a:pt x="98" y="877"/>
                          <a:pt x="221" y="902"/>
                          <a:pt x="353" y="879"/>
                        </a:cubicBezTo>
                        <a:cubicBezTo>
                          <a:pt x="483" y="856"/>
                          <a:pt x="620" y="787"/>
                          <a:pt x="736" y="676"/>
                        </a:cubicBezTo>
                        <a:cubicBezTo>
                          <a:pt x="962" y="459"/>
                          <a:pt x="1024" y="162"/>
                          <a:pt x="88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6" name="Google Shape;1716;p30"/>
                  <p:cNvSpPr/>
                  <p:nvPr/>
                </p:nvSpPr>
                <p:spPr>
                  <a:xfrm>
                    <a:off x="2729985" y="3411139"/>
                    <a:ext cx="410760" cy="4009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50" h="1025" extrusionOk="0">
                        <a:moveTo>
                          <a:pt x="345" y="1023"/>
                        </a:moveTo>
                        <a:cubicBezTo>
                          <a:pt x="244" y="1023"/>
                          <a:pt x="157" y="992"/>
                          <a:pt x="95" y="931"/>
                        </a:cubicBezTo>
                        <a:cubicBezTo>
                          <a:pt x="32" y="871"/>
                          <a:pt x="0" y="787"/>
                          <a:pt x="0" y="690"/>
                        </a:cubicBezTo>
                        <a:cubicBezTo>
                          <a:pt x="0" y="535"/>
                          <a:pt x="84" y="362"/>
                          <a:pt x="224" y="228"/>
                        </a:cubicBezTo>
                        <a:cubicBezTo>
                          <a:pt x="337" y="120"/>
                          <a:pt x="474" y="48"/>
                          <a:pt x="610" y="24"/>
                        </a:cubicBezTo>
                        <a:cubicBezTo>
                          <a:pt x="751" y="0"/>
                          <a:pt x="873" y="29"/>
                          <a:pt x="954" y="107"/>
                        </a:cubicBezTo>
                        <a:lnTo>
                          <a:pt x="954" y="107"/>
                        </a:lnTo>
                        <a:cubicBezTo>
                          <a:pt x="1017" y="167"/>
                          <a:pt x="1049" y="250"/>
                          <a:pt x="1049" y="348"/>
                        </a:cubicBezTo>
                        <a:cubicBezTo>
                          <a:pt x="1049" y="503"/>
                          <a:pt x="965" y="675"/>
                          <a:pt x="825" y="809"/>
                        </a:cubicBezTo>
                        <a:cubicBezTo>
                          <a:pt x="712" y="917"/>
                          <a:pt x="575" y="990"/>
                          <a:pt x="438" y="1014"/>
                        </a:cubicBezTo>
                        <a:lnTo>
                          <a:pt x="438" y="1014"/>
                        </a:lnTo>
                        <a:cubicBezTo>
                          <a:pt x="407" y="1020"/>
                          <a:pt x="376" y="1022"/>
                          <a:pt x="345" y="1023"/>
                        </a:cubicBezTo>
                        <a:moveTo>
                          <a:pt x="704" y="31"/>
                        </a:moveTo>
                        <a:lnTo>
                          <a:pt x="704" y="31"/>
                        </a:lnTo>
                        <a:cubicBezTo>
                          <a:pt x="673" y="31"/>
                          <a:pt x="643" y="34"/>
                          <a:pt x="613" y="39"/>
                        </a:cubicBezTo>
                        <a:cubicBezTo>
                          <a:pt x="479" y="62"/>
                          <a:pt x="345" y="133"/>
                          <a:pt x="234" y="239"/>
                        </a:cubicBezTo>
                        <a:cubicBezTo>
                          <a:pt x="97" y="371"/>
                          <a:pt x="15" y="539"/>
                          <a:pt x="14" y="690"/>
                        </a:cubicBezTo>
                        <a:cubicBezTo>
                          <a:pt x="14" y="783"/>
                          <a:pt x="45" y="863"/>
                          <a:pt x="105" y="920"/>
                        </a:cubicBezTo>
                        <a:cubicBezTo>
                          <a:pt x="183" y="995"/>
                          <a:pt x="300" y="1024"/>
                          <a:pt x="436" y="1000"/>
                        </a:cubicBezTo>
                        <a:cubicBezTo>
                          <a:pt x="569" y="976"/>
                          <a:pt x="704" y="905"/>
                          <a:pt x="815" y="799"/>
                        </a:cubicBezTo>
                        <a:cubicBezTo>
                          <a:pt x="952" y="667"/>
                          <a:pt x="1034" y="499"/>
                          <a:pt x="1034" y="348"/>
                        </a:cubicBezTo>
                        <a:cubicBezTo>
                          <a:pt x="1034" y="254"/>
                          <a:pt x="1003" y="175"/>
                          <a:pt x="944" y="118"/>
                        </a:cubicBezTo>
                        <a:lnTo>
                          <a:pt x="944" y="118"/>
                        </a:lnTo>
                        <a:cubicBezTo>
                          <a:pt x="884" y="61"/>
                          <a:pt x="801" y="31"/>
                          <a:pt x="704" y="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7" name="Google Shape;1717;p30"/>
                  <p:cNvSpPr/>
                  <p:nvPr/>
                </p:nvSpPr>
                <p:spPr>
                  <a:xfrm>
                    <a:off x="2763237" y="3448303"/>
                    <a:ext cx="344256" cy="3266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0" h="835" extrusionOk="0">
                        <a:moveTo>
                          <a:pt x="294" y="834"/>
                        </a:moveTo>
                        <a:cubicBezTo>
                          <a:pt x="212" y="834"/>
                          <a:pt x="141" y="808"/>
                          <a:pt x="90" y="759"/>
                        </a:cubicBezTo>
                        <a:cubicBezTo>
                          <a:pt x="25" y="696"/>
                          <a:pt x="0" y="603"/>
                          <a:pt x="18" y="497"/>
                        </a:cubicBezTo>
                        <a:cubicBezTo>
                          <a:pt x="37" y="388"/>
                          <a:pt x="100" y="278"/>
                          <a:pt x="195" y="187"/>
                        </a:cubicBezTo>
                        <a:cubicBezTo>
                          <a:pt x="286" y="99"/>
                          <a:pt x="398" y="40"/>
                          <a:pt x="509" y="21"/>
                        </a:cubicBezTo>
                        <a:cubicBezTo>
                          <a:pt x="623" y="0"/>
                          <a:pt x="723" y="25"/>
                          <a:pt x="789" y="88"/>
                        </a:cubicBezTo>
                        <a:cubicBezTo>
                          <a:pt x="854" y="151"/>
                          <a:pt x="879" y="244"/>
                          <a:pt x="860" y="350"/>
                        </a:cubicBezTo>
                        <a:cubicBezTo>
                          <a:pt x="841" y="460"/>
                          <a:pt x="779" y="570"/>
                          <a:pt x="684" y="660"/>
                        </a:cubicBezTo>
                        <a:cubicBezTo>
                          <a:pt x="592" y="748"/>
                          <a:pt x="481" y="807"/>
                          <a:pt x="370" y="827"/>
                        </a:cubicBezTo>
                        <a:lnTo>
                          <a:pt x="370" y="827"/>
                        </a:lnTo>
                        <a:cubicBezTo>
                          <a:pt x="345" y="831"/>
                          <a:pt x="319" y="834"/>
                          <a:pt x="294" y="834"/>
                        </a:cubicBezTo>
                        <a:moveTo>
                          <a:pt x="585" y="29"/>
                        </a:moveTo>
                        <a:lnTo>
                          <a:pt x="585" y="29"/>
                        </a:lnTo>
                        <a:cubicBezTo>
                          <a:pt x="560" y="29"/>
                          <a:pt x="536" y="31"/>
                          <a:pt x="511" y="35"/>
                        </a:cubicBezTo>
                        <a:cubicBezTo>
                          <a:pt x="403" y="54"/>
                          <a:pt x="294" y="112"/>
                          <a:pt x="205" y="198"/>
                        </a:cubicBezTo>
                        <a:cubicBezTo>
                          <a:pt x="112" y="286"/>
                          <a:pt x="51" y="394"/>
                          <a:pt x="33" y="500"/>
                        </a:cubicBezTo>
                        <a:cubicBezTo>
                          <a:pt x="15" y="601"/>
                          <a:pt x="39" y="690"/>
                          <a:pt x="100" y="748"/>
                        </a:cubicBezTo>
                        <a:cubicBezTo>
                          <a:pt x="163" y="809"/>
                          <a:pt x="258" y="832"/>
                          <a:pt x="368" y="813"/>
                        </a:cubicBezTo>
                        <a:cubicBezTo>
                          <a:pt x="475" y="794"/>
                          <a:pt x="584" y="736"/>
                          <a:pt x="674" y="650"/>
                        </a:cubicBezTo>
                        <a:lnTo>
                          <a:pt x="674" y="650"/>
                        </a:lnTo>
                        <a:cubicBezTo>
                          <a:pt x="766" y="561"/>
                          <a:pt x="827" y="454"/>
                          <a:pt x="846" y="348"/>
                        </a:cubicBezTo>
                        <a:cubicBezTo>
                          <a:pt x="864" y="246"/>
                          <a:pt x="840" y="158"/>
                          <a:pt x="779" y="99"/>
                        </a:cubicBezTo>
                        <a:cubicBezTo>
                          <a:pt x="731" y="53"/>
                          <a:pt x="663" y="28"/>
                          <a:pt x="585" y="28"/>
                        </a:cubicBezTo>
                        <a:lnTo>
                          <a:pt x="585" y="2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8" name="Google Shape;1718;p30"/>
                  <p:cNvSpPr/>
                  <p:nvPr/>
                </p:nvSpPr>
                <p:spPr>
                  <a:xfrm>
                    <a:off x="2814093" y="3499160"/>
                    <a:ext cx="246456" cy="2335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0" h="597" extrusionOk="0">
                        <a:moveTo>
                          <a:pt x="55" y="596"/>
                        </a:moveTo>
                        <a:lnTo>
                          <a:pt x="55" y="596"/>
                        </a:lnTo>
                        <a:cubicBezTo>
                          <a:pt x="54" y="596"/>
                          <a:pt x="52" y="596"/>
                          <a:pt x="51" y="595"/>
                        </a:cubicBezTo>
                        <a:cubicBezTo>
                          <a:pt x="51" y="595"/>
                          <a:pt x="50" y="595"/>
                          <a:pt x="50" y="594"/>
                        </a:cubicBezTo>
                        <a:lnTo>
                          <a:pt x="2" y="548"/>
                        </a:lnTo>
                        <a:lnTo>
                          <a:pt x="2" y="548"/>
                        </a:lnTo>
                        <a:cubicBezTo>
                          <a:pt x="1" y="547"/>
                          <a:pt x="1" y="547"/>
                          <a:pt x="1" y="546"/>
                        </a:cubicBezTo>
                        <a:cubicBezTo>
                          <a:pt x="0" y="545"/>
                          <a:pt x="0" y="544"/>
                          <a:pt x="0" y="542"/>
                        </a:cubicBezTo>
                        <a:lnTo>
                          <a:pt x="0" y="542"/>
                        </a:lnTo>
                        <a:lnTo>
                          <a:pt x="0" y="542"/>
                        </a:lnTo>
                        <a:lnTo>
                          <a:pt x="0" y="542"/>
                        </a:lnTo>
                        <a:cubicBezTo>
                          <a:pt x="0" y="541"/>
                          <a:pt x="0" y="541"/>
                          <a:pt x="1" y="539"/>
                        </a:cubicBezTo>
                        <a:cubicBezTo>
                          <a:pt x="1" y="539"/>
                          <a:pt x="1" y="538"/>
                          <a:pt x="2" y="537"/>
                        </a:cubicBezTo>
                        <a:lnTo>
                          <a:pt x="55" y="486"/>
                        </a:lnTo>
                        <a:cubicBezTo>
                          <a:pt x="38" y="459"/>
                          <a:pt x="33" y="427"/>
                          <a:pt x="38" y="393"/>
                        </a:cubicBezTo>
                        <a:cubicBezTo>
                          <a:pt x="44" y="351"/>
                          <a:pt x="71" y="308"/>
                          <a:pt x="117" y="264"/>
                        </a:cubicBezTo>
                        <a:lnTo>
                          <a:pt x="120" y="262"/>
                        </a:lnTo>
                        <a:lnTo>
                          <a:pt x="120" y="262"/>
                        </a:lnTo>
                        <a:lnTo>
                          <a:pt x="121" y="261"/>
                        </a:lnTo>
                        <a:lnTo>
                          <a:pt x="121" y="261"/>
                        </a:lnTo>
                        <a:lnTo>
                          <a:pt x="135" y="253"/>
                        </a:lnTo>
                        <a:lnTo>
                          <a:pt x="135" y="253"/>
                        </a:lnTo>
                        <a:cubicBezTo>
                          <a:pt x="137" y="253"/>
                          <a:pt x="138" y="253"/>
                          <a:pt x="139" y="253"/>
                        </a:cubicBezTo>
                        <a:cubicBezTo>
                          <a:pt x="140" y="253"/>
                          <a:pt x="141" y="253"/>
                          <a:pt x="143" y="254"/>
                        </a:cubicBezTo>
                        <a:cubicBezTo>
                          <a:pt x="143" y="254"/>
                          <a:pt x="144" y="254"/>
                          <a:pt x="144" y="255"/>
                        </a:cubicBezTo>
                        <a:lnTo>
                          <a:pt x="214" y="322"/>
                        </a:lnTo>
                        <a:lnTo>
                          <a:pt x="214" y="322"/>
                        </a:lnTo>
                        <a:cubicBezTo>
                          <a:pt x="215" y="323"/>
                          <a:pt x="214" y="324"/>
                          <a:pt x="215" y="324"/>
                        </a:cubicBezTo>
                        <a:cubicBezTo>
                          <a:pt x="215" y="326"/>
                          <a:pt x="216" y="326"/>
                          <a:pt x="216" y="327"/>
                        </a:cubicBezTo>
                        <a:cubicBezTo>
                          <a:pt x="216" y="329"/>
                          <a:pt x="215" y="330"/>
                          <a:pt x="215" y="331"/>
                        </a:cubicBezTo>
                        <a:cubicBezTo>
                          <a:pt x="214" y="332"/>
                          <a:pt x="215" y="332"/>
                          <a:pt x="214" y="333"/>
                        </a:cubicBezTo>
                        <a:lnTo>
                          <a:pt x="202" y="344"/>
                        </a:lnTo>
                        <a:cubicBezTo>
                          <a:pt x="177" y="369"/>
                          <a:pt x="169" y="384"/>
                          <a:pt x="168" y="393"/>
                        </a:cubicBezTo>
                        <a:lnTo>
                          <a:pt x="168" y="393"/>
                        </a:lnTo>
                        <a:cubicBezTo>
                          <a:pt x="168" y="395"/>
                          <a:pt x="167" y="397"/>
                          <a:pt x="167" y="400"/>
                        </a:cubicBezTo>
                        <a:cubicBezTo>
                          <a:pt x="167" y="405"/>
                          <a:pt x="169" y="411"/>
                          <a:pt x="172" y="416"/>
                        </a:cubicBezTo>
                        <a:cubicBezTo>
                          <a:pt x="173" y="418"/>
                          <a:pt x="175" y="421"/>
                          <a:pt x="178" y="423"/>
                        </a:cubicBezTo>
                        <a:lnTo>
                          <a:pt x="178" y="423"/>
                        </a:lnTo>
                        <a:cubicBezTo>
                          <a:pt x="180" y="425"/>
                          <a:pt x="182" y="428"/>
                          <a:pt x="185" y="429"/>
                        </a:cubicBezTo>
                        <a:cubicBezTo>
                          <a:pt x="189" y="432"/>
                          <a:pt x="194" y="433"/>
                          <a:pt x="199" y="433"/>
                        </a:cubicBezTo>
                        <a:cubicBezTo>
                          <a:pt x="200" y="433"/>
                          <a:pt x="202" y="432"/>
                          <a:pt x="203" y="432"/>
                        </a:cubicBezTo>
                        <a:cubicBezTo>
                          <a:pt x="213" y="430"/>
                          <a:pt x="224" y="425"/>
                          <a:pt x="235" y="414"/>
                        </a:cubicBezTo>
                        <a:cubicBezTo>
                          <a:pt x="246" y="404"/>
                          <a:pt x="253" y="393"/>
                          <a:pt x="255" y="383"/>
                        </a:cubicBezTo>
                        <a:cubicBezTo>
                          <a:pt x="258" y="371"/>
                          <a:pt x="256" y="356"/>
                          <a:pt x="251" y="337"/>
                        </a:cubicBezTo>
                        <a:cubicBezTo>
                          <a:pt x="236" y="292"/>
                          <a:pt x="231" y="252"/>
                          <a:pt x="236" y="217"/>
                        </a:cubicBezTo>
                        <a:cubicBezTo>
                          <a:pt x="242" y="180"/>
                          <a:pt x="264" y="143"/>
                          <a:pt x="303" y="106"/>
                        </a:cubicBezTo>
                        <a:cubicBezTo>
                          <a:pt x="339" y="72"/>
                          <a:pt x="377" y="51"/>
                          <a:pt x="416" y="44"/>
                        </a:cubicBezTo>
                        <a:cubicBezTo>
                          <a:pt x="450" y="38"/>
                          <a:pt x="482" y="43"/>
                          <a:pt x="510" y="58"/>
                        </a:cubicBezTo>
                        <a:lnTo>
                          <a:pt x="568" y="2"/>
                        </a:lnTo>
                        <a:lnTo>
                          <a:pt x="568" y="2"/>
                        </a:lnTo>
                        <a:lnTo>
                          <a:pt x="569" y="1"/>
                        </a:lnTo>
                        <a:cubicBezTo>
                          <a:pt x="571" y="0"/>
                          <a:pt x="572" y="0"/>
                          <a:pt x="573" y="0"/>
                        </a:cubicBezTo>
                        <a:cubicBezTo>
                          <a:pt x="574" y="0"/>
                          <a:pt x="576" y="0"/>
                          <a:pt x="577" y="1"/>
                        </a:cubicBezTo>
                        <a:lnTo>
                          <a:pt x="578" y="2"/>
                        </a:lnTo>
                        <a:lnTo>
                          <a:pt x="626" y="49"/>
                        </a:lnTo>
                        <a:lnTo>
                          <a:pt x="626" y="49"/>
                        </a:lnTo>
                        <a:cubicBezTo>
                          <a:pt x="627" y="49"/>
                          <a:pt x="627" y="50"/>
                          <a:pt x="628" y="50"/>
                        </a:cubicBezTo>
                        <a:cubicBezTo>
                          <a:pt x="628" y="51"/>
                          <a:pt x="629" y="53"/>
                          <a:pt x="629" y="54"/>
                        </a:cubicBezTo>
                        <a:cubicBezTo>
                          <a:pt x="629" y="55"/>
                          <a:pt x="628" y="58"/>
                          <a:pt x="628" y="58"/>
                        </a:cubicBezTo>
                        <a:cubicBezTo>
                          <a:pt x="627" y="59"/>
                          <a:pt x="627" y="59"/>
                          <a:pt x="626" y="59"/>
                        </a:cubicBezTo>
                        <a:lnTo>
                          <a:pt x="567" y="116"/>
                        </a:lnTo>
                        <a:cubicBezTo>
                          <a:pt x="580" y="144"/>
                          <a:pt x="582" y="175"/>
                          <a:pt x="573" y="209"/>
                        </a:cubicBezTo>
                        <a:cubicBezTo>
                          <a:pt x="562" y="248"/>
                          <a:pt x="536" y="287"/>
                          <a:pt x="496" y="326"/>
                        </a:cubicBezTo>
                        <a:lnTo>
                          <a:pt x="493" y="329"/>
                        </a:lnTo>
                        <a:lnTo>
                          <a:pt x="493" y="329"/>
                        </a:lnTo>
                        <a:cubicBezTo>
                          <a:pt x="492" y="329"/>
                          <a:pt x="492" y="329"/>
                          <a:pt x="491" y="330"/>
                        </a:cubicBezTo>
                        <a:lnTo>
                          <a:pt x="490" y="330"/>
                        </a:lnTo>
                        <a:lnTo>
                          <a:pt x="476" y="336"/>
                        </a:lnTo>
                        <a:lnTo>
                          <a:pt x="476" y="336"/>
                        </a:lnTo>
                        <a:cubicBezTo>
                          <a:pt x="475" y="336"/>
                          <a:pt x="474" y="336"/>
                          <a:pt x="473" y="336"/>
                        </a:cubicBezTo>
                        <a:cubicBezTo>
                          <a:pt x="472" y="336"/>
                          <a:pt x="471" y="336"/>
                          <a:pt x="470" y="335"/>
                        </a:cubicBezTo>
                        <a:cubicBezTo>
                          <a:pt x="469" y="335"/>
                          <a:pt x="469" y="335"/>
                          <a:pt x="468" y="334"/>
                        </a:cubicBezTo>
                        <a:lnTo>
                          <a:pt x="399" y="268"/>
                        </a:lnTo>
                        <a:lnTo>
                          <a:pt x="399" y="268"/>
                        </a:lnTo>
                        <a:cubicBezTo>
                          <a:pt x="398" y="267"/>
                          <a:pt x="398" y="267"/>
                          <a:pt x="398" y="266"/>
                        </a:cubicBezTo>
                        <a:cubicBezTo>
                          <a:pt x="397" y="265"/>
                          <a:pt x="397" y="264"/>
                          <a:pt x="397" y="262"/>
                        </a:cubicBezTo>
                        <a:lnTo>
                          <a:pt x="397" y="262"/>
                        </a:lnTo>
                        <a:cubicBezTo>
                          <a:pt x="397" y="261"/>
                          <a:pt x="397" y="261"/>
                          <a:pt x="398" y="259"/>
                        </a:cubicBezTo>
                        <a:cubicBezTo>
                          <a:pt x="398" y="259"/>
                          <a:pt x="398" y="258"/>
                          <a:pt x="399" y="257"/>
                        </a:cubicBezTo>
                        <a:lnTo>
                          <a:pt x="411" y="245"/>
                        </a:lnTo>
                        <a:cubicBezTo>
                          <a:pt x="430" y="228"/>
                          <a:pt x="440" y="212"/>
                          <a:pt x="445" y="199"/>
                        </a:cubicBezTo>
                        <a:cubicBezTo>
                          <a:pt x="449" y="186"/>
                          <a:pt x="446" y="179"/>
                          <a:pt x="441" y="175"/>
                        </a:cubicBezTo>
                        <a:lnTo>
                          <a:pt x="441" y="175"/>
                        </a:lnTo>
                        <a:cubicBezTo>
                          <a:pt x="440" y="173"/>
                          <a:pt x="438" y="172"/>
                          <a:pt x="436" y="170"/>
                        </a:cubicBezTo>
                        <a:cubicBezTo>
                          <a:pt x="432" y="168"/>
                          <a:pt x="428" y="167"/>
                          <a:pt x="424" y="167"/>
                        </a:cubicBezTo>
                        <a:cubicBezTo>
                          <a:pt x="423" y="167"/>
                          <a:pt x="422" y="168"/>
                          <a:pt x="421" y="168"/>
                        </a:cubicBezTo>
                        <a:lnTo>
                          <a:pt x="419" y="168"/>
                        </a:lnTo>
                        <a:cubicBezTo>
                          <a:pt x="409" y="170"/>
                          <a:pt x="399" y="177"/>
                          <a:pt x="387" y="188"/>
                        </a:cubicBezTo>
                        <a:cubicBezTo>
                          <a:pt x="376" y="198"/>
                          <a:pt x="370" y="208"/>
                          <a:pt x="368" y="217"/>
                        </a:cubicBezTo>
                        <a:cubicBezTo>
                          <a:pt x="367" y="223"/>
                          <a:pt x="365" y="238"/>
                          <a:pt x="373" y="264"/>
                        </a:cubicBezTo>
                        <a:cubicBezTo>
                          <a:pt x="386" y="311"/>
                          <a:pt x="390" y="351"/>
                          <a:pt x="385" y="385"/>
                        </a:cubicBezTo>
                        <a:cubicBezTo>
                          <a:pt x="380" y="422"/>
                          <a:pt x="358" y="459"/>
                          <a:pt x="320" y="496"/>
                        </a:cubicBezTo>
                        <a:cubicBezTo>
                          <a:pt x="284" y="530"/>
                          <a:pt x="246" y="551"/>
                          <a:pt x="208" y="558"/>
                        </a:cubicBezTo>
                        <a:lnTo>
                          <a:pt x="205" y="558"/>
                        </a:lnTo>
                        <a:lnTo>
                          <a:pt x="205" y="558"/>
                        </a:lnTo>
                        <a:cubicBezTo>
                          <a:pt x="197" y="560"/>
                          <a:pt x="189" y="560"/>
                          <a:pt x="181" y="560"/>
                        </a:cubicBezTo>
                        <a:cubicBezTo>
                          <a:pt x="157" y="560"/>
                          <a:pt x="134" y="554"/>
                          <a:pt x="113" y="543"/>
                        </a:cubicBezTo>
                        <a:lnTo>
                          <a:pt x="60" y="594"/>
                        </a:lnTo>
                        <a:lnTo>
                          <a:pt x="60" y="594"/>
                        </a:lnTo>
                        <a:cubicBezTo>
                          <a:pt x="59" y="594"/>
                          <a:pt x="59" y="595"/>
                          <a:pt x="58" y="595"/>
                        </a:cubicBezTo>
                        <a:cubicBezTo>
                          <a:pt x="56" y="596"/>
                          <a:pt x="56" y="596"/>
                          <a:pt x="55" y="596"/>
                        </a:cubicBezTo>
                        <a:moveTo>
                          <a:pt x="17" y="542"/>
                        </a:moveTo>
                        <a:lnTo>
                          <a:pt x="55" y="579"/>
                        </a:lnTo>
                        <a:lnTo>
                          <a:pt x="107" y="529"/>
                        </a:lnTo>
                        <a:lnTo>
                          <a:pt x="107" y="529"/>
                        </a:lnTo>
                        <a:cubicBezTo>
                          <a:pt x="108" y="528"/>
                          <a:pt x="107" y="528"/>
                          <a:pt x="109" y="527"/>
                        </a:cubicBezTo>
                        <a:cubicBezTo>
                          <a:pt x="110" y="527"/>
                          <a:pt x="110" y="526"/>
                          <a:pt x="112" y="526"/>
                        </a:cubicBezTo>
                        <a:cubicBezTo>
                          <a:pt x="113" y="526"/>
                          <a:pt x="115" y="527"/>
                          <a:pt x="116" y="527"/>
                        </a:cubicBezTo>
                        <a:lnTo>
                          <a:pt x="116" y="528"/>
                        </a:lnTo>
                        <a:lnTo>
                          <a:pt x="116" y="528"/>
                        </a:lnTo>
                        <a:cubicBezTo>
                          <a:pt x="117" y="528"/>
                          <a:pt x="118" y="529"/>
                          <a:pt x="119" y="529"/>
                        </a:cubicBezTo>
                        <a:cubicBezTo>
                          <a:pt x="138" y="540"/>
                          <a:pt x="159" y="546"/>
                          <a:pt x="182" y="546"/>
                        </a:cubicBezTo>
                        <a:cubicBezTo>
                          <a:pt x="189" y="546"/>
                          <a:pt x="196" y="545"/>
                          <a:pt x="203" y="544"/>
                        </a:cubicBezTo>
                        <a:lnTo>
                          <a:pt x="205" y="544"/>
                        </a:lnTo>
                        <a:cubicBezTo>
                          <a:pt x="241" y="537"/>
                          <a:pt x="276" y="518"/>
                          <a:pt x="310" y="485"/>
                        </a:cubicBezTo>
                        <a:cubicBezTo>
                          <a:pt x="346" y="451"/>
                          <a:pt x="366" y="417"/>
                          <a:pt x="371" y="383"/>
                        </a:cubicBezTo>
                        <a:cubicBezTo>
                          <a:pt x="376" y="351"/>
                          <a:pt x="372" y="313"/>
                          <a:pt x="359" y="269"/>
                        </a:cubicBezTo>
                        <a:cubicBezTo>
                          <a:pt x="351" y="240"/>
                          <a:pt x="352" y="223"/>
                          <a:pt x="354" y="214"/>
                        </a:cubicBezTo>
                        <a:cubicBezTo>
                          <a:pt x="357" y="202"/>
                          <a:pt x="364" y="190"/>
                          <a:pt x="377" y="178"/>
                        </a:cubicBezTo>
                        <a:cubicBezTo>
                          <a:pt x="391" y="165"/>
                          <a:pt x="404" y="157"/>
                          <a:pt x="416" y="154"/>
                        </a:cubicBezTo>
                        <a:lnTo>
                          <a:pt x="419" y="153"/>
                        </a:lnTo>
                        <a:lnTo>
                          <a:pt x="419" y="153"/>
                        </a:lnTo>
                        <a:cubicBezTo>
                          <a:pt x="421" y="153"/>
                          <a:pt x="423" y="153"/>
                          <a:pt x="425" y="153"/>
                        </a:cubicBezTo>
                        <a:cubicBezTo>
                          <a:pt x="431" y="153"/>
                          <a:pt x="438" y="155"/>
                          <a:pt x="443" y="158"/>
                        </a:cubicBezTo>
                        <a:cubicBezTo>
                          <a:pt x="446" y="160"/>
                          <a:pt x="449" y="162"/>
                          <a:pt x="452" y="165"/>
                        </a:cubicBezTo>
                        <a:cubicBezTo>
                          <a:pt x="462" y="175"/>
                          <a:pt x="465" y="187"/>
                          <a:pt x="460" y="203"/>
                        </a:cubicBezTo>
                        <a:cubicBezTo>
                          <a:pt x="454" y="220"/>
                          <a:pt x="442" y="237"/>
                          <a:pt x="421" y="256"/>
                        </a:cubicBezTo>
                        <a:lnTo>
                          <a:pt x="415" y="263"/>
                        </a:lnTo>
                        <a:lnTo>
                          <a:pt x="475" y="321"/>
                        </a:lnTo>
                        <a:lnTo>
                          <a:pt x="484" y="317"/>
                        </a:lnTo>
                        <a:lnTo>
                          <a:pt x="486" y="315"/>
                        </a:lnTo>
                        <a:cubicBezTo>
                          <a:pt x="524" y="279"/>
                          <a:pt x="549" y="242"/>
                          <a:pt x="559" y="206"/>
                        </a:cubicBezTo>
                        <a:cubicBezTo>
                          <a:pt x="568" y="173"/>
                          <a:pt x="565" y="144"/>
                          <a:pt x="551" y="119"/>
                        </a:cubicBezTo>
                        <a:lnTo>
                          <a:pt x="551" y="119"/>
                        </a:lnTo>
                        <a:cubicBezTo>
                          <a:pt x="551" y="118"/>
                          <a:pt x="550" y="116"/>
                          <a:pt x="550" y="115"/>
                        </a:cubicBezTo>
                        <a:cubicBezTo>
                          <a:pt x="550" y="114"/>
                          <a:pt x="550" y="113"/>
                          <a:pt x="551" y="112"/>
                        </a:cubicBezTo>
                        <a:cubicBezTo>
                          <a:pt x="551" y="111"/>
                          <a:pt x="552" y="110"/>
                          <a:pt x="553" y="110"/>
                        </a:cubicBezTo>
                        <a:lnTo>
                          <a:pt x="611" y="54"/>
                        </a:lnTo>
                        <a:lnTo>
                          <a:pt x="573" y="18"/>
                        </a:lnTo>
                        <a:lnTo>
                          <a:pt x="516" y="73"/>
                        </a:lnTo>
                        <a:lnTo>
                          <a:pt x="516" y="73"/>
                        </a:lnTo>
                        <a:cubicBezTo>
                          <a:pt x="515" y="73"/>
                          <a:pt x="515" y="74"/>
                          <a:pt x="514" y="74"/>
                        </a:cubicBezTo>
                        <a:cubicBezTo>
                          <a:pt x="513" y="75"/>
                          <a:pt x="512" y="75"/>
                          <a:pt x="511" y="75"/>
                        </a:cubicBezTo>
                        <a:cubicBezTo>
                          <a:pt x="509" y="75"/>
                          <a:pt x="508" y="74"/>
                          <a:pt x="507" y="74"/>
                        </a:cubicBezTo>
                        <a:lnTo>
                          <a:pt x="507" y="74"/>
                        </a:lnTo>
                        <a:cubicBezTo>
                          <a:pt x="481" y="58"/>
                          <a:pt x="451" y="53"/>
                          <a:pt x="418" y="59"/>
                        </a:cubicBezTo>
                        <a:cubicBezTo>
                          <a:pt x="382" y="65"/>
                          <a:pt x="347" y="84"/>
                          <a:pt x="313" y="116"/>
                        </a:cubicBezTo>
                        <a:cubicBezTo>
                          <a:pt x="277" y="151"/>
                          <a:pt x="256" y="186"/>
                          <a:pt x="251" y="220"/>
                        </a:cubicBezTo>
                        <a:cubicBezTo>
                          <a:pt x="246" y="252"/>
                          <a:pt x="251" y="290"/>
                          <a:pt x="265" y="333"/>
                        </a:cubicBezTo>
                        <a:cubicBezTo>
                          <a:pt x="271" y="354"/>
                          <a:pt x="273" y="372"/>
                          <a:pt x="269" y="386"/>
                        </a:cubicBezTo>
                        <a:cubicBezTo>
                          <a:pt x="266" y="399"/>
                          <a:pt x="258" y="413"/>
                          <a:pt x="245" y="425"/>
                        </a:cubicBezTo>
                        <a:cubicBezTo>
                          <a:pt x="232" y="438"/>
                          <a:pt x="219" y="445"/>
                          <a:pt x="206" y="447"/>
                        </a:cubicBezTo>
                        <a:lnTo>
                          <a:pt x="206" y="447"/>
                        </a:lnTo>
                        <a:cubicBezTo>
                          <a:pt x="203" y="447"/>
                          <a:pt x="201" y="447"/>
                          <a:pt x="199" y="447"/>
                        </a:cubicBezTo>
                        <a:cubicBezTo>
                          <a:pt x="191" y="447"/>
                          <a:pt x="184" y="447"/>
                          <a:pt x="177" y="442"/>
                        </a:cubicBezTo>
                        <a:cubicBezTo>
                          <a:pt x="174" y="441"/>
                          <a:pt x="170" y="437"/>
                          <a:pt x="168" y="434"/>
                        </a:cubicBezTo>
                        <a:lnTo>
                          <a:pt x="168" y="434"/>
                        </a:lnTo>
                        <a:cubicBezTo>
                          <a:pt x="164" y="431"/>
                          <a:pt x="161" y="427"/>
                          <a:pt x="159" y="423"/>
                        </a:cubicBezTo>
                        <a:cubicBezTo>
                          <a:pt x="155" y="416"/>
                          <a:pt x="153" y="408"/>
                          <a:pt x="153" y="400"/>
                        </a:cubicBezTo>
                        <a:cubicBezTo>
                          <a:pt x="153" y="397"/>
                          <a:pt x="153" y="394"/>
                          <a:pt x="154" y="391"/>
                        </a:cubicBezTo>
                        <a:cubicBezTo>
                          <a:pt x="156" y="375"/>
                          <a:pt x="169" y="356"/>
                          <a:pt x="192" y="334"/>
                        </a:cubicBezTo>
                        <a:lnTo>
                          <a:pt x="198" y="328"/>
                        </a:lnTo>
                        <a:lnTo>
                          <a:pt x="138" y="269"/>
                        </a:lnTo>
                        <a:lnTo>
                          <a:pt x="127" y="275"/>
                        </a:lnTo>
                        <a:cubicBezTo>
                          <a:pt x="83" y="317"/>
                          <a:pt x="58" y="357"/>
                          <a:pt x="52" y="395"/>
                        </a:cubicBezTo>
                        <a:cubicBezTo>
                          <a:pt x="47" y="428"/>
                          <a:pt x="53" y="458"/>
                          <a:pt x="70" y="484"/>
                        </a:cubicBezTo>
                        <a:lnTo>
                          <a:pt x="70" y="484"/>
                        </a:lnTo>
                        <a:lnTo>
                          <a:pt x="70" y="484"/>
                        </a:lnTo>
                        <a:cubicBezTo>
                          <a:pt x="71" y="485"/>
                          <a:pt x="71" y="487"/>
                          <a:pt x="71" y="488"/>
                        </a:cubicBezTo>
                        <a:cubicBezTo>
                          <a:pt x="71" y="490"/>
                          <a:pt x="70" y="490"/>
                          <a:pt x="70" y="491"/>
                        </a:cubicBezTo>
                        <a:cubicBezTo>
                          <a:pt x="69" y="492"/>
                          <a:pt x="69" y="492"/>
                          <a:pt x="69" y="493"/>
                        </a:cubicBezTo>
                        <a:lnTo>
                          <a:pt x="17" y="54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9" name="Google Shape;1719;p30"/>
                  <p:cNvSpPr/>
                  <p:nvPr/>
                </p:nvSpPr>
                <p:spPr>
                  <a:xfrm>
                    <a:off x="2763237" y="3448303"/>
                    <a:ext cx="344256" cy="3266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0" h="835" extrusionOk="0">
                        <a:moveTo>
                          <a:pt x="294" y="834"/>
                        </a:moveTo>
                        <a:cubicBezTo>
                          <a:pt x="212" y="834"/>
                          <a:pt x="141" y="808"/>
                          <a:pt x="90" y="759"/>
                        </a:cubicBezTo>
                        <a:cubicBezTo>
                          <a:pt x="25" y="696"/>
                          <a:pt x="0" y="603"/>
                          <a:pt x="18" y="497"/>
                        </a:cubicBezTo>
                        <a:cubicBezTo>
                          <a:pt x="37" y="388"/>
                          <a:pt x="100" y="278"/>
                          <a:pt x="195" y="187"/>
                        </a:cubicBezTo>
                        <a:cubicBezTo>
                          <a:pt x="286" y="99"/>
                          <a:pt x="398" y="40"/>
                          <a:pt x="509" y="21"/>
                        </a:cubicBezTo>
                        <a:cubicBezTo>
                          <a:pt x="623" y="0"/>
                          <a:pt x="723" y="25"/>
                          <a:pt x="789" y="88"/>
                        </a:cubicBezTo>
                        <a:lnTo>
                          <a:pt x="789" y="88"/>
                        </a:lnTo>
                        <a:cubicBezTo>
                          <a:pt x="854" y="151"/>
                          <a:pt x="879" y="244"/>
                          <a:pt x="860" y="350"/>
                        </a:cubicBezTo>
                        <a:cubicBezTo>
                          <a:pt x="841" y="460"/>
                          <a:pt x="779" y="570"/>
                          <a:pt x="684" y="660"/>
                        </a:cubicBezTo>
                        <a:cubicBezTo>
                          <a:pt x="592" y="748"/>
                          <a:pt x="481" y="807"/>
                          <a:pt x="370" y="827"/>
                        </a:cubicBezTo>
                        <a:lnTo>
                          <a:pt x="370" y="827"/>
                        </a:lnTo>
                        <a:cubicBezTo>
                          <a:pt x="345" y="831"/>
                          <a:pt x="319" y="834"/>
                          <a:pt x="294" y="834"/>
                        </a:cubicBezTo>
                        <a:moveTo>
                          <a:pt x="585" y="29"/>
                        </a:moveTo>
                        <a:lnTo>
                          <a:pt x="585" y="29"/>
                        </a:lnTo>
                        <a:cubicBezTo>
                          <a:pt x="560" y="29"/>
                          <a:pt x="536" y="31"/>
                          <a:pt x="511" y="35"/>
                        </a:cubicBezTo>
                        <a:cubicBezTo>
                          <a:pt x="403" y="54"/>
                          <a:pt x="294" y="112"/>
                          <a:pt x="205" y="198"/>
                        </a:cubicBezTo>
                        <a:cubicBezTo>
                          <a:pt x="112" y="286"/>
                          <a:pt x="51" y="394"/>
                          <a:pt x="33" y="500"/>
                        </a:cubicBezTo>
                        <a:cubicBezTo>
                          <a:pt x="15" y="601"/>
                          <a:pt x="39" y="690"/>
                          <a:pt x="100" y="748"/>
                        </a:cubicBezTo>
                        <a:cubicBezTo>
                          <a:pt x="163" y="809"/>
                          <a:pt x="258" y="832"/>
                          <a:pt x="368" y="813"/>
                        </a:cubicBezTo>
                        <a:cubicBezTo>
                          <a:pt x="475" y="794"/>
                          <a:pt x="584" y="736"/>
                          <a:pt x="674" y="650"/>
                        </a:cubicBezTo>
                        <a:cubicBezTo>
                          <a:pt x="766" y="561"/>
                          <a:pt x="827" y="454"/>
                          <a:pt x="846" y="348"/>
                        </a:cubicBezTo>
                        <a:cubicBezTo>
                          <a:pt x="864" y="246"/>
                          <a:pt x="840" y="158"/>
                          <a:pt x="779" y="99"/>
                        </a:cubicBezTo>
                        <a:cubicBezTo>
                          <a:pt x="731" y="53"/>
                          <a:pt x="663" y="28"/>
                          <a:pt x="585" y="28"/>
                        </a:cubicBezTo>
                        <a:lnTo>
                          <a:pt x="585" y="2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0" name="Google Shape;1720;p30"/>
                  <p:cNvSpPr/>
                  <p:nvPr/>
                </p:nvSpPr>
                <p:spPr>
                  <a:xfrm>
                    <a:off x="2814093" y="3499160"/>
                    <a:ext cx="246065" cy="2335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9" h="597" extrusionOk="0">
                        <a:moveTo>
                          <a:pt x="55" y="596"/>
                        </a:moveTo>
                        <a:lnTo>
                          <a:pt x="55" y="596"/>
                        </a:lnTo>
                        <a:cubicBezTo>
                          <a:pt x="54" y="596"/>
                          <a:pt x="52" y="596"/>
                          <a:pt x="51" y="595"/>
                        </a:cubicBezTo>
                        <a:cubicBezTo>
                          <a:pt x="51" y="595"/>
                          <a:pt x="50" y="595"/>
                          <a:pt x="50" y="594"/>
                        </a:cubicBezTo>
                        <a:lnTo>
                          <a:pt x="2" y="548"/>
                        </a:lnTo>
                        <a:lnTo>
                          <a:pt x="2" y="548"/>
                        </a:lnTo>
                        <a:cubicBezTo>
                          <a:pt x="1" y="547"/>
                          <a:pt x="1" y="547"/>
                          <a:pt x="1" y="546"/>
                        </a:cubicBezTo>
                        <a:cubicBezTo>
                          <a:pt x="0" y="545"/>
                          <a:pt x="0" y="544"/>
                          <a:pt x="0" y="542"/>
                        </a:cubicBezTo>
                        <a:lnTo>
                          <a:pt x="0" y="542"/>
                        </a:lnTo>
                        <a:lnTo>
                          <a:pt x="0" y="542"/>
                        </a:lnTo>
                        <a:lnTo>
                          <a:pt x="0" y="542"/>
                        </a:lnTo>
                        <a:cubicBezTo>
                          <a:pt x="0" y="541"/>
                          <a:pt x="0" y="541"/>
                          <a:pt x="1" y="539"/>
                        </a:cubicBezTo>
                        <a:cubicBezTo>
                          <a:pt x="1" y="539"/>
                          <a:pt x="1" y="538"/>
                          <a:pt x="2" y="537"/>
                        </a:cubicBezTo>
                        <a:lnTo>
                          <a:pt x="55" y="486"/>
                        </a:lnTo>
                        <a:cubicBezTo>
                          <a:pt x="38" y="459"/>
                          <a:pt x="33" y="427"/>
                          <a:pt x="38" y="393"/>
                        </a:cubicBezTo>
                        <a:cubicBezTo>
                          <a:pt x="44" y="351"/>
                          <a:pt x="71" y="308"/>
                          <a:pt x="117" y="264"/>
                        </a:cubicBezTo>
                        <a:lnTo>
                          <a:pt x="120" y="262"/>
                        </a:lnTo>
                        <a:lnTo>
                          <a:pt x="120" y="262"/>
                        </a:lnTo>
                        <a:lnTo>
                          <a:pt x="121" y="261"/>
                        </a:lnTo>
                        <a:lnTo>
                          <a:pt x="121" y="261"/>
                        </a:lnTo>
                        <a:lnTo>
                          <a:pt x="135" y="253"/>
                        </a:lnTo>
                        <a:lnTo>
                          <a:pt x="135" y="253"/>
                        </a:lnTo>
                        <a:cubicBezTo>
                          <a:pt x="137" y="253"/>
                          <a:pt x="138" y="253"/>
                          <a:pt x="139" y="253"/>
                        </a:cubicBezTo>
                        <a:cubicBezTo>
                          <a:pt x="140" y="253"/>
                          <a:pt x="141" y="253"/>
                          <a:pt x="143" y="254"/>
                        </a:cubicBezTo>
                        <a:cubicBezTo>
                          <a:pt x="143" y="254"/>
                          <a:pt x="144" y="254"/>
                          <a:pt x="144" y="255"/>
                        </a:cubicBezTo>
                        <a:lnTo>
                          <a:pt x="214" y="322"/>
                        </a:lnTo>
                        <a:lnTo>
                          <a:pt x="214" y="322"/>
                        </a:lnTo>
                        <a:cubicBezTo>
                          <a:pt x="215" y="323"/>
                          <a:pt x="214" y="324"/>
                          <a:pt x="215" y="324"/>
                        </a:cubicBezTo>
                        <a:cubicBezTo>
                          <a:pt x="215" y="326"/>
                          <a:pt x="216" y="326"/>
                          <a:pt x="216" y="327"/>
                        </a:cubicBezTo>
                        <a:cubicBezTo>
                          <a:pt x="216" y="329"/>
                          <a:pt x="215" y="330"/>
                          <a:pt x="215" y="331"/>
                        </a:cubicBezTo>
                        <a:cubicBezTo>
                          <a:pt x="214" y="332"/>
                          <a:pt x="215" y="332"/>
                          <a:pt x="214" y="333"/>
                        </a:cubicBezTo>
                        <a:lnTo>
                          <a:pt x="202" y="344"/>
                        </a:lnTo>
                        <a:cubicBezTo>
                          <a:pt x="177" y="369"/>
                          <a:pt x="169" y="384"/>
                          <a:pt x="168" y="393"/>
                        </a:cubicBezTo>
                        <a:lnTo>
                          <a:pt x="168" y="393"/>
                        </a:lnTo>
                        <a:cubicBezTo>
                          <a:pt x="168" y="395"/>
                          <a:pt x="167" y="397"/>
                          <a:pt x="167" y="400"/>
                        </a:cubicBezTo>
                        <a:cubicBezTo>
                          <a:pt x="167" y="405"/>
                          <a:pt x="169" y="411"/>
                          <a:pt x="172" y="416"/>
                        </a:cubicBezTo>
                        <a:cubicBezTo>
                          <a:pt x="173" y="418"/>
                          <a:pt x="175" y="421"/>
                          <a:pt x="178" y="423"/>
                        </a:cubicBezTo>
                        <a:lnTo>
                          <a:pt x="178" y="423"/>
                        </a:lnTo>
                        <a:cubicBezTo>
                          <a:pt x="180" y="425"/>
                          <a:pt x="182" y="428"/>
                          <a:pt x="185" y="429"/>
                        </a:cubicBezTo>
                        <a:cubicBezTo>
                          <a:pt x="189" y="432"/>
                          <a:pt x="194" y="433"/>
                          <a:pt x="199" y="433"/>
                        </a:cubicBezTo>
                        <a:cubicBezTo>
                          <a:pt x="200" y="433"/>
                          <a:pt x="202" y="432"/>
                          <a:pt x="203" y="432"/>
                        </a:cubicBezTo>
                        <a:cubicBezTo>
                          <a:pt x="213" y="430"/>
                          <a:pt x="224" y="425"/>
                          <a:pt x="235" y="414"/>
                        </a:cubicBezTo>
                        <a:cubicBezTo>
                          <a:pt x="246" y="404"/>
                          <a:pt x="252" y="393"/>
                          <a:pt x="255" y="383"/>
                        </a:cubicBezTo>
                        <a:cubicBezTo>
                          <a:pt x="257" y="371"/>
                          <a:pt x="256" y="356"/>
                          <a:pt x="251" y="337"/>
                        </a:cubicBezTo>
                        <a:cubicBezTo>
                          <a:pt x="236" y="292"/>
                          <a:pt x="231" y="252"/>
                          <a:pt x="236" y="217"/>
                        </a:cubicBezTo>
                        <a:cubicBezTo>
                          <a:pt x="242" y="180"/>
                          <a:pt x="264" y="143"/>
                          <a:pt x="303" y="106"/>
                        </a:cubicBezTo>
                        <a:cubicBezTo>
                          <a:pt x="339" y="72"/>
                          <a:pt x="377" y="50"/>
                          <a:pt x="417" y="44"/>
                        </a:cubicBezTo>
                        <a:lnTo>
                          <a:pt x="417" y="44"/>
                        </a:lnTo>
                        <a:cubicBezTo>
                          <a:pt x="426" y="42"/>
                          <a:pt x="434" y="41"/>
                          <a:pt x="443" y="41"/>
                        </a:cubicBezTo>
                        <a:cubicBezTo>
                          <a:pt x="466" y="41"/>
                          <a:pt x="489" y="47"/>
                          <a:pt x="510" y="58"/>
                        </a:cubicBezTo>
                        <a:lnTo>
                          <a:pt x="568" y="2"/>
                        </a:lnTo>
                        <a:lnTo>
                          <a:pt x="568" y="2"/>
                        </a:lnTo>
                        <a:lnTo>
                          <a:pt x="569" y="1"/>
                        </a:lnTo>
                        <a:cubicBezTo>
                          <a:pt x="570" y="0"/>
                          <a:pt x="572" y="0"/>
                          <a:pt x="573" y="0"/>
                        </a:cubicBezTo>
                        <a:cubicBezTo>
                          <a:pt x="574" y="0"/>
                          <a:pt x="576" y="0"/>
                          <a:pt x="577" y="1"/>
                        </a:cubicBezTo>
                        <a:lnTo>
                          <a:pt x="578" y="2"/>
                        </a:lnTo>
                        <a:lnTo>
                          <a:pt x="626" y="49"/>
                        </a:lnTo>
                        <a:lnTo>
                          <a:pt x="626" y="49"/>
                        </a:lnTo>
                        <a:cubicBezTo>
                          <a:pt x="627" y="49"/>
                          <a:pt x="627" y="50"/>
                          <a:pt x="627" y="50"/>
                        </a:cubicBezTo>
                        <a:cubicBezTo>
                          <a:pt x="628" y="51"/>
                          <a:pt x="628" y="53"/>
                          <a:pt x="628" y="54"/>
                        </a:cubicBezTo>
                        <a:cubicBezTo>
                          <a:pt x="628" y="55"/>
                          <a:pt x="628" y="57"/>
                          <a:pt x="627" y="58"/>
                        </a:cubicBezTo>
                        <a:cubicBezTo>
                          <a:pt x="627" y="58"/>
                          <a:pt x="627" y="59"/>
                          <a:pt x="626" y="59"/>
                        </a:cubicBezTo>
                        <a:lnTo>
                          <a:pt x="567" y="116"/>
                        </a:lnTo>
                        <a:cubicBezTo>
                          <a:pt x="580" y="144"/>
                          <a:pt x="582" y="175"/>
                          <a:pt x="573" y="209"/>
                        </a:cubicBezTo>
                        <a:lnTo>
                          <a:pt x="573" y="209"/>
                        </a:lnTo>
                        <a:cubicBezTo>
                          <a:pt x="562" y="248"/>
                          <a:pt x="536" y="287"/>
                          <a:pt x="496" y="326"/>
                        </a:cubicBezTo>
                        <a:lnTo>
                          <a:pt x="492" y="329"/>
                        </a:lnTo>
                        <a:lnTo>
                          <a:pt x="492" y="329"/>
                        </a:lnTo>
                        <a:lnTo>
                          <a:pt x="491" y="330"/>
                        </a:lnTo>
                        <a:lnTo>
                          <a:pt x="490" y="330"/>
                        </a:lnTo>
                        <a:lnTo>
                          <a:pt x="476" y="336"/>
                        </a:lnTo>
                        <a:lnTo>
                          <a:pt x="476" y="336"/>
                        </a:lnTo>
                        <a:cubicBezTo>
                          <a:pt x="475" y="336"/>
                          <a:pt x="474" y="336"/>
                          <a:pt x="473" y="336"/>
                        </a:cubicBezTo>
                        <a:cubicBezTo>
                          <a:pt x="472" y="336"/>
                          <a:pt x="471" y="336"/>
                          <a:pt x="469" y="335"/>
                        </a:cubicBezTo>
                        <a:cubicBezTo>
                          <a:pt x="469" y="335"/>
                          <a:pt x="468" y="335"/>
                          <a:pt x="468" y="334"/>
                        </a:cubicBezTo>
                        <a:lnTo>
                          <a:pt x="399" y="268"/>
                        </a:lnTo>
                        <a:lnTo>
                          <a:pt x="399" y="268"/>
                        </a:lnTo>
                        <a:cubicBezTo>
                          <a:pt x="398" y="267"/>
                          <a:pt x="398" y="267"/>
                          <a:pt x="398" y="266"/>
                        </a:cubicBezTo>
                        <a:cubicBezTo>
                          <a:pt x="397" y="265"/>
                          <a:pt x="397" y="264"/>
                          <a:pt x="397" y="262"/>
                        </a:cubicBezTo>
                        <a:lnTo>
                          <a:pt x="397" y="262"/>
                        </a:lnTo>
                        <a:cubicBezTo>
                          <a:pt x="397" y="261"/>
                          <a:pt x="397" y="261"/>
                          <a:pt x="398" y="259"/>
                        </a:cubicBezTo>
                        <a:cubicBezTo>
                          <a:pt x="398" y="259"/>
                          <a:pt x="398" y="258"/>
                          <a:pt x="399" y="257"/>
                        </a:cubicBezTo>
                        <a:lnTo>
                          <a:pt x="411" y="245"/>
                        </a:lnTo>
                        <a:cubicBezTo>
                          <a:pt x="429" y="228"/>
                          <a:pt x="440" y="212"/>
                          <a:pt x="445" y="199"/>
                        </a:cubicBezTo>
                        <a:cubicBezTo>
                          <a:pt x="449" y="186"/>
                          <a:pt x="446" y="179"/>
                          <a:pt x="441" y="175"/>
                        </a:cubicBezTo>
                        <a:lnTo>
                          <a:pt x="441" y="175"/>
                        </a:lnTo>
                        <a:cubicBezTo>
                          <a:pt x="439" y="173"/>
                          <a:pt x="438" y="172"/>
                          <a:pt x="435" y="170"/>
                        </a:cubicBezTo>
                        <a:cubicBezTo>
                          <a:pt x="432" y="168"/>
                          <a:pt x="428" y="167"/>
                          <a:pt x="424" y="167"/>
                        </a:cubicBezTo>
                        <a:cubicBezTo>
                          <a:pt x="423" y="167"/>
                          <a:pt x="422" y="168"/>
                          <a:pt x="421" y="168"/>
                        </a:cubicBezTo>
                        <a:lnTo>
                          <a:pt x="419" y="168"/>
                        </a:lnTo>
                        <a:cubicBezTo>
                          <a:pt x="409" y="170"/>
                          <a:pt x="399" y="177"/>
                          <a:pt x="387" y="188"/>
                        </a:cubicBezTo>
                        <a:cubicBezTo>
                          <a:pt x="376" y="198"/>
                          <a:pt x="370" y="208"/>
                          <a:pt x="368" y="217"/>
                        </a:cubicBezTo>
                        <a:cubicBezTo>
                          <a:pt x="367" y="223"/>
                          <a:pt x="365" y="238"/>
                          <a:pt x="373" y="264"/>
                        </a:cubicBezTo>
                        <a:cubicBezTo>
                          <a:pt x="386" y="311"/>
                          <a:pt x="390" y="351"/>
                          <a:pt x="385" y="385"/>
                        </a:cubicBezTo>
                        <a:cubicBezTo>
                          <a:pt x="380" y="422"/>
                          <a:pt x="358" y="459"/>
                          <a:pt x="320" y="496"/>
                        </a:cubicBezTo>
                        <a:cubicBezTo>
                          <a:pt x="284" y="530"/>
                          <a:pt x="246" y="551"/>
                          <a:pt x="208" y="558"/>
                        </a:cubicBezTo>
                        <a:lnTo>
                          <a:pt x="205" y="558"/>
                        </a:lnTo>
                        <a:lnTo>
                          <a:pt x="205" y="558"/>
                        </a:lnTo>
                        <a:cubicBezTo>
                          <a:pt x="197" y="560"/>
                          <a:pt x="189" y="560"/>
                          <a:pt x="181" y="560"/>
                        </a:cubicBezTo>
                        <a:cubicBezTo>
                          <a:pt x="157" y="560"/>
                          <a:pt x="134" y="554"/>
                          <a:pt x="113" y="543"/>
                        </a:cubicBezTo>
                        <a:lnTo>
                          <a:pt x="60" y="594"/>
                        </a:lnTo>
                        <a:lnTo>
                          <a:pt x="60" y="594"/>
                        </a:lnTo>
                        <a:cubicBezTo>
                          <a:pt x="59" y="594"/>
                          <a:pt x="59" y="595"/>
                          <a:pt x="58" y="595"/>
                        </a:cubicBezTo>
                        <a:cubicBezTo>
                          <a:pt x="56" y="596"/>
                          <a:pt x="56" y="596"/>
                          <a:pt x="55" y="596"/>
                        </a:cubicBezTo>
                        <a:moveTo>
                          <a:pt x="17" y="542"/>
                        </a:moveTo>
                        <a:lnTo>
                          <a:pt x="55" y="579"/>
                        </a:lnTo>
                        <a:lnTo>
                          <a:pt x="107" y="529"/>
                        </a:lnTo>
                        <a:lnTo>
                          <a:pt x="107" y="529"/>
                        </a:lnTo>
                        <a:cubicBezTo>
                          <a:pt x="108" y="528"/>
                          <a:pt x="107" y="528"/>
                          <a:pt x="109" y="527"/>
                        </a:cubicBezTo>
                        <a:cubicBezTo>
                          <a:pt x="110" y="527"/>
                          <a:pt x="110" y="526"/>
                          <a:pt x="112" y="526"/>
                        </a:cubicBezTo>
                        <a:cubicBezTo>
                          <a:pt x="113" y="526"/>
                          <a:pt x="115" y="527"/>
                          <a:pt x="116" y="527"/>
                        </a:cubicBezTo>
                        <a:lnTo>
                          <a:pt x="116" y="528"/>
                        </a:lnTo>
                        <a:lnTo>
                          <a:pt x="116" y="528"/>
                        </a:lnTo>
                        <a:cubicBezTo>
                          <a:pt x="117" y="528"/>
                          <a:pt x="118" y="529"/>
                          <a:pt x="119" y="529"/>
                        </a:cubicBezTo>
                        <a:cubicBezTo>
                          <a:pt x="138" y="540"/>
                          <a:pt x="159" y="546"/>
                          <a:pt x="182" y="546"/>
                        </a:cubicBezTo>
                        <a:cubicBezTo>
                          <a:pt x="189" y="546"/>
                          <a:pt x="196" y="545"/>
                          <a:pt x="203" y="544"/>
                        </a:cubicBezTo>
                        <a:lnTo>
                          <a:pt x="205" y="544"/>
                        </a:lnTo>
                        <a:cubicBezTo>
                          <a:pt x="241" y="537"/>
                          <a:pt x="276" y="518"/>
                          <a:pt x="310" y="485"/>
                        </a:cubicBezTo>
                        <a:cubicBezTo>
                          <a:pt x="346" y="451"/>
                          <a:pt x="366" y="417"/>
                          <a:pt x="371" y="383"/>
                        </a:cubicBezTo>
                        <a:cubicBezTo>
                          <a:pt x="376" y="351"/>
                          <a:pt x="372" y="313"/>
                          <a:pt x="359" y="269"/>
                        </a:cubicBezTo>
                        <a:cubicBezTo>
                          <a:pt x="351" y="240"/>
                          <a:pt x="352" y="223"/>
                          <a:pt x="354" y="214"/>
                        </a:cubicBezTo>
                        <a:cubicBezTo>
                          <a:pt x="357" y="202"/>
                          <a:pt x="364" y="190"/>
                          <a:pt x="377" y="178"/>
                        </a:cubicBezTo>
                        <a:cubicBezTo>
                          <a:pt x="391" y="165"/>
                          <a:pt x="404" y="157"/>
                          <a:pt x="416" y="154"/>
                        </a:cubicBezTo>
                        <a:lnTo>
                          <a:pt x="419" y="153"/>
                        </a:lnTo>
                        <a:lnTo>
                          <a:pt x="419" y="153"/>
                        </a:lnTo>
                        <a:cubicBezTo>
                          <a:pt x="421" y="153"/>
                          <a:pt x="423" y="153"/>
                          <a:pt x="425" y="153"/>
                        </a:cubicBezTo>
                        <a:cubicBezTo>
                          <a:pt x="431" y="153"/>
                          <a:pt x="438" y="155"/>
                          <a:pt x="443" y="158"/>
                        </a:cubicBezTo>
                        <a:cubicBezTo>
                          <a:pt x="446" y="160"/>
                          <a:pt x="449" y="162"/>
                          <a:pt x="452" y="165"/>
                        </a:cubicBezTo>
                        <a:cubicBezTo>
                          <a:pt x="462" y="175"/>
                          <a:pt x="465" y="187"/>
                          <a:pt x="460" y="203"/>
                        </a:cubicBezTo>
                        <a:cubicBezTo>
                          <a:pt x="454" y="220"/>
                          <a:pt x="442" y="237"/>
                          <a:pt x="421" y="256"/>
                        </a:cubicBezTo>
                        <a:lnTo>
                          <a:pt x="415" y="263"/>
                        </a:lnTo>
                        <a:lnTo>
                          <a:pt x="475" y="321"/>
                        </a:lnTo>
                        <a:lnTo>
                          <a:pt x="484" y="317"/>
                        </a:lnTo>
                        <a:lnTo>
                          <a:pt x="486" y="315"/>
                        </a:lnTo>
                        <a:cubicBezTo>
                          <a:pt x="524" y="279"/>
                          <a:pt x="549" y="242"/>
                          <a:pt x="559" y="206"/>
                        </a:cubicBezTo>
                        <a:lnTo>
                          <a:pt x="559" y="206"/>
                        </a:lnTo>
                        <a:cubicBezTo>
                          <a:pt x="568" y="173"/>
                          <a:pt x="565" y="144"/>
                          <a:pt x="551" y="119"/>
                        </a:cubicBezTo>
                        <a:lnTo>
                          <a:pt x="551" y="119"/>
                        </a:lnTo>
                        <a:cubicBezTo>
                          <a:pt x="551" y="118"/>
                          <a:pt x="550" y="116"/>
                          <a:pt x="550" y="115"/>
                        </a:cubicBezTo>
                        <a:cubicBezTo>
                          <a:pt x="550" y="114"/>
                          <a:pt x="550" y="113"/>
                          <a:pt x="551" y="112"/>
                        </a:cubicBezTo>
                        <a:cubicBezTo>
                          <a:pt x="551" y="111"/>
                          <a:pt x="552" y="110"/>
                          <a:pt x="553" y="110"/>
                        </a:cubicBezTo>
                        <a:lnTo>
                          <a:pt x="611" y="54"/>
                        </a:lnTo>
                        <a:lnTo>
                          <a:pt x="573" y="18"/>
                        </a:lnTo>
                        <a:lnTo>
                          <a:pt x="516" y="73"/>
                        </a:lnTo>
                        <a:lnTo>
                          <a:pt x="516" y="73"/>
                        </a:lnTo>
                        <a:cubicBezTo>
                          <a:pt x="515" y="73"/>
                          <a:pt x="515" y="74"/>
                          <a:pt x="514" y="74"/>
                        </a:cubicBezTo>
                        <a:cubicBezTo>
                          <a:pt x="513" y="75"/>
                          <a:pt x="512" y="75"/>
                          <a:pt x="511" y="75"/>
                        </a:cubicBezTo>
                        <a:cubicBezTo>
                          <a:pt x="509" y="75"/>
                          <a:pt x="508" y="74"/>
                          <a:pt x="507" y="74"/>
                        </a:cubicBezTo>
                        <a:lnTo>
                          <a:pt x="507" y="74"/>
                        </a:lnTo>
                        <a:lnTo>
                          <a:pt x="507" y="74"/>
                        </a:lnTo>
                        <a:cubicBezTo>
                          <a:pt x="506" y="73"/>
                          <a:pt x="506" y="73"/>
                          <a:pt x="505" y="73"/>
                        </a:cubicBezTo>
                        <a:cubicBezTo>
                          <a:pt x="487" y="62"/>
                          <a:pt x="465" y="56"/>
                          <a:pt x="443" y="56"/>
                        </a:cubicBezTo>
                        <a:cubicBezTo>
                          <a:pt x="435" y="56"/>
                          <a:pt x="427" y="57"/>
                          <a:pt x="420" y="58"/>
                        </a:cubicBezTo>
                        <a:cubicBezTo>
                          <a:pt x="382" y="65"/>
                          <a:pt x="347" y="84"/>
                          <a:pt x="313" y="116"/>
                        </a:cubicBezTo>
                        <a:cubicBezTo>
                          <a:pt x="277" y="151"/>
                          <a:pt x="256" y="186"/>
                          <a:pt x="251" y="220"/>
                        </a:cubicBezTo>
                        <a:cubicBezTo>
                          <a:pt x="246" y="252"/>
                          <a:pt x="251" y="290"/>
                          <a:pt x="265" y="333"/>
                        </a:cubicBezTo>
                        <a:cubicBezTo>
                          <a:pt x="271" y="354"/>
                          <a:pt x="273" y="372"/>
                          <a:pt x="269" y="386"/>
                        </a:cubicBezTo>
                        <a:cubicBezTo>
                          <a:pt x="266" y="399"/>
                          <a:pt x="258" y="413"/>
                          <a:pt x="245" y="425"/>
                        </a:cubicBezTo>
                        <a:cubicBezTo>
                          <a:pt x="232" y="438"/>
                          <a:pt x="219" y="445"/>
                          <a:pt x="206" y="447"/>
                        </a:cubicBezTo>
                        <a:lnTo>
                          <a:pt x="206" y="447"/>
                        </a:lnTo>
                        <a:cubicBezTo>
                          <a:pt x="204" y="447"/>
                          <a:pt x="201" y="447"/>
                          <a:pt x="199" y="447"/>
                        </a:cubicBezTo>
                        <a:cubicBezTo>
                          <a:pt x="191" y="447"/>
                          <a:pt x="184" y="446"/>
                          <a:pt x="178" y="442"/>
                        </a:cubicBezTo>
                        <a:cubicBezTo>
                          <a:pt x="174" y="440"/>
                          <a:pt x="171" y="437"/>
                          <a:pt x="168" y="434"/>
                        </a:cubicBezTo>
                        <a:lnTo>
                          <a:pt x="168" y="434"/>
                        </a:lnTo>
                        <a:cubicBezTo>
                          <a:pt x="164" y="431"/>
                          <a:pt x="161" y="427"/>
                          <a:pt x="159" y="423"/>
                        </a:cubicBezTo>
                        <a:cubicBezTo>
                          <a:pt x="155" y="416"/>
                          <a:pt x="153" y="408"/>
                          <a:pt x="153" y="400"/>
                        </a:cubicBezTo>
                        <a:cubicBezTo>
                          <a:pt x="153" y="397"/>
                          <a:pt x="153" y="394"/>
                          <a:pt x="154" y="391"/>
                        </a:cubicBezTo>
                        <a:cubicBezTo>
                          <a:pt x="156" y="375"/>
                          <a:pt x="169" y="356"/>
                          <a:pt x="192" y="334"/>
                        </a:cubicBezTo>
                        <a:lnTo>
                          <a:pt x="198" y="328"/>
                        </a:lnTo>
                        <a:lnTo>
                          <a:pt x="138" y="269"/>
                        </a:lnTo>
                        <a:lnTo>
                          <a:pt x="127" y="275"/>
                        </a:lnTo>
                        <a:cubicBezTo>
                          <a:pt x="83" y="317"/>
                          <a:pt x="58" y="357"/>
                          <a:pt x="52" y="395"/>
                        </a:cubicBezTo>
                        <a:cubicBezTo>
                          <a:pt x="47" y="428"/>
                          <a:pt x="53" y="458"/>
                          <a:pt x="70" y="484"/>
                        </a:cubicBezTo>
                        <a:lnTo>
                          <a:pt x="70" y="484"/>
                        </a:lnTo>
                        <a:lnTo>
                          <a:pt x="70" y="484"/>
                        </a:lnTo>
                        <a:cubicBezTo>
                          <a:pt x="71" y="485"/>
                          <a:pt x="71" y="487"/>
                          <a:pt x="71" y="488"/>
                        </a:cubicBezTo>
                        <a:cubicBezTo>
                          <a:pt x="71" y="490"/>
                          <a:pt x="70" y="490"/>
                          <a:pt x="70" y="491"/>
                        </a:cubicBezTo>
                        <a:cubicBezTo>
                          <a:pt x="69" y="492"/>
                          <a:pt x="69" y="492"/>
                          <a:pt x="69" y="493"/>
                        </a:cubicBezTo>
                        <a:lnTo>
                          <a:pt x="17" y="542"/>
                        </a:lnTo>
                        <a:moveTo>
                          <a:pt x="566" y="208"/>
                        </a:moveTo>
                        <a:lnTo>
                          <a:pt x="566" y="20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1" name="Google Shape;1721;p30"/>
                  <p:cNvSpPr/>
                  <p:nvPr/>
                </p:nvSpPr>
                <p:spPr>
                  <a:xfrm>
                    <a:off x="2760107" y="3458475"/>
                    <a:ext cx="431494" cy="380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3" h="972" extrusionOk="0">
                        <a:moveTo>
                          <a:pt x="329" y="970"/>
                        </a:moveTo>
                        <a:cubicBezTo>
                          <a:pt x="228" y="970"/>
                          <a:pt x="141" y="939"/>
                          <a:pt x="79" y="879"/>
                        </a:cubicBezTo>
                        <a:cubicBezTo>
                          <a:pt x="73" y="873"/>
                          <a:pt x="68" y="868"/>
                          <a:pt x="63" y="862"/>
                        </a:cubicBezTo>
                        <a:lnTo>
                          <a:pt x="2" y="793"/>
                        </a:lnTo>
                        <a:lnTo>
                          <a:pt x="2" y="793"/>
                        </a:lnTo>
                        <a:lnTo>
                          <a:pt x="2" y="793"/>
                        </a:lnTo>
                        <a:lnTo>
                          <a:pt x="2" y="793"/>
                        </a:lnTo>
                        <a:cubicBezTo>
                          <a:pt x="1" y="793"/>
                          <a:pt x="1" y="792"/>
                          <a:pt x="1" y="792"/>
                        </a:cubicBezTo>
                        <a:cubicBezTo>
                          <a:pt x="0" y="791"/>
                          <a:pt x="0" y="790"/>
                          <a:pt x="0" y="788"/>
                        </a:cubicBezTo>
                        <a:cubicBezTo>
                          <a:pt x="0" y="787"/>
                          <a:pt x="0" y="786"/>
                          <a:pt x="1" y="785"/>
                        </a:cubicBezTo>
                        <a:cubicBezTo>
                          <a:pt x="1" y="784"/>
                          <a:pt x="1" y="783"/>
                          <a:pt x="3" y="782"/>
                        </a:cubicBezTo>
                        <a:cubicBezTo>
                          <a:pt x="4" y="781"/>
                          <a:pt x="6" y="781"/>
                          <a:pt x="7" y="781"/>
                        </a:cubicBezTo>
                        <a:cubicBezTo>
                          <a:pt x="8" y="781"/>
                          <a:pt x="10" y="781"/>
                          <a:pt x="11" y="782"/>
                        </a:cubicBezTo>
                        <a:cubicBezTo>
                          <a:pt x="11" y="782"/>
                          <a:pt x="12" y="783"/>
                          <a:pt x="13" y="783"/>
                        </a:cubicBezTo>
                        <a:lnTo>
                          <a:pt x="13" y="783"/>
                        </a:lnTo>
                        <a:lnTo>
                          <a:pt x="13" y="783"/>
                        </a:lnTo>
                        <a:cubicBezTo>
                          <a:pt x="17" y="789"/>
                          <a:pt x="22" y="794"/>
                          <a:pt x="28" y="799"/>
                        </a:cubicBezTo>
                        <a:cubicBezTo>
                          <a:pt x="106" y="874"/>
                          <a:pt x="223" y="903"/>
                          <a:pt x="359" y="879"/>
                        </a:cubicBezTo>
                        <a:cubicBezTo>
                          <a:pt x="492" y="855"/>
                          <a:pt x="627" y="784"/>
                          <a:pt x="738" y="677"/>
                        </a:cubicBezTo>
                        <a:cubicBezTo>
                          <a:pt x="961" y="464"/>
                          <a:pt x="1024" y="172"/>
                          <a:pt x="883" y="12"/>
                        </a:cubicBezTo>
                        <a:lnTo>
                          <a:pt x="883" y="12"/>
                        </a:lnTo>
                        <a:cubicBezTo>
                          <a:pt x="882" y="12"/>
                          <a:pt x="882" y="12"/>
                          <a:pt x="882" y="11"/>
                        </a:cubicBezTo>
                        <a:cubicBezTo>
                          <a:pt x="881" y="10"/>
                          <a:pt x="881" y="10"/>
                          <a:pt x="881" y="8"/>
                        </a:cubicBezTo>
                        <a:cubicBezTo>
                          <a:pt x="881" y="7"/>
                          <a:pt x="881" y="6"/>
                          <a:pt x="882" y="4"/>
                        </a:cubicBezTo>
                        <a:cubicBezTo>
                          <a:pt x="882" y="3"/>
                          <a:pt x="883" y="2"/>
                          <a:pt x="885" y="1"/>
                        </a:cubicBezTo>
                        <a:cubicBezTo>
                          <a:pt x="886" y="1"/>
                          <a:pt x="887" y="0"/>
                          <a:pt x="888" y="0"/>
                        </a:cubicBezTo>
                        <a:cubicBezTo>
                          <a:pt x="889" y="0"/>
                          <a:pt x="891" y="1"/>
                          <a:pt x="892" y="1"/>
                        </a:cubicBezTo>
                        <a:cubicBezTo>
                          <a:pt x="892" y="2"/>
                          <a:pt x="893" y="2"/>
                          <a:pt x="893" y="3"/>
                        </a:cubicBezTo>
                        <a:lnTo>
                          <a:pt x="955" y="72"/>
                        </a:lnTo>
                        <a:cubicBezTo>
                          <a:pt x="1102" y="237"/>
                          <a:pt x="1038" y="538"/>
                          <a:pt x="809" y="757"/>
                        </a:cubicBezTo>
                        <a:cubicBezTo>
                          <a:pt x="696" y="865"/>
                          <a:pt x="559" y="938"/>
                          <a:pt x="423" y="962"/>
                        </a:cubicBezTo>
                        <a:lnTo>
                          <a:pt x="423" y="962"/>
                        </a:lnTo>
                        <a:cubicBezTo>
                          <a:pt x="392" y="968"/>
                          <a:pt x="360" y="970"/>
                          <a:pt x="329" y="970"/>
                        </a:cubicBezTo>
                        <a:moveTo>
                          <a:pt x="74" y="853"/>
                        </a:moveTo>
                        <a:cubicBezTo>
                          <a:pt x="79" y="858"/>
                          <a:pt x="84" y="863"/>
                          <a:pt x="89" y="868"/>
                        </a:cubicBezTo>
                        <a:cubicBezTo>
                          <a:pt x="167" y="943"/>
                          <a:pt x="284" y="971"/>
                          <a:pt x="420" y="947"/>
                        </a:cubicBezTo>
                        <a:cubicBezTo>
                          <a:pt x="553" y="924"/>
                          <a:pt x="688" y="852"/>
                          <a:pt x="799" y="746"/>
                        </a:cubicBezTo>
                        <a:cubicBezTo>
                          <a:pt x="1022" y="533"/>
                          <a:pt x="1085" y="241"/>
                          <a:pt x="944" y="81"/>
                        </a:cubicBezTo>
                        <a:cubicBezTo>
                          <a:pt x="1019" y="253"/>
                          <a:pt x="944" y="501"/>
                          <a:pt x="748" y="688"/>
                        </a:cubicBezTo>
                        <a:cubicBezTo>
                          <a:pt x="635" y="796"/>
                          <a:pt x="498" y="869"/>
                          <a:pt x="361" y="893"/>
                        </a:cubicBezTo>
                        <a:cubicBezTo>
                          <a:pt x="251" y="913"/>
                          <a:pt x="151" y="898"/>
                          <a:pt x="74" y="85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722" name="Google Shape;1722;p30"/>
                <p:cNvGrpSpPr/>
                <p:nvPr/>
              </p:nvGrpSpPr>
              <p:grpSpPr>
                <a:xfrm>
                  <a:off x="2208123" y="3069620"/>
                  <a:ext cx="295356" cy="204208"/>
                  <a:chOff x="2208123" y="3069620"/>
                  <a:chExt cx="295356" cy="204208"/>
                </a:xfrm>
              </p:grpSpPr>
              <p:sp>
                <p:nvSpPr>
                  <p:cNvPr id="1723" name="Google Shape;1723;p30"/>
                  <p:cNvSpPr/>
                  <p:nvPr/>
                </p:nvSpPr>
                <p:spPr>
                  <a:xfrm>
                    <a:off x="2453797" y="3069620"/>
                    <a:ext cx="11736" cy="8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" h="224" extrusionOk="0">
                        <a:moveTo>
                          <a:pt x="15" y="223"/>
                        </a:moveTo>
                        <a:lnTo>
                          <a:pt x="15" y="223"/>
                        </a:lnTo>
                        <a:lnTo>
                          <a:pt x="15" y="223"/>
                        </a:lnTo>
                        <a:cubicBezTo>
                          <a:pt x="12" y="223"/>
                          <a:pt x="9" y="222"/>
                          <a:pt x="7" y="221"/>
                        </a:cubicBezTo>
                        <a:cubicBezTo>
                          <a:pt x="4" y="219"/>
                          <a:pt x="3" y="217"/>
                          <a:pt x="2" y="215"/>
                        </a:cubicBezTo>
                        <a:cubicBezTo>
                          <a:pt x="1" y="213"/>
                          <a:pt x="0" y="210"/>
                          <a:pt x="0" y="208"/>
                        </a:cubicBezTo>
                        <a:lnTo>
                          <a:pt x="0" y="208"/>
                        </a:lnTo>
                        <a:lnTo>
                          <a:pt x="0" y="15"/>
                        </a:lnTo>
                        <a:lnTo>
                          <a:pt x="0" y="15"/>
                        </a:lnTo>
                        <a:cubicBezTo>
                          <a:pt x="0" y="12"/>
                          <a:pt x="1" y="10"/>
                          <a:pt x="2" y="8"/>
                        </a:cubicBezTo>
                        <a:cubicBezTo>
                          <a:pt x="3" y="5"/>
                          <a:pt x="4" y="3"/>
                          <a:pt x="7" y="2"/>
                        </a:cubicBezTo>
                        <a:cubicBezTo>
                          <a:pt x="9" y="0"/>
                          <a:pt x="12" y="0"/>
                          <a:pt x="15" y="0"/>
                        </a:cubicBezTo>
                        <a:cubicBezTo>
                          <a:pt x="17" y="0"/>
                          <a:pt x="20" y="0"/>
                          <a:pt x="22" y="2"/>
                        </a:cubicBezTo>
                        <a:cubicBezTo>
                          <a:pt x="24" y="3"/>
                          <a:pt x="25" y="5"/>
                          <a:pt x="27" y="8"/>
                        </a:cubicBezTo>
                        <a:cubicBezTo>
                          <a:pt x="28" y="10"/>
                          <a:pt x="29" y="12"/>
                          <a:pt x="29" y="15"/>
                        </a:cubicBezTo>
                        <a:lnTo>
                          <a:pt x="29" y="15"/>
                        </a:lnTo>
                        <a:lnTo>
                          <a:pt x="29" y="208"/>
                        </a:lnTo>
                        <a:lnTo>
                          <a:pt x="29" y="208"/>
                        </a:lnTo>
                        <a:cubicBezTo>
                          <a:pt x="29" y="210"/>
                          <a:pt x="28" y="213"/>
                          <a:pt x="27" y="215"/>
                        </a:cubicBezTo>
                        <a:cubicBezTo>
                          <a:pt x="25" y="217"/>
                          <a:pt x="24" y="219"/>
                          <a:pt x="22" y="221"/>
                        </a:cubicBezTo>
                        <a:cubicBezTo>
                          <a:pt x="20" y="222"/>
                          <a:pt x="17" y="223"/>
                          <a:pt x="15" y="22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4" name="Google Shape;1724;p30"/>
                  <p:cNvSpPr/>
                  <p:nvPr/>
                </p:nvSpPr>
                <p:spPr>
                  <a:xfrm>
                    <a:off x="2415851" y="3107566"/>
                    <a:ext cx="87629" cy="11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" h="30" extrusionOk="0">
                        <a:moveTo>
                          <a:pt x="208" y="29"/>
                        </a:moveTo>
                        <a:lnTo>
                          <a:pt x="15" y="29"/>
                        </a:lnTo>
                        <a:lnTo>
                          <a:pt x="15" y="29"/>
                        </a:lnTo>
                        <a:cubicBezTo>
                          <a:pt x="13" y="29"/>
                          <a:pt x="10" y="28"/>
                          <a:pt x="8" y="27"/>
                        </a:cubicBezTo>
                        <a:cubicBezTo>
                          <a:pt x="6" y="26"/>
                          <a:pt x="3" y="24"/>
                          <a:pt x="2" y="22"/>
                        </a:cubicBezTo>
                        <a:cubicBezTo>
                          <a:pt x="0" y="20"/>
                          <a:pt x="0" y="16"/>
                          <a:pt x="0" y="14"/>
                        </a:cubicBezTo>
                        <a:cubicBezTo>
                          <a:pt x="0" y="11"/>
                          <a:pt x="0" y="9"/>
                          <a:pt x="2" y="7"/>
                        </a:cubicBezTo>
                        <a:cubicBezTo>
                          <a:pt x="3" y="5"/>
                          <a:pt x="6" y="3"/>
                          <a:pt x="8" y="2"/>
                        </a:cubicBezTo>
                        <a:cubicBezTo>
                          <a:pt x="10" y="0"/>
                          <a:pt x="13" y="0"/>
                          <a:pt x="15" y="0"/>
                        </a:cubicBezTo>
                        <a:lnTo>
                          <a:pt x="208" y="0"/>
                        </a:lnTo>
                        <a:lnTo>
                          <a:pt x="208" y="0"/>
                        </a:lnTo>
                        <a:cubicBezTo>
                          <a:pt x="211" y="0"/>
                          <a:pt x="212" y="0"/>
                          <a:pt x="215" y="2"/>
                        </a:cubicBezTo>
                        <a:cubicBezTo>
                          <a:pt x="217" y="3"/>
                          <a:pt x="220" y="5"/>
                          <a:pt x="221" y="7"/>
                        </a:cubicBezTo>
                        <a:cubicBezTo>
                          <a:pt x="222" y="9"/>
                          <a:pt x="223" y="11"/>
                          <a:pt x="223" y="14"/>
                        </a:cubicBezTo>
                        <a:cubicBezTo>
                          <a:pt x="223" y="16"/>
                          <a:pt x="222" y="20"/>
                          <a:pt x="221" y="22"/>
                        </a:cubicBezTo>
                        <a:cubicBezTo>
                          <a:pt x="220" y="24"/>
                          <a:pt x="218" y="25"/>
                          <a:pt x="215" y="27"/>
                        </a:cubicBezTo>
                        <a:cubicBezTo>
                          <a:pt x="213" y="27"/>
                          <a:pt x="211" y="29"/>
                          <a:pt x="208" y="2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5" name="Google Shape;1725;p30"/>
                  <p:cNvSpPr/>
                  <p:nvPr/>
                </p:nvSpPr>
                <p:spPr>
                  <a:xfrm>
                    <a:off x="2245679" y="3069620"/>
                    <a:ext cx="12127" cy="8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224" extrusionOk="0">
                        <a:moveTo>
                          <a:pt x="15" y="223"/>
                        </a:moveTo>
                        <a:lnTo>
                          <a:pt x="15" y="223"/>
                        </a:lnTo>
                        <a:lnTo>
                          <a:pt x="15" y="223"/>
                        </a:lnTo>
                        <a:cubicBezTo>
                          <a:pt x="12" y="223"/>
                          <a:pt x="10" y="222"/>
                          <a:pt x="8" y="221"/>
                        </a:cubicBezTo>
                        <a:cubicBezTo>
                          <a:pt x="5" y="219"/>
                          <a:pt x="3" y="217"/>
                          <a:pt x="2" y="215"/>
                        </a:cubicBezTo>
                        <a:cubicBezTo>
                          <a:pt x="0" y="213"/>
                          <a:pt x="0" y="210"/>
                          <a:pt x="0" y="208"/>
                        </a:cubicBezTo>
                        <a:lnTo>
                          <a:pt x="0" y="208"/>
                        </a:lnTo>
                        <a:lnTo>
                          <a:pt x="0" y="15"/>
                        </a:lnTo>
                        <a:lnTo>
                          <a:pt x="0" y="15"/>
                        </a:lnTo>
                        <a:cubicBezTo>
                          <a:pt x="0" y="12"/>
                          <a:pt x="0" y="10"/>
                          <a:pt x="2" y="8"/>
                        </a:cubicBezTo>
                        <a:cubicBezTo>
                          <a:pt x="3" y="5"/>
                          <a:pt x="5" y="3"/>
                          <a:pt x="8" y="2"/>
                        </a:cubicBezTo>
                        <a:cubicBezTo>
                          <a:pt x="10" y="0"/>
                          <a:pt x="12" y="0"/>
                          <a:pt x="15" y="0"/>
                        </a:cubicBezTo>
                        <a:cubicBezTo>
                          <a:pt x="17" y="0"/>
                          <a:pt x="20" y="0"/>
                          <a:pt x="22" y="2"/>
                        </a:cubicBezTo>
                        <a:cubicBezTo>
                          <a:pt x="24" y="3"/>
                          <a:pt x="26" y="5"/>
                          <a:pt x="28" y="8"/>
                        </a:cubicBezTo>
                        <a:cubicBezTo>
                          <a:pt x="29" y="10"/>
                          <a:pt x="30" y="12"/>
                          <a:pt x="30" y="15"/>
                        </a:cubicBezTo>
                        <a:lnTo>
                          <a:pt x="30" y="15"/>
                        </a:lnTo>
                        <a:lnTo>
                          <a:pt x="30" y="208"/>
                        </a:lnTo>
                        <a:lnTo>
                          <a:pt x="30" y="208"/>
                        </a:lnTo>
                        <a:cubicBezTo>
                          <a:pt x="30" y="210"/>
                          <a:pt x="29" y="213"/>
                          <a:pt x="28" y="215"/>
                        </a:cubicBezTo>
                        <a:cubicBezTo>
                          <a:pt x="26" y="217"/>
                          <a:pt x="24" y="219"/>
                          <a:pt x="22" y="221"/>
                        </a:cubicBezTo>
                        <a:cubicBezTo>
                          <a:pt x="20" y="222"/>
                          <a:pt x="17" y="223"/>
                          <a:pt x="15" y="22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6" name="Google Shape;1726;p30"/>
                  <p:cNvSpPr/>
                  <p:nvPr/>
                </p:nvSpPr>
                <p:spPr>
                  <a:xfrm>
                    <a:off x="2208123" y="3107566"/>
                    <a:ext cx="87238" cy="11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" h="30" extrusionOk="0">
                        <a:moveTo>
                          <a:pt x="207" y="29"/>
                        </a:moveTo>
                        <a:lnTo>
                          <a:pt x="14" y="29"/>
                        </a:lnTo>
                        <a:lnTo>
                          <a:pt x="14" y="29"/>
                        </a:lnTo>
                        <a:cubicBezTo>
                          <a:pt x="12" y="29"/>
                          <a:pt x="9" y="28"/>
                          <a:pt x="7" y="27"/>
                        </a:cubicBezTo>
                        <a:cubicBezTo>
                          <a:pt x="5" y="26"/>
                          <a:pt x="3" y="24"/>
                          <a:pt x="2" y="22"/>
                        </a:cubicBezTo>
                        <a:cubicBezTo>
                          <a:pt x="0" y="20"/>
                          <a:pt x="0" y="16"/>
                          <a:pt x="0" y="14"/>
                        </a:cubicBezTo>
                        <a:cubicBezTo>
                          <a:pt x="0" y="11"/>
                          <a:pt x="0" y="9"/>
                          <a:pt x="2" y="7"/>
                        </a:cubicBezTo>
                        <a:cubicBezTo>
                          <a:pt x="3" y="5"/>
                          <a:pt x="5" y="3"/>
                          <a:pt x="7" y="2"/>
                        </a:cubicBezTo>
                        <a:cubicBezTo>
                          <a:pt x="9" y="0"/>
                          <a:pt x="12" y="0"/>
                          <a:pt x="14" y="0"/>
                        </a:cubicBezTo>
                        <a:lnTo>
                          <a:pt x="207" y="0"/>
                        </a:lnTo>
                        <a:lnTo>
                          <a:pt x="207" y="0"/>
                        </a:lnTo>
                        <a:lnTo>
                          <a:pt x="207" y="0"/>
                        </a:lnTo>
                        <a:cubicBezTo>
                          <a:pt x="210" y="0"/>
                          <a:pt x="212" y="0"/>
                          <a:pt x="215" y="2"/>
                        </a:cubicBezTo>
                        <a:cubicBezTo>
                          <a:pt x="217" y="3"/>
                          <a:pt x="219" y="5"/>
                          <a:pt x="220" y="7"/>
                        </a:cubicBezTo>
                        <a:cubicBezTo>
                          <a:pt x="221" y="9"/>
                          <a:pt x="222" y="11"/>
                          <a:pt x="222" y="14"/>
                        </a:cubicBezTo>
                        <a:cubicBezTo>
                          <a:pt x="222" y="16"/>
                          <a:pt x="221" y="20"/>
                          <a:pt x="220" y="22"/>
                        </a:cubicBezTo>
                        <a:cubicBezTo>
                          <a:pt x="219" y="24"/>
                          <a:pt x="217" y="26"/>
                          <a:pt x="215" y="27"/>
                        </a:cubicBezTo>
                        <a:cubicBezTo>
                          <a:pt x="212" y="28"/>
                          <a:pt x="210" y="29"/>
                          <a:pt x="207" y="2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7" name="Google Shape;1727;p30"/>
                  <p:cNvSpPr/>
                  <p:nvPr/>
                </p:nvSpPr>
                <p:spPr>
                  <a:xfrm>
                    <a:off x="2349738" y="3186589"/>
                    <a:ext cx="11736" cy="872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" h="223" extrusionOk="0">
                        <a:moveTo>
                          <a:pt x="15" y="222"/>
                        </a:moveTo>
                        <a:lnTo>
                          <a:pt x="15" y="222"/>
                        </a:lnTo>
                        <a:lnTo>
                          <a:pt x="15" y="222"/>
                        </a:lnTo>
                        <a:cubicBezTo>
                          <a:pt x="12" y="222"/>
                          <a:pt x="9" y="221"/>
                          <a:pt x="7" y="220"/>
                        </a:cubicBezTo>
                        <a:cubicBezTo>
                          <a:pt x="4" y="219"/>
                          <a:pt x="3" y="217"/>
                          <a:pt x="2" y="215"/>
                        </a:cubicBezTo>
                        <a:cubicBezTo>
                          <a:pt x="1" y="212"/>
                          <a:pt x="0" y="210"/>
                          <a:pt x="0" y="207"/>
                        </a:cubicBezTo>
                        <a:lnTo>
                          <a:pt x="0" y="207"/>
                        </a:lnTo>
                        <a:lnTo>
                          <a:pt x="0" y="14"/>
                        </a:lnTo>
                        <a:lnTo>
                          <a:pt x="0" y="14"/>
                        </a:lnTo>
                        <a:cubicBezTo>
                          <a:pt x="0" y="12"/>
                          <a:pt x="1" y="9"/>
                          <a:pt x="2" y="7"/>
                        </a:cubicBezTo>
                        <a:cubicBezTo>
                          <a:pt x="3" y="5"/>
                          <a:pt x="4" y="3"/>
                          <a:pt x="7" y="2"/>
                        </a:cubicBezTo>
                        <a:cubicBezTo>
                          <a:pt x="9" y="0"/>
                          <a:pt x="12" y="0"/>
                          <a:pt x="15" y="0"/>
                        </a:cubicBezTo>
                        <a:cubicBezTo>
                          <a:pt x="17" y="0"/>
                          <a:pt x="20" y="0"/>
                          <a:pt x="22" y="2"/>
                        </a:cubicBezTo>
                        <a:cubicBezTo>
                          <a:pt x="24" y="3"/>
                          <a:pt x="25" y="5"/>
                          <a:pt x="27" y="7"/>
                        </a:cubicBezTo>
                        <a:cubicBezTo>
                          <a:pt x="28" y="9"/>
                          <a:pt x="29" y="12"/>
                          <a:pt x="29" y="14"/>
                        </a:cubicBezTo>
                        <a:lnTo>
                          <a:pt x="29" y="14"/>
                        </a:lnTo>
                        <a:lnTo>
                          <a:pt x="29" y="207"/>
                        </a:lnTo>
                        <a:lnTo>
                          <a:pt x="29" y="207"/>
                        </a:lnTo>
                        <a:lnTo>
                          <a:pt x="29" y="207"/>
                        </a:lnTo>
                        <a:cubicBezTo>
                          <a:pt x="29" y="210"/>
                          <a:pt x="28" y="212"/>
                          <a:pt x="27" y="215"/>
                        </a:cubicBezTo>
                        <a:cubicBezTo>
                          <a:pt x="25" y="217"/>
                          <a:pt x="24" y="219"/>
                          <a:pt x="22" y="220"/>
                        </a:cubicBezTo>
                        <a:cubicBezTo>
                          <a:pt x="20" y="221"/>
                          <a:pt x="17" y="222"/>
                          <a:pt x="15" y="22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8" name="Google Shape;1728;p30"/>
                  <p:cNvSpPr/>
                  <p:nvPr/>
                </p:nvSpPr>
                <p:spPr>
                  <a:xfrm>
                    <a:off x="2312183" y="3224144"/>
                    <a:ext cx="86846" cy="11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" h="30" extrusionOk="0">
                        <a:moveTo>
                          <a:pt x="207" y="29"/>
                        </a:moveTo>
                        <a:lnTo>
                          <a:pt x="14" y="29"/>
                        </a:lnTo>
                        <a:lnTo>
                          <a:pt x="14" y="29"/>
                        </a:lnTo>
                        <a:cubicBezTo>
                          <a:pt x="12" y="29"/>
                          <a:pt x="10" y="29"/>
                          <a:pt x="8" y="28"/>
                        </a:cubicBezTo>
                        <a:cubicBezTo>
                          <a:pt x="5" y="26"/>
                          <a:pt x="3" y="24"/>
                          <a:pt x="2" y="22"/>
                        </a:cubicBezTo>
                        <a:cubicBezTo>
                          <a:pt x="0" y="20"/>
                          <a:pt x="0" y="17"/>
                          <a:pt x="0" y="15"/>
                        </a:cubicBezTo>
                        <a:cubicBezTo>
                          <a:pt x="0" y="12"/>
                          <a:pt x="0" y="9"/>
                          <a:pt x="2" y="7"/>
                        </a:cubicBezTo>
                        <a:cubicBezTo>
                          <a:pt x="3" y="4"/>
                          <a:pt x="5" y="3"/>
                          <a:pt x="8" y="2"/>
                        </a:cubicBezTo>
                        <a:cubicBezTo>
                          <a:pt x="10" y="1"/>
                          <a:pt x="12" y="0"/>
                          <a:pt x="14" y="0"/>
                        </a:cubicBezTo>
                        <a:lnTo>
                          <a:pt x="207" y="0"/>
                        </a:lnTo>
                        <a:lnTo>
                          <a:pt x="207" y="0"/>
                        </a:lnTo>
                        <a:cubicBezTo>
                          <a:pt x="210" y="0"/>
                          <a:pt x="212" y="1"/>
                          <a:pt x="214" y="2"/>
                        </a:cubicBezTo>
                        <a:cubicBezTo>
                          <a:pt x="216" y="3"/>
                          <a:pt x="217" y="4"/>
                          <a:pt x="219" y="7"/>
                        </a:cubicBezTo>
                        <a:cubicBezTo>
                          <a:pt x="220" y="9"/>
                          <a:pt x="221" y="12"/>
                          <a:pt x="221" y="15"/>
                        </a:cubicBezTo>
                        <a:cubicBezTo>
                          <a:pt x="221" y="17"/>
                          <a:pt x="220" y="20"/>
                          <a:pt x="219" y="22"/>
                        </a:cubicBezTo>
                        <a:cubicBezTo>
                          <a:pt x="217" y="24"/>
                          <a:pt x="216" y="26"/>
                          <a:pt x="214" y="28"/>
                        </a:cubicBezTo>
                        <a:cubicBezTo>
                          <a:pt x="212" y="29"/>
                          <a:pt x="210" y="29"/>
                          <a:pt x="207" y="2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729" name="Google Shape;1729;p30"/>
                <p:cNvGrpSpPr/>
                <p:nvPr/>
              </p:nvGrpSpPr>
              <p:grpSpPr>
                <a:xfrm>
                  <a:off x="2587197" y="2869324"/>
                  <a:ext cx="110318" cy="181127"/>
                  <a:chOff x="2587197" y="2869324"/>
                  <a:chExt cx="110318" cy="181127"/>
                </a:xfrm>
              </p:grpSpPr>
              <p:sp>
                <p:nvSpPr>
                  <p:cNvPr id="1730" name="Google Shape;1730;p30"/>
                  <p:cNvSpPr/>
                  <p:nvPr/>
                </p:nvSpPr>
                <p:spPr>
                  <a:xfrm>
                    <a:off x="2587197" y="2869324"/>
                    <a:ext cx="110318" cy="1811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2" h="463" extrusionOk="0">
                        <a:moveTo>
                          <a:pt x="165" y="462"/>
                        </a:moveTo>
                        <a:lnTo>
                          <a:pt x="121" y="462"/>
                        </a:lnTo>
                        <a:lnTo>
                          <a:pt x="121" y="462"/>
                        </a:lnTo>
                        <a:lnTo>
                          <a:pt x="121" y="462"/>
                        </a:lnTo>
                        <a:cubicBezTo>
                          <a:pt x="119" y="462"/>
                          <a:pt x="118" y="461"/>
                          <a:pt x="117" y="461"/>
                        </a:cubicBezTo>
                        <a:cubicBezTo>
                          <a:pt x="116" y="460"/>
                          <a:pt x="114" y="460"/>
                          <a:pt x="114" y="459"/>
                        </a:cubicBezTo>
                        <a:cubicBezTo>
                          <a:pt x="113" y="457"/>
                          <a:pt x="113" y="456"/>
                          <a:pt x="113" y="455"/>
                        </a:cubicBezTo>
                        <a:lnTo>
                          <a:pt x="113" y="455"/>
                        </a:lnTo>
                        <a:lnTo>
                          <a:pt x="113" y="424"/>
                        </a:lnTo>
                        <a:lnTo>
                          <a:pt x="113" y="424"/>
                        </a:lnTo>
                        <a:cubicBezTo>
                          <a:pt x="76" y="422"/>
                          <a:pt x="40" y="413"/>
                          <a:pt x="6" y="398"/>
                        </a:cubicBezTo>
                        <a:lnTo>
                          <a:pt x="6" y="398"/>
                        </a:lnTo>
                        <a:lnTo>
                          <a:pt x="6" y="398"/>
                        </a:lnTo>
                        <a:cubicBezTo>
                          <a:pt x="5" y="397"/>
                          <a:pt x="4" y="396"/>
                          <a:pt x="3" y="395"/>
                        </a:cubicBezTo>
                        <a:cubicBezTo>
                          <a:pt x="2" y="394"/>
                          <a:pt x="2" y="392"/>
                          <a:pt x="2" y="391"/>
                        </a:cubicBezTo>
                        <a:cubicBezTo>
                          <a:pt x="2" y="390"/>
                          <a:pt x="2" y="390"/>
                          <a:pt x="2" y="389"/>
                        </a:cubicBezTo>
                        <a:lnTo>
                          <a:pt x="24" y="317"/>
                        </a:lnTo>
                        <a:lnTo>
                          <a:pt x="24" y="317"/>
                        </a:lnTo>
                        <a:lnTo>
                          <a:pt x="24" y="316"/>
                        </a:lnTo>
                        <a:cubicBezTo>
                          <a:pt x="25" y="315"/>
                          <a:pt x="26" y="314"/>
                          <a:pt x="27" y="313"/>
                        </a:cubicBezTo>
                        <a:cubicBezTo>
                          <a:pt x="28" y="312"/>
                          <a:pt x="29" y="312"/>
                          <a:pt x="31" y="312"/>
                        </a:cubicBezTo>
                        <a:cubicBezTo>
                          <a:pt x="32" y="312"/>
                          <a:pt x="33" y="312"/>
                          <a:pt x="34" y="313"/>
                        </a:cubicBezTo>
                        <a:lnTo>
                          <a:pt x="34" y="313"/>
                        </a:lnTo>
                        <a:cubicBezTo>
                          <a:pt x="48" y="320"/>
                          <a:pt x="62" y="325"/>
                          <a:pt x="77" y="329"/>
                        </a:cubicBezTo>
                        <a:lnTo>
                          <a:pt x="77" y="329"/>
                        </a:lnTo>
                        <a:cubicBezTo>
                          <a:pt x="89" y="332"/>
                          <a:pt x="101" y="334"/>
                          <a:pt x="113" y="335"/>
                        </a:cubicBezTo>
                        <a:lnTo>
                          <a:pt x="113" y="276"/>
                        </a:lnTo>
                        <a:lnTo>
                          <a:pt x="111" y="275"/>
                        </a:lnTo>
                        <a:cubicBezTo>
                          <a:pt x="76" y="266"/>
                          <a:pt x="48" y="251"/>
                          <a:pt x="29" y="231"/>
                        </a:cubicBezTo>
                        <a:lnTo>
                          <a:pt x="29" y="231"/>
                        </a:lnTo>
                        <a:cubicBezTo>
                          <a:pt x="23" y="225"/>
                          <a:pt x="18" y="217"/>
                          <a:pt x="14" y="210"/>
                        </a:cubicBezTo>
                        <a:cubicBezTo>
                          <a:pt x="5" y="194"/>
                          <a:pt x="0" y="177"/>
                          <a:pt x="0" y="159"/>
                        </a:cubicBezTo>
                        <a:lnTo>
                          <a:pt x="0" y="159"/>
                        </a:lnTo>
                        <a:lnTo>
                          <a:pt x="0" y="159"/>
                        </a:lnTo>
                        <a:cubicBezTo>
                          <a:pt x="0" y="158"/>
                          <a:pt x="0" y="157"/>
                          <a:pt x="0" y="156"/>
                        </a:cubicBezTo>
                        <a:cubicBezTo>
                          <a:pt x="0" y="139"/>
                          <a:pt x="5" y="122"/>
                          <a:pt x="13" y="107"/>
                        </a:cubicBezTo>
                        <a:cubicBezTo>
                          <a:pt x="18" y="98"/>
                          <a:pt x="25" y="90"/>
                          <a:pt x="33" y="83"/>
                        </a:cubicBezTo>
                        <a:cubicBezTo>
                          <a:pt x="53" y="65"/>
                          <a:pt x="80" y="54"/>
                          <a:pt x="113" y="50"/>
                        </a:cubicBezTo>
                        <a:lnTo>
                          <a:pt x="113" y="7"/>
                        </a:lnTo>
                        <a:lnTo>
                          <a:pt x="113" y="7"/>
                        </a:lnTo>
                        <a:lnTo>
                          <a:pt x="113" y="7"/>
                        </a:lnTo>
                        <a:cubicBezTo>
                          <a:pt x="113" y="6"/>
                          <a:pt x="113" y="4"/>
                          <a:pt x="114" y="3"/>
                        </a:cubicBezTo>
                        <a:cubicBezTo>
                          <a:pt x="114" y="2"/>
                          <a:pt x="116" y="1"/>
                          <a:pt x="117" y="1"/>
                        </a:cubicBezTo>
                        <a:cubicBezTo>
                          <a:pt x="118" y="0"/>
                          <a:pt x="119" y="0"/>
                          <a:pt x="121" y="0"/>
                        </a:cubicBezTo>
                        <a:lnTo>
                          <a:pt x="121" y="0"/>
                        </a:lnTo>
                        <a:lnTo>
                          <a:pt x="165" y="0"/>
                        </a:lnTo>
                        <a:lnTo>
                          <a:pt x="165" y="0"/>
                        </a:lnTo>
                        <a:lnTo>
                          <a:pt x="165" y="0"/>
                        </a:lnTo>
                        <a:cubicBezTo>
                          <a:pt x="166" y="0"/>
                          <a:pt x="167" y="0"/>
                          <a:pt x="169" y="1"/>
                        </a:cubicBezTo>
                        <a:cubicBezTo>
                          <a:pt x="170" y="1"/>
                          <a:pt x="170" y="2"/>
                          <a:pt x="171" y="3"/>
                        </a:cubicBezTo>
                        <a:cubicBezTo>
                          <a:pt x="171" y="4"/>
                          <a:pt x="172" y="6"/>
                          <a:pt x="172" y="7"/>
                        </a:cubicBezTo>
                        <a:lnTo>
                          <a:pt x="172" y="7"/>
                        </a:lnTo>
                        <a:lnTo>
                          <a:pt x="172" y="50"/>
                        </a:lnTo>
                        <a:lnTo>
                          <a:pt x="172" y="50"/>
                        </a:lnTo>
                        <a:cubicBezTo>
                          <a:pt x="204" y="53"/>
                          <a:pt x="235" y="62"/>
                          <a:pt x="265" y="75"/>
                        </a:cubicBezTo>
                        <a:lnTo>
                          <a:pt x="265" y="75"/>
                        </a:lnTo>
                        <a:lnTo>
                          <a:pt x="265" y="76"/>
                        </a:lnTo>
                        <a:cubicBezTo>
                          <a:pt x="266" y="76"/>
                          <a:pt x="267" y="77"/>
                          <a:pt x="268" y="78"/>
                        </a:cubicBezTo>
                        <a:cubicBezTo>
                          <a:pt x="269" y="79"/>
                          <a:pt x="269" y="81"/>
                          <a:pt x="269" y="82"/>
                        </a:cubicBezTo>
                        <a:cubicBezTo>
                          <a:pt x="269" y="83"/>
                          <a:pt x="269" y="84"/>
                          <a:pt x="268" y="85"/>
                        </a:cubicBezTo>
                        <a:lnTo>
                          <a:pt x="241" y="155"/>
                        </a:lnTo>
                        <a:lnTo>
                          <a:pt x="241" y="155"/>
                        </a:lnTo>
                        <a:lnTo>
                          <a:pt x="241" y="156"/>
                        </a:lnTo>
                        <a:cubicBezTo>
                          <a:pt x="240" y="157"/>
                          <a:pt x="239" y="157"/>
                          <a:pt x="238" y="158"/>
                        </a:cubicBezTo>
                        <a:cubicBezTo>
                          <a:pt x="237" y="158"/>
                          <a:pt x="235" y="159"/>
                          <a:pt x="234" y="159"/>
                        </a:cubicBezTo>
                        <a:cubicBezTo>
                          <a:pt x="232" y="159"/>
                          <a:pt x="232" y="159"/>
                          <a:pt x="231" y="158"/>
                        </a:cubicBezTo>
                        <a:lnTo>
                          <a:pt x="230" y="158"/>
                        </a:lnTo>
                        <a:cubicBezTo>
                          <a:pt x="216" y="148"/>
                          <a:pt x="196" y="142"/>
                          <a:pt x="172" y="138"/>
                        </a:cubicBezTo>
                        <a:lnTo>
                          <a:pt x="173" y="194"/>
                        </a:lnTo>
                        <a:cubicBezTo>
                          <a:pt x="207" y="203"/>
                          <a:pt x="234" y="217"/>
                          <a:pt x="252" y="237"/>
                        </a:cubicBezTo>
                        <a:lnTo>
                          <a:pt x="252" y="237"/>
                        </a:lnTo>
                        <a:cubicBezTo>
                          <a:pt x="258" y="243"/>
                          <a:pt x="264" y="250"/>
                          <a:pt x="268" y="257"/>
                        </a:cubicBezTo>
                        <a:cubicBezTo>
                          <a:pt x="277" y="272"/>
                          <a:pt x="281" y="290"/>
                          <a:pt x="281" y="307"/>
                        </a:cubicBezTo>
                        <a:cubicBezTo>
                          <a:pt x="281" y="308"/>
                          <a:pt x="281" y="308"/>
                          <a:pt x="281" y="308"/>
                        </a:cubicBezTo>
                        <a:cubicBezTo>
                          <a:pt x="281" y="341"/>
                          <a:pt x="271" y="367"/>
                          <a:pt x="251" y="387"/>
                        </a:cubicBezTo>
                        <a:cubicBezTo>
                          <a:pt x="232" y="405"/>
                          <a:pt x="205" y="417"/>
                          <a:pt x="172" y="422"/>
                        </a:cubicBezTo>
                        <a:lnTo>
                          <a:pt x="172" y="455"/>
                        </a:lnTo>
                        <a:lnTo>
                          <a:pt x="172" y="455"/>
                        </a:lnTo>
                        <a:lnTo>
                          <a:pt x="172" y="455"/>
                        </a:lnTo>
                        <a:cubicBezTo>
                          <a:pt x="172" y="456"/>
                          <a:pt x="171" y="457"/>
                          <a:pt x="171" y="459"/>
                        </a:cubicBezTo>
                        <a:cubicBezTo>
                          <a:pt x="170" y="460"/>
                          <a:pt x="170" y="460"/>
                          <a:pt x="169" y="461"/>
                        </a:cubicBezTo>
                        <a:cubicBezTo>
                          <a:pt x="168" y="461"/>
                          <a:pt x="166" y="462"/>
                          <a:pt x="165" y="462"/>
                        </a:cubicBezTo>
                        <a:moveTo>
                          <a:pt x="128" y="448"/>
                        </a:moveTo>
                        <a:lnTo>
                          <a:pt x="158" y="448"/>
                        </a:lnTo>
                        <a:lnTo>
                          <a:pt x="158" y="416"/>
                        </a:lnTo>
                        <a:lnTo>
                          <a:pt x="158" y="416"/>
                        </a:lnTo>
                        <a:lnTo>
                          <a:pt x="158" y="416"/>
                        </a:lnTo>
                        <a:cubicBezTo>
                          <a:pt x="158" y="414"/>
                          <a:pt x="158" y="413"/>
                          <a:pt x="159" y="412"/>
                        </a:cubicBezTo>
                        <a:cubicBezTo>
                          <a:pt x="159" y="411"/>
                          <a:pt x="160" y="409"/>
                          <a:pt x="161" y="409"/>
                        </a:cubicBezTo>
                        <a:cubicBezTo>
                          <a:pt x="162" y="408"/>
                          <a:pt x="163" y="409"/>
                          <a:pt x="164" y="408"/>
                        </a:cubicBezTo>
                        <a:cubicBezTo>
                          <a:pt x="197" y="405"/>
                          <a:pt x="222" y="394"/>
                          <a:pt x="240" y="377"/>
                        </a:cubicBezTo>
                        <a:cubicBezTo>
                          <a:pt x="257" y="359"/>
                          <a:pt x="267" y="337"/>
                          <a:pt x="267" y="309"/>
                        </a:cubicBezTo>
                        <a:lnTo>
                          <a:pt x="267" y="309"/>
                        </a:lnTo>
                        <a:cubicBezTo>
                          <a:pt x="267" y="308"/>
                          <a:pt x="267" y="308"/>
                          <a:pt x="267" y="307"/>
                        </a:cubicBezTo>
                        <a:cubicBezTo>
                          <a:pt x="267" y="292"/>
                          <a:pt x="262" y="278"/>
                          <a:pt x="255" y="265"/>
                        </a:cubicBezTo>
                        <a:cubicBezTo>
                          <a:pt x="251" y="258"/>
                          <a:pt x="247" y="253"/>
                          <a:pt x="242" y="247"/>
                        </a:cubicBezTo>
                        <a:cubicBezTo>
                          <a:pt x="225" y="230"/>
                          <a:pt x="200" y="217"/>
                          <a:pt x="169" y="209"/>
                        </a:cubicBezTo>
                        <a:lnTo>
                          <a:pt x="163" y="207"/>
                        </a:lnTo>
                        <a:lnTo>
                          <a:pt x="163" y="207"/>
                        </a:lnTo>
                        <a:cubicBezTo>
                          <a:pt x="162" y="207"/>
                          <a:pt x="162" y="207"/>
                          <a:pt x="161" y="207"/>
                        </a:cubicBezTo>
                        <a:cubicBezTo>
                          <a:pt x="160" y="206"/>
                          <a:pt x="158" y="205"/>
                          <a:pt x="158" y="204"/>
                        </a:cubicBezTo>
                        <a:cubicBezTo>
                          <a:pt x="157" y="203"/>
                          <a:pt x="157" y="201"/>
                          <a:pt x="157" y="200"/>
                        </a:cubicBezTo>
                        <a:lnTo>
                          <a:pt x="157" y="130"/>
                        </a:lnTo>
                        <a:lnTo>
                          <a:pt x="157" y="130"/>
                        </a:lnTo>
                        <a:lnTo>
                          <a:pt x="157" y="130"/>
                        </a:lnTo>
                        <a:cubicBezTo>
                          <a:pt x="157" y="129"/>
                          <a:pt x="157" y="127"/>
                          <a:pt x="158" y="126"/>
                        </a:cubicBezTo>
                        <a:cubicBezTo>
                          <a:pt x="158" y="124"/>
                          <a:pt x="160" y="124"/>
                          <a:pt x="161" y="124"/>
                        </a:cubicBezTo>
                        <a:cubicBezTo>
                          <a:pt x="162" y="123"/>
                          <a:pt x="163" y="123"/>
                          <a:pt x="165" y="123"/>
                        </a:cubicBezTo>
                        <a:lnTo>
                          <a:pt x="166" y="123"/>
                        </a:lnTo>
                        <a:lnTo>
                          <a:pt x="166" y="123"/>
                        </a:lnTo>
                        <a:cubicBezTo>
                          <a:pt x="188" y="125"/>
                          <a:pt x="210" y="131"/>
                          <a:pt x="230" y="141"/>
                        </a:cubicBezTo>
                        <a:lnTo>
                          <a:pt x="252" y="86"/>
                        </a:lnTo>
                        <a:lnTo>
                          <a:pt x="252" y="86"/>
                        </a:lnTo>
                        <a:cubicBezTo>
                          <a:pt x="224" y="74"/>
                          <a:pt x="194" y="66"/>
                          <a:pt x="164" y="64"/>
                        </a:cubicBezTo>
                        <a:lnTo>
                          <a:pt x="164" y="64"/>
                        </a:lnTo>
                        <a:cubicBezTo>
                          <a:pt x="163" y="64"/>
                          <a:pt x="162" y="63"/>
                          <a:pt x="161" y="63"/>
                        </a:cubicBezTo>
                        <a:cubicBezTo>
                          <a:pt x="160" y="62"/>
                          <a:pt x="158" y="61"/>
                          <a:pt x="158" y="60"/>
                        </a:cubicBezTo>
                        <a:cubicBezTo>
                          <a:pt x="157" y="59"/>
                          <a:pt x="157" y="58"/>
                          <a:pt x="157" y="57"/>
                        </a:cubicBezTo>
                        <a:lnTo>
                          <a:pt x="157" y="14"/>
                        </a:lnTo>
                        <a:lnTo>
                          <a:pt x="128" y="14"/>
                        </a:lnTo>
                        <a:lnTo>
                          <a:pt x="128" y="57"/>
                        </a:lnTo>
                        <a:lnTo>
                          <a:pt x="128" y="57"/>
                        </a:lnTo>
                        <a:lnTo>
                          <a:pt x="128" y="57"/>
                        </a:lnTo>
                        <a:cubicBezTo>
                          <a:pt x="128" y="58"/>
                          <a:pt x="127" y="59"/>
                          <a:pt x="127" y="60"/>
                        </a:cubicBezTo>
                        <a:cubicBezTo>
                          <a:pt x="126" y="61"/>
                          <a:pt x="125" y="62"/>
                          <a:pt x="124" y="63"/>
                        </a:cubicBezTo>
                        <a:cubicBezTo>
                          <a:pt x="123" y="63"/>
                          <a:pt x="122" y="64"/>
                          <a:pt x="121" y="64"/>
                        </a:cubicBezTo>
                        <a:cubicBezTo>
                          <a:pt x="88" y="67"/>
                          <a:pt x="61" y="77"/>
                          <a:pt x="43" y="94"/>
                        </a:cubicBezTo>
                        <a:lnTo>
                          <a:pt x="43" y="94"/>
                        </a:lnTo>
                        <a:cubicBezTo>
                          <a:pt x="36" y="100"/>
                          <a:pt x="30" y="107"/>
                          <a:pt x="26" y="114"/>
                        </a:cubicBezTo>
                        <a:cubicBezTo>
                          <a:pt x="19" y="127"/>
                          <a:pt x="15" y="141"/>
                          <a:pt x="15" y="155"/>
                        </a:cubicBezTo>
                        <a:cubicBezTo>
                          <a:pt x="15" y="156"/>
                          <a:pt x="15" y="157"/>
                          <a:pt x="15" y="158"/>
                        </a:cubicBezTo>
                        <a:lnTo>
                          <a:pt x="15" y="158"/>
                        </a:lnTo>
                        <a:cubicBezTo>
                          <a:pt x="15" y="159"/>
                          <a:pt x="15" y="159"/>
                          <a:pt x="15" y="160"/>
                        </a:cubicBezTo>
                        <a:cubicBezTo>
                          <a:pt x="15" y="175"/>
                          <a:pt x="19" y="189"/>
                          <a:pt x="27" y="203"/>
                        </a:cubicBezTo>
                        <a:cubicBezTo>
                          <a:pt x="30" y="208"/>
                          <a:pt x="35" y="215"/>
                          <a:pt x="40" y="220"/>
                        </a:cubicBezTo>
                        <a:cubicBezTo>
                          <a:pt x="57" y="238"/>
                          <a:pt x="82" y="252"/>
                          <a:pt x="115" y="261"/>
                        </a:cubicBezTo>
                        <a:lnTo>
                          <a:pt x="122" y="263"/>
                        </a:lnTo>
                        <a:lnTo>
                          <a:pt x="122" y="263"/>
                        </a:lnTo>
                        <a:cubicBezTo>
                          <a:pt x="123" y="263"/>
                          <a:pt x="123" y="263"/>
                          <a:pt x="124" y="264"/>
                        </a:cubicBezTo>
                        <a:cubicBezTo>
                          <a:pt x="124" y="264"/>
                          <a:pt x="126" y="264"/>
                          <a:pt x="127" y="266"/>
                        </a:cubicBezTo>
                        <a:cubicBezTo>
                          <a:pt x="127" y="267"/>
                          <a:pt x="128" y="269"/>
                          <a:pt x="128" y="270"/>
                        </a:cubicBezTo>
                        <a:lnTo>
                          <a:pt x="128" y="270"/>
                        </a:lnTo>
                        <a:lnTo>
                          <a:pt x="128" y="343"/>
                        </a:lnTo>
                        <a:lnTo>
                          <a:pt x="128" y="343"/>
                        </a:lnTo>
                        <a:cubicBezTo>
                          <a:pt x="128" y="344"/>
                          <a:pt x="127" y="346"/>
                          <a:pt x="127" y="347"/>
                        </a:cubicBezTo>
                        <a:cubicBezTo>
                          <a:pt x="126" y="348"/>
                          <a:pt x="126" y="348"/>
                          <a:pt x="125" y="349"/>
                        </a:cubicBezTo>
                        <a:lnTo>
                          <a:pt x="125" y="349"/>
                        </a:lnTo>
                        <a:cubicBezTo>
                          <a:pt x="125" y="349"/>
                          <a:pt x="125" y="348"/>
                          <a:pt x="124" y="349"/>
                        </a:cubicBezTo>
                        <a:cubicBezTo>
                          <a:pt x="123" y="349"/>
                          <a:pt x="122" y="351"/>
                          <a:pt x="120" y="351"/>
                        </a:cubicBezTo>
                        <a:lnTo>
                          <a:pt x="120" y="351"/>
                        </a:lnTo>
                        <a:lnTo>
                          <a:pt x="120" y="351"/>
                        </a:lnTo>
                        <a:cubicBezTo>
                          <a:pt x="104" y="349"/>
                          <a:pt x="89" y="347"/>
                          <a:pt x="74" y="343"/>
                        </a:cubicBezTo>
                        <a:lnTo>
                          <a:pt x="74" y="343"/>
                        </a:lnTo>
                        <a:cubicBezTo>
                          <a:pt x="61" y="340"/>
                          <a:pt x="48" y="335"/>
                          <a:pt x="35" y="330"/>
                        </a:cubicBezTo>
                        <a:lnTo>
                          <a:pt x="18" y="387"/>
                        </a:lnTo>
                        <a:lnTo>
                          <a:pt x="18" y="387"/>
                        </a:lnTo>
                        <a:cubicBezTo>
                          <a:pt x="51" y="401"/>
                          <a:pt x="86" y="408"/>
                          <a:pt x="121" y="410"/>
                        </a:cubicBezTo>
                        <a:lnTo>
                          <a:pt x="121" y="410"/>
                        </a:lnTo>
                        <a:cubicBezTo>
                          <a:pt x="122" y="410"/>
                          <a:pt x="123" y="409"/>
                          <a:pt x="124" y="410"/>
                        </a:cubicBezTo>
                        <a:cubicBezTo>
                          <a:pt x="125" y="410"/>
                          <a:pt x="126" y="412"/>
                          <a:pt x="127" y="413"/>
                        </a:cubicBezTo>
                        <a:cubicBezTo>
                          <a:pt x="128" y="414"/>
                          <a:pt x="128" y="416"/>
                          <a:pt x="128" y="417"/>
                        </a:cubicBezTo>
                        <a:lnTo>
                          <a:pt x="128" y="417"/>
                        </a:lnTo>
                        <a:lnTo>
                          <a:pt x="128" y="44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1" name="Google Shape;1731;p30"/>
                  <p:cNvSpPr/>
                  <p:nvPr/>
                </p:nvSpPr>
                <p:spPr>
                  <a:xfrm>
                    <a:off x="2620840" y="2917442"/>
                    <a:ext cx="16822" cy="281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72" extrusionOk="0">
                        <a:moveTo>
                          <a:pt x="35" y="71"/>
                        </a:moveTo>
                        <a:lnTo>
                          <a:pt x="35" y="71"/>
                        </a:lnTo>
                        <a:cubicBezTo>
                          <a:pt x="34" y="71"/>
                          <a:pt x="33" y="71"/>
                          <a:pt x="32" y="71"/>
                        </a:cubicBezTo>
                        <a:lnTo>
                          <a:pt x="32" y="71"/>
                        </a:lnTo>
                        <a:cubicBezTo>
                          <a:pt x="28" y="70"/>
                          <a:pt x="24" y="68"/>
                          <a:pt x="20" y="66"/>
                        </a:cubicBezTo>
                        <a:cubicBezTo>
                          <a:pt x="16" y="63"/>
                          <a:pt x="11" y="60"/>
                          <a:pt x="8" y="56"/>
                        </a:cubicBezTo>
                        <a:lnTo>
                          <a:pt x="8" y="56"/>
                        </a:lnTo>
                        <a:cubicBezTo>
                          <a:pt x="6" y="55"/>
                          <a:pt x="5" y="53"/>
                          <a:pt x="4" y="51"/>
                        </a:cubicBezTo>
                        <a:cubicBezTo>
                          <a:pt x="2" y="47"/>
                          <a:pt x="0" y="41"/>
                          <a:pt x="0" y="36"/>
                        </a:cubicBezTo>
                        <a:lnTo>
                          <a:pt x="0" y="35"/>
                        </a:lnTo>
                        <a:cubicBezTo>
                          <a:pt x="0" y="22"/>
                          <a:pt x="6" y="6"/>
                          <a:pt x="33" y="0"/>
                        </a:cubicBezTo>
                        <a:lnTo>
                          <a:pt x="33" y="0"/>
                        </a:lnTo>
                        <a:cubicBezTo>
                          <a:pt x="34" y="0"/>
                          <a:pt x="34" y="0"/>
                          <a:pt x="35" y="0"/>
                        </a:cubicBezTo>
                        <a:cubicBezTo>
                          <a:pt x="36" y="0"/>
                          <a:pt x="37" y="0"/>
                          <a:pt x="38" y="1"/>
                        </a:cubicBezTo>
                        <a:cubicBezTo>
                          <a:pt x="39" y="2"/>
                          <a:pt x="40" y="3"/>
                          <a:pt x="41" y="4"/>
                        </a:cubicBezTo>
                        <a:cubicBezTo>
                          <a:pt x="42" y="5"/>
                          <a:pt x="42" y="6"/>
                          <a:pt x="42" y="7"/>
                        </a:cubicBezTo>
                        <a:lnTo>
                          <a:pt x="42" y="7"/>
                        </a:lnTo>
                        <a:lnTo>
                          <a:pt x="42" y="64"/>
                        </a:lnTo>
                        <a:lnTo>
                          <a:pt x="42" y="64"/>
                        </a:lnTo>
                        <a:lnTo>
                          <a:pt x="42" y="64"/>
                        </a:lnTo>
                        <a:cubicBezTo>
                          <a:pt x="42" y="66"/>
                          <a:pt x="42" y="67"/>
                          <a:pt x="41" y="68"/>
                        </a:cubicBezTo>
                        <a:cubicBezTo>
                          <a:pt x="40" y="69"/>
                          <a:pt x="40" y="70"/>
                          <a:pt x="39" y="70"/>
                        </a:cubicBezTo>
                        <a:lnTo>
                          <a:pt x="39" y="70"/>
                        </a:lnTo>
                        <a:lnTo>
                          <a:pt x="39" y="70"/>
                        </a:lnTo>
                        <a:cubicBezTo>
                          <a:pt x="37" y="71"/>
                          <a:pt x="36" y="71"/>
                          <a:pt x="35" y="71"/>
                        </a:cubicBezTo>
                        <a:moveTo>
                          <a:pt x="27" y="17"/>
                        </a:moveTo>
                        <a:lnTo>
                          <a:pt x="27" y="17"/>
                        </a:lnTo>
                        <a:cubicBezTo>
                          <a:pt x="26" y="17"/>
                          <a:pt x="25" y="18"/>
                          <a:pt x="24" y="19"/>
                        </a:cubicBezTo>
                        <a:cubicBezTo>
                          <a:pt x="21" y="20"/>
                          <a:pt x="18" y="22"/>
                          <a:pt x="17" y="25"/>
                        </a:cubicBezTo>
                        <a:cubicBezTo>
                          <a:pt x="15" y="28"/>
                          <a:pt x="15" y="31"/>
                          <a:pt x="15" y="34"/>
                        </a:cubicBezTo>
                        <a:lnTo>
                          <a:pt x="15" y="35"/>
                        </a:lnTo>
                        <a:lnTo>
                          <a:pt x="15" y="35"/>
                        </a:lnTo>
                        <a:lnTo>
                          <a:pt x="15" y="36"/>
                        </a:lnTo>
                        <a:cubicBezTo>
                          <a:pt x="15" y="39"/>
                          <a:pt x="16" y="42"/>
                          <a:pt x="17" y="44"/>
                        </a:cubicBezTo>
                        <a:cubicBezTo>
                          <a:pt x="18" y="45"/>
                          <a:pt x="18" y="46"/>
                          <a:pt x="19" y="46"/>
                        </a:cubicBezTo>
                        <a:lnTo>
                          <a:pt x="19" y="46"/>
                        </a:lnTo>
                        <a:cubicBezTo>
                          <a:pt x="21" y="49"/>
                          <a:pt x="23" y="50"/>
                          <a:pt x="26" y="52"/>
                        </a:cubicBezTo>
                        <a:cubicBezTo>
                          <a:pt x="26" y="52"/>
                          <a:pt x="27" y="52"/>
                          <a:pt x="27" y="53"/>
                        </a:cubicBezTo>
                        <a:lnTo>
                          <a:pt x="27" y="1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2" name="Google Shape;1732;p30"/>
                  <p:cNvSpPr/>
                  <p:nvPr/>
                </p:nvSpPr>
                <p:spPr>
                  <a:xfrm>
                    <a:off x="2649006" y="2977687"/>
                    <a:ext cx="15648" cy="27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" h="71" extrusionOk="0">
                        <a:moveTo>
                          <a:pt x="7" y="70"/>
                        </a:moveTo>
                        <a:lnTo>
                          <a:pt x="7" y="70"/>
                        </a:lnTo>
                        <a:cubicBezTo>
                          <a:pt x="6" y="70"/>
                          <a:pt x="4" y="70"/>
                          <a:pt x="3" y="69"/>
                        </a:cubicBezTo>
                        <a:lnTo>
                          <a:pt x="2" y="69"/>
                        </a:lnTo>
                        <a:lnTo>
                          <a:pt x="2" y="69"/>
                        </a:lnTo>
                        <a:cubicBezTo>
                          <a:pt x="2" y="68"/>
                          <a:pt x="1" y="68"/>
                          <a:pt x="1" y="67"/>
                        </a:cubicBezTo>
                        <a:cubicBezTo>
                          <a:pt x="0" y="65"/>
                          <a:pt x="0" y="64"/>
                          <a:pt x="0" y="63"/>
                        </a:cubicBezTo>
                        <a:lnTo>
                          <a:pt x="0" y="63"/>
                        </a:lnTo>
                        <a:lnTo>
                          <a:pt x="0" y="8"/>
                        </a:lnTo>
                        <a:lnTo>
                          <a:pt x="0" y="8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1" y="3"/>
                          <a:pt x="2" y="2"/>
                          <a:pt x="3" y="2"/>
                        </a:cubicBezTo>
                        <a:lnTo>
                          <a:pt x="3" y="2"/>
                        </a:lnTo>
                        <a:lnTo>
                          <a:pt x="3" y="1"/>
                        </a:lnTo>
                        <a:cubicBezTo>
                          <a:pt x="4" y="1"/>
                          <a:pt x="6" y="0"/>
                          <a:pt x="7" y="0"/>
                        </a:cubicBezTo>
                        <a:cubicBezTo>
                          <a:pt x="8" y="0"/>
                          <a:pt x="9" y="1"/>
                          <a:pt x="10" y="1"/>
                        </a:cubicBezTo>
                        <a:cubicBezTo>
                          <a:pt x="21" y="5"/>
                          <a:pt x="28" y="10"/>
                          <a:pt x="32" y="16"/>
                        </a:cubicBezTo>
                        <a:lnTo>
                          <a:pt x="32" y="16"/>
                        </a:lnTo>
                        <a:cubicBezTo>
                          <a:pt x="33" y="17"/>
                          <a:pt x="33" y="17"/>
                          <a:pt x="34" y="18"/>
                        </a:cubicBezTo>
                        <a:cubicBezTo>
                          <a:pt x="37" y="23"/>
                          <a:pt x="39" y="30"/>
                          <a:pt x="39" y="37"/>
                        </a:cubicBezTo>
                        <a:lnTo>
                          <a:pt x="39" y="38"/>
                        </a:lnTo>
                        <a:cubicBezTo>
                          <a:pt x="39" y="49"/>
                          <a:pt x="34" y="64"/>
                          <a:pt x="9" y="70"/>
                        </a:cubicBezTo>
                        <a:lnTo>
                          <a:pt x="9" y="70"/>
                        </a:lnTo>
                        <a:cubicBezTo>
                          <a:pt x="8" y="70"/>
                          <a:pt x="8" y="70"/>
                          <a:pt x="7" y="70"/>
                        </a:cubicBezTo>
                        <a:moveTo>
                          <a:pt x="14" y="20"/>
                        </a:moveTo>
                        <a:lnTo>
                          <a:pt x="14" y="53"/>
                        </a:lnTo>
                        <a:lnTo>
                          <a:pt x="14" y="53"/>
                        </a:lnTo>
                        <a:cubicBezTo>
                          <a:pt x="15" y="53"/>
                          <a:pt x="16" y="52"/>
                          <a:pt x="16" y="52"/>
                        </a:cubicBezTo>
                        <a:cubicBezTo>
                          <a:pt x="19" y="50"/>
                          <a:pt x="21" y="48"/>
                          <a:pt x="22" y="46"/>
                        </a:cubicBezTo>
                        <a:cubicBezTo>
                          <a:pt x="23" y="43"/>
                          <a:pt x="24" y="41"/>
                          <a:pt x="24" y="39"/>
                        </a:cubicBezTo>
                        <a:cubicBezTo>
                          <a:pt x="24" y="38"/>
                          <a:pt x="24" y="38"/>
                          <a:pt x="24" y="38"/>
                        </a:cubicBezTo>
                        <a:lnTo>
                          <a:pt x="24" y="38"/>
                        </a:lnTo>
                        <a:lnTo>
                          <a:pt x="24" y="37"/>
                        </a:lnTo>
                        <a:cubicBezTo>
                          <a:pt x="24" y="33"/>
                          <a:pt x="23" y="29"/>
                          <a:pt x="21" y="26"/>
                        </a:cubicBezTo>
                        <a:cubicBezTo>
                          <a:pt x="21" y="25"/>
                          <a:pt x="21" y="25"/>
                          <a:pt x="21" y="25"/>
                        </a:cubicBezTo>
                        <a:lnTo>
                          <a:pt x="21" y="25"/>
                        </a:lnTo>
                        <a:cubicBezTo>
                          <a:pt x="19" y="23"/>
                          <a:pt x="17" y="21"/>
                          <a:pt x="15" y="20"/>
                        </a:cubicBezTo>
                        <a:lnTo>
                          <a:pt x="14" y="2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733" name="Google Shape;1733;p30"/>
                <p:cNvGrpSpPr/>
                <p:nvPr/>
              </p:nvGrpSpPr>
              <p:grpSpPr>
                <a:xfrm>
                  <a:off x="3025733" y="3168594"/>
                  <a:ext cx="110318" cy="181518"/>
                  <a:chOff x="3025733" y="3168594"/>
                  <a:chExt cx="110318" cy="181518"/>
                </a:xfrm>
              </p:grpSpPr>
              <p:sp>
                <p:nvSpPr>
                  <p:cNvPr id="1734" name="Google Shape;1734;p30"/>
                  <p:cNvSpPr/>
                  <p:nvPr/>
                </p:nvSpPr>
                <p:spPr>
                  <a:xfrm>
                    <a:off x="3025733" y="3168594"/>
                    <a:ext cx="110318" cy="181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2" h="464" extrusionOk="0">
                        <a:moveTo>
                          <a:pt x="164" y="463"/>
                        </a:moveTo>
                        <a:lnTo>
                          <a:pt x="120" y="463"/>
                        </a:lnTo>
                        <a:lnTo>
                          <a:pt x="120" y="463"/>
                        </a:lnTo>
                        <a:lnTo>
                          <a:pt x="120" y="463"/>
                        </a:lnTo>
                        <a:cubicBezTo>
                          <a:pt x="119" y="463"/>
                          <a:pt x="117" y="463"/>
                          <a:pt x="116" y="462"/>
                        </a:cubicBezTo>
                        <a:cubicBezTo>
                          <a:pt x="114" y="461"/>
                          <a:pt x="114" y="460"/>
                          <a:pt x="114" y="459"/>
                        </a:cubicBezTo>
                        <a:cubicBezTo>
                          <a:pt x="113" y="457"/>
                          <a:pt x="113" y="457"/>
                          <a:pt x="113" y="456"/>
                        </a:cubicBezTo>
                        <a:lnTo>
                          <a:pt x="113" y="456"/>
                        </a:lnTo>
                        <a:lnTo>
                          <a:pt x="113" y="424"/>
                        </a:lnTo>
                        <a:lnTo>
                          <a:pt x="113" y="424"/>
                        </a:lnTo>
                        <a:cubicBezTo>
                          <a:pt x="76" y="423"/>
                          <a:pt x="39" y="414"/>
                          <a:pt x="6" y="399"/>
                        </a:cubicBezTo>
                        <a:lnTo>
                          <a:pt x="6" y="399"/>
                        </a:lnTo>
                        <a:cubicBezTo>
                          <a:pt x="6" y="398"/>
                          <a:pt x="5" y="398"/>
                          <a:pt x="5" y="398"/>
                        </a:cubicBezTo>
                        <a:cubicBezTo>
                          <a:pt x="4" y="398"/>
                          <a:pt x="3" y="397"/>
                          <a:pt x="3" y="396"/>
                        </a:cubicBezTo>
                        <a:cubicBezTo>
                          <a:pt x="2" y="394"/>
                          <a:pt x="2" y="393"/>
                          <a:pt x="2" y="392"/>
                        </a:cubicBezTo>
                        <a:cubicBezTo>
                          <a:pt x="2" y="391"/>
                          <a:pt x="2" y="390"/>
                          <a:pt x="2" y="390"/>
                        </a:cubicBezTo>
                        <a:lnTo>
                          <a:pt x="23" y="318"/>
                        </a:lnTo>
                        <a:lnTo>
                          <a:pt x="23" y="318"/>
                        </a:lnTo>
                        <a:cubicBezTo>
                          <a:pt x="23" y="317"/>
                          <a:pt x="24" y="317"/>
                          <a:pt x="24" y="316"/>
                        </a:cubicBezTo>
                        <a:cubicBezTo>
                          <a:pt x="24" y="315"/>
                          <a:pt x="25" y="314"/>
                          <a:pt x="27" y="314"/>
                        </a:cubicBezTo>
                        <a:cubicBezTo>
                          <a:pt x="28" y="313"/>
                          <a:pt x="29" y="313"/>
                          <a:pt x="30" y="313"/>
                        </a:cubicBezTo>
                        <a:cubicBezTo>
                          <a:pt x="31" y="313"/>
                          <a:pt x="33" y="313"/>
                          <a:pt x="34" y="313"/>
                        </a:cubicBezTo>
                        <a:lnTo>
                          <a:pt x="34" y="313"/>
                        </a:lnTo>
                        <a:cubicBezTo>
                          <a:pt x="47" y="321"/>
                          <a:pt x="62" y="326"/>
                          <a:pt x="77" y="330"/>
                        </a:cubicBezTo>
                        <a:lnTo>
                          <a:pt x="77" y="330"/>
                        </a:lnTo>
                        <a:cubicBezTo>
                          <a:pt x="89" y="332"/>
                          <a:pt x="101" y="335"/>
                          <a:pt x="113" y="336"/>
                        </a:cubicBezTo>
                        <a:lnTo>
                          <a:pt x="113" y="277"/>
                        </a:lnTo>
                        <a:lnTo>
                          <a:pt x="110" y="276"/>
                        </a:lnTo>
                        <a:cubicBezTo>
                          <a:pt x="75" y="266"/>
                          <a:pt x="48" y="251"/>
                          <a:pt x="29" y="231"/>
                        </a:cubicBezTo>
                        <a:lnTo>
                          <a:pt x="29" y="231"/>
                        </a:lnTo>
                        <a:cubicBezTo>
                          <a:pt x="23" y="225"/>
                          <a:pt x="18" y="217"/>
                          <a:pt x="14" y="211"/>
                        </a:cubicBezTo>
                        <a:cubicBezTo>
                          <a:pt x="5" y="195"/>
                          <a:pt x="0" y="178"/>
                          <a:pt x="0" y="160"/>
                        </a:cubicBezTo>
                        <a:lnTo>
                          <a:pt x="0" y="159"/>
                        </a:lnTo>
                        <a:lnTo>
                          <a:pt x="0" y="159"/>
                        </a:lnTo>
                        <a:cubicBezTo>
                          <a:pt x="0" y="158"/>
                          <a:pt x="0" y="158"/>
                          <a:pt x="0" y="157"/>
                        </a:cubicBezTo>
                        <a:cubicBezTo>
                          <a:pt x="0" y="139"/>
                          <a:pt x="4" y="123"/>
                          <a:pt x="13" y="108"/>
                        </a:cubicBezTo>
                        <a:cubicBezTo>
                          <a:pt x="18" y="99"/>
                          <a:pt x="25" y="91"/>
                          <a:pt x="32" y="84"/>
                        </a:cubicBezTo>
                        <a:cubicBezTo>
                          <a:pt x="52" y="66"/>
                          <a:pt x="79" y="55"/>
                          <a:pt x="113" y="51"/>
                        </a:cubicBezTo>
                        <a:lnTo>
                          <a:pt x="113" y="8"/>
                        </a:lnTo>
                        <a:lnTo>
                          <a:pt x="113" y="8"/>
                        </a:lnTo>
                        <a:lnTo>
                          <a:pt x="113" y="8"/>
                        </a:lnTo>
                        <a:cubicBezTo>
                          <a:pt x="113" y="6"/>
                          <a:pt x="113" y="5"/>
                          <a:pt x="114" y="4"/>
                        </a:cubicBezTo>
                        <a:cubicBezTo>
                          <a:pt x="115" y="3"/>
                          <a:pt x="115" y="1"/>
                          <a:pt x="117" y="1"/>
                        </a:cubicBezTo>
                        <a:cubicBezTo>
                          <a:pt x="118" y="0"/>
                          <a:pt x="119" y="0"/>
                          <a:pt x="120" y="0"/>
                        </a:cubicBezTo>
                        <a:lnTo>
                          <a:pt x="120" y="0"/>
                        </a:lnTo>
                        <a:lnTo>
                          <a:pt x="165" y="0"/>
                        </a:lnTo>
                        <a:lnTo>
                          <a:pt x="165" y="0"/>
                        </a:lnTo>
                        <a:lnTo>
                          <a:pt x="165" y="0"/>
                        </a:lnTo>
                        <a:cubicBezTo>
                          <a:pt x="166" y="0"/>
                          <a:pt x="167" y="0"/>
                          <a:pt x="168" y="1"/>
                        </a:cubicBezTo>
                        <a:cubicBezTo>
                          <a:pt x="169" y="1"/>
                          <a:pt x="170" y="3"/>
                          <a:pt x="171" y="4"/>
                        </a:cubicBezTo>
                        <a:cubicBezTo>
                          <a:pt x="172" y="5"/>
                          <a:pt x="172" y="6"/>
                          <a:pt x="172" y="8"/>
                        </a:cubicBezTo>
                        <a:lnTo>
                          <a:pt x="172" y="8"/>
                        </a:lnTo>
                        <a:lnTo>
                          <a:pt x="172" y="51"/>
                        </a:lnTo>
                        <a:lnTo>
                          <a:pt x="172" y="51"/>
                        </a:lnTo>
                        <a:cubicBezTo>
                          <a:pt x="204" y="54"/>
                          <a:pt x="235" y="62"/>
                          <a:pt x="264" y="76"/>
                        </a:cubicBezTo>
                        <a:lnTo>
                          <a:pt x="264" y="76"/>
                        </a:lnTo>
                        <a:lnTo>
                          <a:pt x="265" y="76"/>
                        </a:lnTo>
                        <a:cubicBezTo>
                          <a:pt x="266" y="77"/>
                          <a:pt x="267" y="77"/>
                          <a:pt x="268" y="79"/>
                        </a:cubicBezTo>
                        <a:cubicBezTo>
                          <a:pt x="268" y="80"/>
                          <a:pt x="269" y="81"/>
                          <a:pt x="269" y="83"/>
                        </a:cubicBezTo>
                        <a:cubicBezTo>
                          <a:pt x="269" y="83"/>
                          <a:pt x="268" y="84"/>
                          <a:pt x="268" y="85"/>
                        </a:cubicBezTo>
                        <a:lnTo>
                          <a:pt x="241" y="155"/>
                        </a:lnTo>
                        <a:lnTo>
                          <a:pt x="241" y="155"/>
                        </a:lnTo>
                        <a:cubicBezTo>
                          <a:pt x="241" y="156"/>
                          <a:pt x="240" y="155"/>
                          <a:pt x="240" y="156"/>
                        </a:cubicBezTo>
                        <a:cubicBezTo>
                          <a:pt x="239" y="156"/>
                          <a:pt x="239" y="158"/>
                          <a:pt x="238" y="159"/>
                        </a:cubicBezTo>
                        <a:cubicBezTo>
                          <a:pt x="237" y="159"/>
                          <a:pt x="237" y="159"/>
                          <a:pt x="236" y="159"/>
                        </a:cubicBezTo>
                        <a:lnTo>
                          <a:pt x="236" y="159"/>
                        </a:lnTo>
                        <a:cubicBezTo>
                          <a:pt x="236" y="160"/>
                          <a:pt x="235" y="160"/>
                          <a:pt x="234" y="160"/>
                        </a:cubicBezTo>
                        <a:cubicBezTo>
                          <a:pt x="233" y="160"/>
                          <a:pt x="231" y="159"/>
                          <a:pt x="230" y="159"/>
                        </a:cubicBezTo>
                        <a:lnTo>
                          <a:pt x="230" y="159"/>
                        </a:lnTo>
                        <a:cubicBezTo>
                          <a:pt x="215" y="149"/>
                          <a:pt x="196" y="142"/>
                          <a:pt x="172" y="139"/>
                        </a:cubicBezTo>
                        <a:lnTo>
                          <a:pt x="173" y="195"/>
                        </a:lnTo>
                        <a:cubicBezTo>
                          <a:pt x="207" y="203"/>
                          <a:pt x="233" y="218"/>
                          <a:pt x="252" y="237"/>
                        </a:cubicBezTo>
                        <a:lnTo>
                          <a:pt x="252" y="237"/>
                        </a:lnTo>
                        <a:cubicBezTo>
                          <a:pt x="258" y="243"/>
                          <a:pt x="263" y="249"/>
                          <a:pt x="268" y="258"/>
                        </a:cubicBezTo>
                        <a:cubicBezTo>
                          <a:pt x="276" y="272"/>
                          <a:pt x="281" y="290"/>
                          <a:pt x="281" y="308"/>
                        </a:cubicBezTo>
                        <a:lnTo>
                          <a:pt x="281" y="309"/>
                        </a:lnTo>
                        <a:cubicBezTo>
                          <a:pt x="281" y="341"/>
                          <a:pt x="271" y="368"/>
                          <a:pt x="250" y="387"/>
                        </a:cubicBezTo>
                        <a:cubicBezTo>
                          <a:pt x="232" y="406"/>
                          <a:pt x="205" y="417"/>
                          <a:pt x="172" y="422"/>
                        </a:cubicBezTo>
                        <a:lnTo>
                          <a:pt x="172" y="455"/>
                        </a:lnTo>
                        <a:lnTo>
                          <a:pt x="172" y="455"/>
                        </a:lnTo>
                        <a:lnTo>
                          <a:pt x="172" y="456"/>
                        </a:lnTo>
                        <a:cubicBezTo>
                          <a:pt x="172" y="457"/>
                          <a:pt x="172" y="458"/>
                          <a:pt x="171" y="459"/>
                        </a:cubicBezTo>
                        <a:cubicBezTo>
                          <a:pt x="170" y="460"/>
                          <a:pt x="169" y="461"/>
                          <a:pt x="168" y="462"/>
                        </a:cubicBezTo>
                        <a:cubicBezTo>
                          <a:pt x="167" y="463"/>
                          <a:pt x="166" y="463"/>
                          <a:pt x="165" y="463"/>
                        </a:cubicBezTo>
                        <a:lnTo>
                          <a:pt x="164" y="463"/>
                        </a:lnTo>
                        <a:moveTo>
                          <a:pt x="127" y="448"/>
                        </a:moveTo>
                        <a:lnTo>
                          <a:pt x="157" y="448"/>
                        </a:lnTo>
                        <a:lnTo>
                          <a:pt x="157" y="416"/>
                        </a:lnTo>
                        <a:lnTo>
                          <a:pt x="157" y="416"/>
                        </a:lnTo>
                        <a:cubicBezTo>
                          <a:pt x="157" y="415"/>
                          <a:pt x="157" y="414"/>
                          <a:pt x="158" y="413"/>
                        </a:cubicBezTo>
                        <a:cubicBezTo>
                          <a:pt x="159" y="412"/>
                          <a:pt x="159" y="410"/>
                          <a:pt x="161" y="410"/>
                        </a:cubicBezTo>
                        <a:cubicBezTo>
                          <a:pt x="162" y="409"/>
                          <a:pt x="163" y="409"/>
                          <a:pt x="163" y="409"/>
                        </a:cubicBezTo>
                        <a:cubicBezTo>
                          <a:pt x="197" y="405"/>
                          <a:pt x="222" y="394"/>
                          <a:pt x="240" y="377"/>
                        </a:cubicBezTo>
                        <a:cubicBezTo>
                          <a:pt x="257" y="360"/>
                          <a:pt x="266" y="338"/>
                          <a:pt x="266" y="309"/>
                        </a:cubicBezTo>
                        <a:lnTo>
                          <a:pt x="266" y="309"/>
                        </a:lnTo>
                        <a:lnTo>
                          <a:pt x="266" y="308"/>
                        </a:lnTo>
                        <a:cubicBezTo>
                          <a:pt x="266" y="293"/>
                          <a:pt x="262" y="277"/>
                          <a:pt x="255" y="265"/>
                        </a:cubicBezTo>
                        <a:cubicBezTo>
                          <a:pt x="251" y="258"/>
                          <a:pt x="246" y="253"/>
                          <a:pt x="241" y="248"/>
                        </a:cubicBezTo>
                        <a:cubicBezTo>
                          <a:pt x="224" y="230"/>
                          <a:pt x="200" y="217"/>
                          <a:pt x="169" y="209"/>
                        </a:cubicBezTo>
                        <a:lnTo>
                          <a:pt x="162" y="208"/>
                        </a:lnTo>
                        <a:lnTo>
                          <a:pt x="162" y="208"/>
                        </a:lnTo>
                        <a:lnTo>
                          <a:pt x="161" y="207"/>
                        </a:lnTo>
                        <a:cubicBezTo>
                          <a:pt x="159" y="206"/>
                          <a:pt x="159" y="205"/>
                          <a:pt x="158" y="204"/>
                        </a:cubicBezTo>
                        <a:cubicBezTo>
                          <a:pt x="157" y="202"/>
                          <a:pt x="157" y="202"/>
                          <a:pt x="157" y="201"/>
                        </a:cubicBezTo>
                        <a:lnTo>
                          <a:pt x="157" y="131"/>
                        </a:lnTo>
                        <a:lnTo>
                          <a:pt x="157" y="131"/>
                        </a:lnTo>
                        <a:cubicBezTo>
                          <a:pt x="157" y="130"/>
                          <a:pt x="157" y="128"/>
                          <a:pt x="158" y="127"/>
                        </a:cubicBezTo>
                        <a:cubicBezTo>
                          <a:pt x="159" y="126"/>
                          <a:pt x="159" y="124"/>
                          <a:pt x="161" y="124"/>
                        </a:cubicBezTo>
                        <a:cubicBezTo>
                          <a:pt x="162" y="123"/>
                          <a:pt x="163" y="123"/>
                          <a:pt x="164" y="123"/>
                        </a:cubicBezTo>
                        <a:cubicBezTo>
                          <a:pt x="165" y="123"/>
                          <a:pt x="165" y="123"/>
                          <a:pt x="165" y="123"/>
                        </a:cubicBezTo>
                        <a:lnTo>
                          <a:pt x="165" y="123"/>
                        </a:lnTo>
                        <a:cubicBezTo>
                          <a:pt x="188" y="125"/>
                          <a:pt x="210" y="131"/>
                          <a:pt x="230" y="142"/>
                        </a:cubicBezTo>
                        <a:lnTo>
                          <a:pt x="252" y="86"/>
                        </a:lnTo>
                        <a:lnTo>
                          <a:pt x="252" y="86"/>
                        </a:lnTo>
                        <a:cubicBezTo>
                          <a:pt x="224" y="74"/>
                          <a:pt x="194" y="67"/>
                          <a:pt x="164" y="64"/>
                        </a:cubicBezTo>
                        <a:lnTo>
                          <a:pt x="164" y="64"/>
                        </a:lnTo>
                        <a:cubicBezTo>
                          <a:pt x="163" y="64"/>
                          <a:pt x="162" y="63"/>
                          <a:pt x="161" y="63"/>
                        </a:cubicBezTo>
                        <a:cubicBezTo>
                          <a:pt x="160" y="62"/>
                          <a:pt x="159" y="62"/>
                          <a:pt x="158" y="61"/>
                        </a:cubicBezTo>
                        <a:cubicBezTo>
                          <a:pt x="157" y="60"/>
                          <a:pt x="157" y="58"/>
                          <a:pt x="157" y="57"/>
                        </a:cubicBezTo>
                        <a:lnTo>
                          <a:pt x="157" y="15"/>
                        </a:lnTo>
                        <a:lnTo>
                          <a:pt x="127" y="15"/>
                        </a:lnTo>
                        <a:lnTo>
                          <a:pt x="127" y="57"/>
                        </a:lnTo>
                        <a:lnTo>
                          <a:pt x="127" y="57"/>
                        </a:lnTo>
                        <a:lnTo>
                          <a:pt x="127" y="57"/>
                        </a:lnTo>
                        <a:cubicBezTo>
                          <a:pt x="127" y="58"/>
                          <a:pt x="126" y="59"/>
                          <a:pt x="126" y="61"/>
                        </a:cubicBezTo>
                        <a:cubicBezTo>
                          <a:pt x="125" y="62"/>
                          <a:pt x="125" y="62"/>
                          <a:pt x="124" y="63"/>
                        </a:cubicBezTo>
                        <a:cubicBezTo>
                          <a:pt x="122" y="63"/>
                          <a:pt x="122" y="64"/>
                          <a:pt x="121" y="64"/>
                        </a:cubicBezTo>
                        <a:cubicBezTo>
                          <a:pt x="87" y="67"/>
                          <a:pt x="61" y="77"/>
                          <a:pt x="42" y="94"/>
                        </a:cubicBezTo>
                        <a:lnTo>
                          <a:pt x="42" y="94"/>
                        </a:lnTo>
                        <a:cubicBezTo>
                          <a:pt x="36" y="100"/>
                          <a:pt x="30" y="107"/>
                          <a:pt x="26" y="115"/>
                        </a:cubicBezTo>
                        <a:cubicBezTo>
                          <a:pt x="18" y="127"/>
                          <a:pt x="15" y="141"/>
                          <a:pt x="15" y="156"/>
                        </a:cubicBezTo>
                        <a:cubicBezTo>
                          <a:pt x="15" y="157"/>
                          <a:pt x="15" y="158"/>
                          <a:pt x="15" y="159"/>
                        </a:cubicBezTo>
                        <a:lnTo>
                          <a:pt x="15" y="159"/>
                        </a:lnTo>
                        <a:cubicBezTo>
                          <a:pt x="15" y="159"/>
                          <a:pt x="15" y="160"/>
                          <a:pt x="15" y="161"/>
                        </a:cubicBezTo>
                        <a:cubicBezTo>
                          <a:pt x="15" y="176"/>
                          <a:pt x="18" y="190"/>
                          <a:pt x="26" y="204"/>
                        </a:cubicBezTo>
                        <a:cubicBezTo>
                          <a:pt x="29" y="210"/>
                          <a:pt x="34" y="216"/>
                          <a:pt x="40" y="221"/>
                        </a:cubicBezTo>
                        <a:cubicBezTo>
                          <a:pt x="56" y="239"/>
                          <a:pt x="82" y="253"/>
                          <a:pt x="114" y="262"/>
                        </a:cubicBezTo>
                        <a:lnTo>
                          <a:pt x="122" y="264"/>
                        </a:lnTo>
                        <a:lnTo>
                          <a:pt x="122" y="264"/>
                        </a:lnTo>
                        <a:cubicBezTo>
                          <a:pt x="122" y="264"/>
                          <a:pt x="123" y="263"/>
                          <a:pt x="124" y="264"/>
                        </a:cubicBezTo>
                        <a:cubicBezTo>
                          <a:pt x="125" y="264"/>
                          <a:pt x="125" y="265"/>
                          <a:pt x="126" y="267"/>
                        </a:cubicBezTo>
                        <a:cubicBezTo>
                          <a:pt x="126" y="268"/>
                          <a:pt x="127" y="269"/>
                          <a:pt x="127" y="271"/>
                        </a:cubicBezTo>
                        <a:lnTo>
                          <a:pt x="127" y="271"/>
                        </a:lnTo>
                        <a:lnTo>
                          <a:pt x="127" y="344"/>
                        </a:lnTo>
                        <a:lnTo>
                          <a:pt x="127" y="344"/>
                        </a:lnTo>
                        <a:cubicBezTo>
                          <a:pt x="127" y="345"/>
                          <a:pt x="126" y="345"/>
                          <a:pt x="126" y="347"/>
                        </a:cubicBezTo>
                        <a:cubicBezTo>
                          <a:pt x="125" y="347"/>
                          <a:pt x="125" y="349"/>
                          <a:pt x="125" y="349"/>
                        </a:cubicBezTo>
                        <a:lnTo>
                          <a:pt x="125" y="349"/>
                        </a:lnTo>
                        <a:cubicBezTo>
                          <a:pt x="124" y="350"/>
                          <a:pt x="124" y="350"/>
                          <a:pt x="124" y="350"/>
                        </a:cubicBezTo>
                        <a:cubicBezTo>
                          <a:pt x="122" y="351"/>
                          <a:pt x="121" y="351"/>
                          <a:pt x="120" y="351"/>
                        </a:cubicBezTo>
                        <a:lnTo>
                          <a:pt x="119" y="351"/>
                        </a:lnTo>
                        <a:lnTo>
                          <a:pt x="119" y="351"/>
                        </a:lnTo>
                        <a:cubicBezTo>
                          <a:pt x="104" y="350"/>
                          <a:pt x="89" y="347"/>
                          <a:pt x="74" y="344"/>
                        </a:cubicBezTo>
                        <a:lnTo>
                          <a:pt x="74" y="344"/>
                        </a:lnTo>
                        <a:cubicBezTo>
                          <a:pt x="60" y="341"/>
                          <a:pt x="47" y="336"/>
                          <a:pt x="35" y="330"/>
                        </a:cubicBezTo>
                        <a:lnTo>
                          <a:pt x="18" y="388"/>
                        </a:lnTo>
                        <a:lnTo>
                          <a:pt x="18" y="388"/>
                        </a:lnTo>
                        <a:cubicBezTo>
                          <a:pt x="50" y="401"/>
                          <a:pt x="85" y="409"/>
                          <a:pt x="120" y="410"/>
                        </a:cubicBezTo>
                        <a:lnTo>
                          <a:pt x="120" y="410"/>
                        </a:lnTo>
                        <a:cubicBezTo>
                          <a:pt x="121" y="410"/>
                          <a:pt x="123" y="410"/>
                          <a:pt x="124" y="411"/>
                        </a:cubicBezTo>
                        <a:cubicBezTo>
                          <a:pt x="125" y="412"/>
                          <a:pt x="125" y="412"/>
                          <a:pt x="126" y="414"/>
                        </a:cubicBezTo>
                        <a:cubicBezTo>
                          <a:pt x="126" y="415"/>
                          <a:pt x="127" y="416"/>
                          <a:pt x="127" y="417"/>
                        </a:cubicBezTo>
                        <a:lnTo>
                          <a:pt x="127" y="417"/>
                        </a:lnTo>
                        <a:lnTo>
                          <a:pt x="127" y="44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5" name="Google Shape;1735;p30"/>
                  <p:cNvSpPr/>
                  <p:nvPr/>
                </p:nvSpPr>
                <p:spPr>
                  <a:xfrm>
                    <a:off x="3059376" y="3217103"/>
                    <a:ext cx="16430" cy="281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72" extrusionOk="0">
                        <a:moveTo>
                          <a:pt x="34" y="71"/>
                        </a:moveTo>
                        <a:lnTo>
                          <a:pt x="34" y="71"/>
                        </a:lnTo>
                        <a:cubicBezTo>
                          <a:pt x="33" y="71"/>
                          <a:pt x="32" y="71"/>
                          <a:pt x="31" y="71"/>
                        </a:cubicBezTo>
                        <a:lnTo>
                          <a:pt x="31" y="71"/>
                        </a:lnTo>
                        <a:cubicBezTo>
                          <a:pt x="27" y="69"/>
                          <a:pt x="23" y="66"/>
                          <a:pt x="20" y="65"/>
                        </a:cubicBezTo>
                        <a:cubicBezTo>
                          <a:pt x="15" y="62"/>
                          <a:pt x="11" y="59"/>
                          <a:pt x="7" y="56"/>
                        </a:cubicBezTo>
                        <a:lnTo>
                          <a:pt x="7" y="56"/>
                        </a:lnTo>
                        <a:cubicBezTo>
                          <a:pt x="6" y="54"/>
                          <a:pt x="5" y="52"/>
                          <a:pt x="4" y="51"/>
                        </a:cubicBezTo>
                        <a:cubicBezTo>
                          <a:pt x="1" y="45"/>
                          <a:pt x="0" y="41"/>
                          <a:pt x="0" y="35"/>
                        </a:cubicBezTo>
                        <a:lnTo>
                          <a:pt x="0" y="35"/>
                        </a:lnTo>
                        <a:cubicBezTo>
                          <a:pt x="0" y="22"/>
                          <a:pt x="5" y="6"/>
                          <a:pt x="33" y="0"/>
                        </a:cubicBezTo>
                        <a:lnTo>
                          <a:pt x="33" y="0"/>
                        </a:lnTo>
                        <a:lnTo>
                          <a:pt x="34" y="0"/>
                        </a:lnTo>
                        <a:cubicBezTo>
                          <a:pt x="35" y="0"/>
                          <a:pt x="37" y="0"/>
                          <a:pt x="38" y="1"/>
                        </a:cubicBezTo>
                        <a:lnTo>
                          <a:pt x="39" y="1"/>
                        </a:lnTo>
                        <a:lnTo>
                          <a:pt x="39" y="1"/>
                        </a:lnTo>
                        <a:cubicBezTo>
                          <a:pt x="39" y="2"/>
                          <a:pt x="39" y="2"/>
                          <a:pt x="40" y="3"/>
                        </a:cubicBezTo>
                        <a:cubicBezTo>
                          <a:pt x="40" y="4"/>
                          <a:pt x="41" y="6"/>
                          <a:pt x="41" y="7"/>
                        </a:cubicBezTo>
                        <a:lnTo>
                          <a:pt x="41" y="7"/>
                        </a:lnTo>
                        <a:lnTo>
                          <a:pt x="41" y="64"/>
                        </a:lnTo>
                        <a:lnTo>
                          <a:pt x="41" y="64"/>
                        </a:lnTo>
                        <a:lnTo>
                          <a:pt x="41" y="64"/>
                        </a:lnTo>
                        <a:cubicBezTo>
                          <a:pt x="41" y="65"/>
                          <a:pt x="41" y="66"/>
                          <a:pt x="40" y="68"/>
                        </a:cubicBezTo>
                        <a:cubicBezTo>
                          <a:pt x="40" y="68"/>
                          <a:pt x="39" y="69"/>
                          <a:pt x="38" y="70"/>
                        </a:cubicBezTo>
                        <a:lnTo>
                          <a:pt x="38" y="70"/>
                        </a:lnTo>
                        <a:lnTo>
                          <a:pt x="38" y="70"/>
                        </a:lnTo>
                        <a:cubicBezTo>
                          <a:pt x="37" y="71"/>
                          <a:pt x="36" y="71"/>
                          <a:pt x="34" y="71"/>
                        </a:cubicBezTo>
                        <a:moveTo>
                          <a:pt x="27" y="17"/>
                        </a:moveTo>
                        <a:lnTo>
                          <a:pt x="27" y="17"/>
                        </a:lnTo>
                        <a:cubicBezTo>
                          <a:pt x="25" y="17"/>
                          <a:pt x="24" y="17"/>
                          <a:pt x="23" y="18"/>
                        </a:cubicBezTo>
                        <a:cubicBezTo>
                          <a:pt x="20" y="19"/>
                          <a:pt x="18" y="22"/>
                          <a:pt x="17" y="25"/>
                        </a:cubicBezTo>
                        <a:cubicBezTo>
                          <a:pt x="15" y="27"/>
                          <a:pt x="14" y="30"/>
                          <a:pt x="14" y="34"/>
                        </a:cubicBezTo>
                        <a:lnTo>
                          <a:pt x="14" y="34"/>
                        </a:lnTo>
                        <a:lnTo>
                          <a:pt x="14" y="34"/>
                        </a:lnTo>
                        <a:cubicBezTo>
                          <a:pt x="14" y="35"/>
                          <a:pt x="14" y="35"/>
                          <a:pt x="14" y="35"/>
                        </a:cubicBezTo>
                        <a:cubicBezTo>
                          <a:pt x="14" y="38"/>
                          <a:pt x="15" y="40"/>
                          <a:pt x="17" y="44"/>
                        </a:cubicBezTo>
                        <a:cubicBezTo>
                          <a:pt x="17" y="44"/>
                          <a:pt x="18" y="45"/>
                          <a:pt x="18" y="46"/>
                        </a:cubicBezTo>
                        <a:lnTo>
                          <a:pt x="18" y="46"/>
                        </a:lnTo>
                        <a:cubicBezTo>
                          <a:pt x="20" y="48"/>
                          <a:pt x="22" y="49"/>
                          <a:pt x="25" y="51"/>
                        </a:cubicBezTo>
                        <a:cubicBezTo>
                          <a:pt x="26" y="51"/>
                          <a:pt x="26" y="52"/>
                          <a:pt x="27" y="52"/>
                        </a:cubicBezTo>
                        <a:lnTo>
                          <a:pt x="27" y="1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6" name="Google Shape;1736;p30"/>
                  <p:cNvSpPr/>
                  <p:nvPr/>
                </p:nvSpPr>
                <p:spPr>
                  <a:xfrm>
                    <a:off x="3087151" y="3277348"/>
                    <a:ext cx="15648" cy="27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" h="71" extrusionOk="0">
                        <a:moveTo>
                          <a:pt x="7" y="70"/>
                        </a:moveTo>
                        <a:lnTo>
                          <a:pt x="7" y="70"/>
                        </a:lnTo>
                        <a:cubicBezTo>
                          <a:pt x="6" y="70"/>
                          <a:pt x="5" y="70"/>
                          <a:pt x="4" y="69"/>
                        </a:cubicBezTo>
                        <a:cubicBezTo>
                          <a:pt x="3" y="68"/>
                          <a:pt x="2" y="67"/>
                          <a:pt x="1" y="66"/>
                        </a:cubicBezTo>
                        <a:cubicBezTo>
                          <a:pt x="0" y="65"/>
                          <a:pt x="0" y="64"/>
                          <a:pt x="0" y="63"/>
                        </a:cubicBezTo>
                        <a:lnTo>
                          <a:pt x="0" y="63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ubicBezTo>
                          <a:pt x="0" y="6"/>
                          <a:pt x="0" y="5"/>
                          <a:pt x="1" y="4"/>
                        </a:cubicBezTo>
                        <a:cubicBezTo>
                          <a:pt x="2" y="3"/>
                          <a:pt x="3" y="2"/>
                          <a:pt x="4" y="1"/>
                        </a:cubicBezTo>
                        <a:cubicBezTo>
                          <a:pt x="5" y="0"/>
                          <a:pt x="6" y="0"/>
                          <a:pt x="7" y="0"/>
                        </a:cubicBezTo>
                        <a:cubicBezTo>
                          <a:pt x="8" y="0"/>
                          <a:pt x="9" y="0"/>
                          <a:pt x="10" y="0"/>
                        </a:cubicBezTo>
                        <a:cubicBezTo>
                          <a:pt x="21" y="5"/>
                          <a:pt x="29" y="10"/>
                          <a:pt x="33" y="16"/>
                        </a:cubicBezTo>
                        <a:lnTo>
                          <a:pt x="33" y="16"/>
                        </a:lnTo>
                        <a:cubicBezTo>
                          <a:pt x="33" y="16"/>
                          <a:pt x="33" y="17"/>
                          <a:pt x="34" y="18"/>
                        </a:cubicBezTo>
                        <a:cubicBezTo>
                          <a:pt x="37" y="24"/>
                          <a:pt x="39" y="30"/>
                          <a:pt x="39" y="36"/>
                        </a:cubicBezTo>
                        <a:cubicBezTo>
                          <a:pt x="39" y="37"/>
                          <a:pt x="39" y="37"/>
                          <a:pt x="39" y="38"/>
                        </a:cubicBezTo>
                        <a:cubicBezTo>
                          <a:pt x="39" y="49"/>
                          <a:pt x="34" y="63"/>
                          <a:pt x="9" y="70"/>
                        </a:cubicBezTo>
                        <a:lnTo>
                          <a:pt x="9" y="70"/>
                        </a:lnTo>
                        <a:cubicBezTo>
                          <a:pt x="9" y="70"/>
                          <a:pt x="8" y="70"/>
                          <a:pt x="7" y="70"/>
                        </a:cubicBezTo>
                        <a:moveTo>
                          <a:pt x="15" y="19"/>
                        </a:moveTo>
                        <a:lnTo>
                          <a:pt x="15" y="52"/>
                        </a:lnTo>
                        <a:lnTo>
                          <a:pt x="15" y="52"/>
                        </a:lnTo>
                        <a:cubicBezTo>
                          <a:pt x="16" y="52"/>
                          <a:pt x="16" y="51"/>
                          <a:pt x="17" y="51"/>
                        </a:cubicBezTo>
                        <a:cubicBezTo>
                          <a:pt x="19" y="49"/>
                          <a:pt x="21" y="48"/>
                          <a:pt x="23" y="46"/>
                        </a:cubicBezTo>
                        <a:cubicBezTo>
                          <a:pt x="24" y="43"/>
                          <a:pt x="25" y="41"/>
                          <a:pt x="25" y="38"/>
                        </a:cubicBezTo>
                        <a:lnTo>
                          <a:pt x="25" y="38"/>
                        </a:lnTo>
                        <a:lnTo>
                          <a:pt x="25" y="38"/>
                        </a:lnTo>
                        <a:cubicBezTo>
                          <a:pt x="25" y="37"/>
                          <a:pt x="25" y="36"/>
                          <a:pt x="25" y="35"/>
                        </a:cubicBezTo>
                        <a:cubicBezTo>
                          <a:pt x="25" y="32"/>
                          <a:pt x="23" y="29"/>
                          <a:pt x="22" y="26"/>
                        </a:cubicBezTo>
                        <a:cubicBezTo>
                          <a:pt x="20" y="23"/>
                          <a:pt x="18" y="20"/>
                          <a:pt x="16" y="19"/>
                        </a:cubicBezTo>
                        <a:cubicBezTo>
                          <a:pt x="15" y="18"/>
                          <a:pt x="15" y="19"/>
                          <a:pt x="15" y="1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737" name="Google Shape;1737;p30"/>
                <p:cNvGrpSpPr/>
                <p:nvPr/>
              </p:nvGrpSpPr>
              <p:grpSpPr>
                <a:xfrm>
                  <a:off x="2433064" y="3405271"/>
                  <a:ext cx="110318" cy="180736"/>
                  <a:chOff x="2433064" y="3405271"/>
                  <a:chExt cx="110318" cy="180736"/>
                </a:xfrm>
              </p:grpSpPr>
              <p:sp>
                <p:nvSpPr>
                  <p:cNvPr id="1738" name="Google Shape;1738;p30"/>
                  <p:cNvSpPr/>
                  <p:nvPr/>
                </p:nvSpPr>
                <p:spPr>
                  <a:xfrm>
                    <a:off x="2433064" y="3405271"/>
                    <a:ext cx="110318" cy="180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2" h="462" extrusionOk="0">
                        <a:moveTo>
                          <a:pt x="164" y="461"/>
                        </a:moveTo>
                        <a:lnTo>
                          <a:pt x="120" y="461"/>
                        </a:lnTo>
                        <a:lnTo>
                          <a:pt x="120" y="461"/>
                        </a:lnTo>
                        <a:lnTo>
                          <a:pt x="120" y="461"/>
                        </a:lnTo>
                        <a:cubicBezTo>
                          <a:pt x="118" y="461"/>
                          <a:pt x="117" y="461"/>
                          <a:pt x="116" y="460"/>
                        </a:cubicBezTo>
                        <a:cubicBezTo>
                          <a:pt x="115" y="460"/>
                          <a:pt x="113" y="460"/>
                          <a:pt x="113" y="458"/>
                        </a:cubicBezTo>
                        <a:cubicBezTo>
                          <a:pt x="112" y="457"/>
                          <a:pt x="112" y="455"/>
                          <a:pt x="112" y="454"/>
                        </a:cubicBezTo>
                        <a:lnTo>
                          <a:pt x="112" y="454"/>
                        </a:lnTo>
                        <a:lnTo>
                          <a:pt x="112" y="423"/>
                        </a:lnTo>
                        <a:lnTo>
                          <a:pt x="112" y="423"/>
                        </a:lnTo>
                        <a:cubicBezTo>
                          <a:pt x="75" y="421"/>
                          <a:pt x="39" y="412"/>
                          <a:pt x="5" y="397"/>
                        </a:cubicBezTo>
                        <a:lnTo>
                          <a:pt x="5" y="397"/>
                        </a:lnTo>
                        <a:lnTo>
                          <a:pt x="5" y="397"/>
                        </a:lnTo>
                        <a:cubicBezTo>
                          <a:pt x="4" y="396"/>
                          <a:pt x="2" y="396"/>
                          <a:pt x="2" y="394"/>
                        </a:cubicBezTo>
                        <a:cubicBezTo>
                          <a:pt x="1" y="393"/>
                          <a:pt x="1" y="392"/>
                          <a:pt x="1" y="390"/>
                        </a:cubicBezTo>
                        <a:cubicBezTo>
                          <a:pt x="1" y="390"/>
                          <a:pt x="1" y="389"/>
                          <a:pt x="1" y="388"/>
                        </a:cubicBezTo>
                        <a:lnTo>
                          <a:pt x="23" y="316"/>
                        </a:lnTo>
                        <a:lnTo>
                          <a:pt x="23" y="316"/>
                        </a:lnTo>
                        <a:lnTo>
                          <a:pt x="24" y="315"/>
                        </a:lnTo>
                        <a:cubicBezTo>
                          <a:pt x="24" y="315"/>
                          <a:pt x="25" y="313"/>
                          <a:pt x="26" y="312"/>
                        </a:cubicBezTo>
                        <a:cubicBezTo>
                          <a:pt x="27" y="311"/>
                          <a:pt x="29" y="311"/>
                          <a:pt x="30" y="311"/>
                        </a:cubicBezTo>
                        <a:cubicBezTo>
                          <a:pt x="31" y="311"/>
                          <a:pt x="32" y="311"/>
                          <a:pt x="33" y="312"/>
                        </a:cubicBezTo>
                        <a:lnTo>
                          <a:pt x="33" y="312"/>
                        </a:lnTo>
                        <a:cubicBezTo>
                          <a:pt x="47" y="319"/>
                          <a:pt x="62" y="325"/>
                          <a:pt x="77" y="328"/>
                        </a:cubicBezTo>
                        <a:lnTo>
                          <a:pt x="77" y="328"/>
                        </a:lnTo>
                        <a:cubicBezTo>
                          <a:pt x="89" y="331"/>
                          <a:pt x="100" y="333"/>
                          <a:pt x="112" y="334"/>
                        </a:cubicBezTo>
                        <a:lnTo>
                          <a:pt x="112" y="275"/>
                        </a:lnTo>
                        <a:lnTo>
                          <a:pt x="110" y="274"/>
                        </a:lnTo>
                        <a:cubicBezTo>
                          <a:pt x="75" y="265"/>
                          <a:pt x="48" y="250"/>
                          <a:pt x="29" y="230"/>
                        </a:cubicBezTo>
                        <a:lnTo>
                          <a:pt x="29" y="230"/>
                        </a:lnTo>
                        <a:cubicBezTo>
                          <a:pt x="23" y="224"/>
                          <a:pt x="18" y="218"/>
                          <a:pt x="13" y="209"/>
                        </a:cubicBezTo>
                        <a:cubicBezTo>
                          <a:pt x="4" y="195"/>
                          <a:pt x="0" y="176"/>
                          <a:pt x="0" y="159"/>
                        </a:cubicBezTo>
                        <a:cubicBezTo>
                          <a:pt x="0" y="158"/>
                          <a:pt x="0" y="158"/>
                          <a:pt x="0" y="158"/>
                        </a:cubicBezTo>
                        <a:lnTo>
                          <a:pt x="0" y="158"/>
                        </a:lnTo>
                        <a:cubicBezTo>
                          <a:pt x="0" y="157"/>
                          <a:pt x="0" y="156"/>
                          <a:pt x="0" y="155"/>
                        </a:cubicBezTo>
                        <a:cubicBezTo>
                          <a:pt x="0" y="138"/>
                          <a:pt x="4" y="122"/>
                          <a:pt x="13" y="106"/>
                        </a:cubicBezTo>
                        <a:cubicBezTo>
                          <a:pt x="18" y="98"/>
                          <a:pt x="24" y="89"/>
                          <a:pt x="32" y="83"/>
                        </a:cubicBezTo>
                        <a:cubicBezTo>
                          <a:pt x="52" y="66"/>
                          <a:pt x="79" y="54"/>
                          <a:pt x="113" y="50"/>
                        </a:cubicBezTo>
                        <a:lnTo>
                          <a:pt x="113" y="7"/>
                        </a:lnTo>
                        <a:lnTo>
                          <a:pt x="113" y="7"/>
                        </a:lnTo>
                        <a:lnTo>
                          <a:pt x="113" y="7"/>
                        </a:lnTo>
                        <a:cubicBezTo>
                          <a:pt x="113" y="6"/>
                          <a:pt x="113" y="4"/>
                          <a:pt x="114" y="3"/>
                        </a:cubicBezTo>
                        <a:cubicBezTo>
                          <a:pt x="114" y="1"/>
                          <a:pt x="115" y="1"/>
                          <a:pt x="116" y="1"/>
                        </a:cubicBezTo>
                        <a:cubicBezTo>
                          <a:pt x="117" y="0"/>
                          <a:pt x="119" y="0"/>
                          <a:pt x="120" y="0"/>
                        </a:cubicBezTo>
                        <a:lnTo>
                          <a:pt x="120" y="0"/>
                        </a:lnTo>
                        <a:lnTo>
                          <a:pt x="164" y="0"/>
                        </a:lnTo>
                        <a:lnTo>
                          <a:pt x="164" y="0"/>
                        </a:lnTo>
                        <a:lnTo>
                          <a:pt x="164" y="0"/>
                        </a:lnTo>
                        <a:cubicBezTo>
                          <a:pt x="166" y="0"/>
                          <a:pt x="167" y="0"/>
                          <a:pt x="168" y="1"/>
                        </a:cubicBezTo>
                        <a:cubicBezTo>
                          <a:pt x="169" y="1"/>
                          <a:pt x="170" y="1"/>
                          <a:pt x="171" y="3"/>
                        </a:cubicBezTo>
                        <a:cubicBezTo>
                          <a:pt x="171" y="4"/>
                          <a:pt x="172" y="6"/>
                          <a:pt x="172" y="7"/>
                        </a:cubicBezTo>
                        <a:lnTo>
                          <a:pt x="172" y="7"/>
                        </a:lnTo>
                        <a:lnTo>
                          <a:pt x="172" y="50"/>
                        </a:lnTo>
                        <a:lnTo>
                          <a:pt x="172" y="50"/>
                        </a:lnTo>
                        <a:cubicBezTo>
                          <a:pt x="204" y="53"/>
                          <a:pt x="235" y="62"/>
                          <a:pt x="264" y="76"/>
                        </a:cubicBezTo>
                        <a:lnTo>
                          <a:pt x="264" y="76"/>
                        </a:lnTo>
                        <a:lnTo>
                          <a:pt x="265" y="76"/>
                        </a:lnTo>
                        <a:cubicBezTo>
                          <a:pt x="266" y="76"/>
                          <a:pt x="266" y="77"/>
                          <a:pt x="267" y="78"/>
                        </a:cubicBezTo>
                        <a:cubicBezTo>
                          <a:pt x="267" y="80"/>
                          <a:pt x="268" y="80"/>
                          <a:pt x="268" y="81"/>
                        </a:cubicBezTo>
                        <a:cubicBezTo>
                          <a:pt x="268" y="82"/>
                          <a:pt x="268" y="83"/>
                          <a:pt x="268" y="84"/>
                        </a:cubicBezTo>
                        <a:lnTo>
                          <a:pt x="241" y="154"/>
                        </a:lnTo>
                        <a:lnTo>
                          <a:pt x="241" y="154"/>
                        </a:lnTo>
                        <a:cubicBezTo>
                          <a:pt x="240" y="154"/>
                          <a:pt x="240" y="155"/>
                          <a:pt x="240" y="155"/>
                        </a:cubicBezTo>
                        <a:cubicBezTo>
                          <a:pt x="239" y="157"/>
                          <a:pt x="238" y="157"/>
                          <a:pt x="237" y="157"/>
                        </a:cubicBezTo>
                        <a:cubicBezTo>
                          <a:pt x="235" y="158"/>
                          <a:pt x="235" y="158"/>
                          <a:pt x="234" y="158"/>
                        </a:cubicBezTo>
                        <a:cubicBezTo>
                          <a:pt x="232" y="158"/>
                          <a:pt x="231" y="158"/>
                          <a:pt x="230" y="157"/>
                        </a:cubicBezTo>
                        <a:lnTo>
                          <a:pt x="230" y="157"/>
                        </a:lnTo>
                        <a:cubicBezTo>
                          <a:pt x="215" y="148"/>
                          <a:pt x="195" y="141"/>
                          <a:pt x="172" y="138"/>
                        </a:cubicBezTo>
                        <a:lnTo>
                          <a:pt x="172" y="194"/>
                        </a:lnTo>
                        <a:cubicBezTo>
                          <a:pt x="206" y="202"/>
                          <a:pt x="233" y="217"/>
                          <a:pt x="252" y="236"/>
                        </a:cubicBezTo>
                        <a:lnTo>
                          <a:pt x="252" y="236"/>
                        </a:lnTo>
                        <a:cubicBezTo>
                          <a:pt x="258" y="242"/>
                          <a:pt x="263" y="249"/>
                          <a:pt x="267" y="256"/>
                        </a:cubicBezTo>
                        <a:cubicBezTo>
                          <a:pt x="276" y="272"/>
                          <a:pt x="281" y="289"/>
                          <a:pt x="281" y="306"/>
                        </a:cubicBezTo>
                        <a:cubicBezTo>
                          <a:pt x="281" y="307"/>
                          <a:pt x="281" y="307"/>
                          <a:pt x="281" y="308"/>
                        </a:cubicBezTo>
                        <a:cubicBezTo>
                          <a:pt x="281" y="340"/>
                          <a:pt x="270" y="366"/>
                          <a:pt x="250" y="386"/>
                        </a:cubicBezTo>
                        <a:cubicBezTo>
                          <a:pt x="231" y="404"/>
                          <a:pt x="205" y="416"/>
                          <a:pt x="172" y="421"/>
                        </a:cubicBezTo>
                        <a:lnTo>
                          <a:pt x="172" y="454"/>
                        </a:lnTo>
                        <a:lnTo>
                          <a:pt x="172" y="454"/>
                        </a:lnTo>
                        <a:lnTo>
                          <a:pt x="172" y="454"/>
                        </a:lnTo>
                        <a:cubicBezTo>
                          <a:pt x="172" y="455"/>
                          <a:pt x="171" y="457"/>
                          <a:pt x="171" y="458"/>
                        </a:cubicBezTo>
                        <a:cubicBezTo>
                          <a:pt x="170" y="460"/>
                          <a:pt x="169" y="460"/>
                          <a:pt x="168" y="460"/>
                        </a:cubicBezTo>
                        <a:cubicBezTo>
                          <a:pt x="167" y="461"/>
                          <a:pt x="166" y="461"/>
                          <a:pt x="164" y="461"/>
                        </a:cubicBezTo>
                        <a:moveTo>
                          <a:pt x="127" y="447"/>
                        </a:moveTo>
                        <a:lnTo>
                          <a:pt x="157" y="447"/>
                        </a:lnTo>
                        <a:lnTo>
                          <a:pt x="157" y="415"/>
                        </a:lnTo>
                        <a:lnTo>
                          <a:pt x="157" y="415"/>
                        </a:lnTo>
                        <a:lnTo>
                          <a:pt x="157" y="415"/>
                        </a:lnTo>
                        <a:cubicBezTo>
                          <a:pt x="157" y="414"/>
                          <a:pt x="157" y="413"/>
                          <a:pt x="158" y="411"/>
                        </a:cubicBezTo>
                        <a:cubicBezTo>
                          <a:pt x="158" y="410"/>
                          <a:pt x="159" y="410"/>
                          <a:pt x="160" y="409"/>
                        </a:cubicBezTo>
                        <a:cubicBezTo>
                          <a:pt x="161" y="409"/>
                          <a:pt x="162" y="408"/>
                          <a:pt x="163" y="408"/>
                        </a:cubicBezTo>
                        <a:cubicBezTo>
                          <a:pt x="196" y="404"/>
                          <a:pt x="221" y="394"/>
                          <a:pt x="239" y="376"/>
                        </a:cubicBezTo>
                        <a:cubicBezTo>
                          <a:pt x="256" y="359"/>
                          <a:pt x="266" y="336"/>
                          <a:pt x="266" y="308"/>
                        </a:cubicBezTo>
                        <a:lnTo>
                          <a:pt x="266" y="308"/>
                        </a:lnTo>
                        <a:cubicBezTo>
                          <a:pt x="266" y="307"/>
                          <a:pt x="266" y="307"/>
                          <a:pt x="266" y="306"/>
                        </a:cubicBezTo>
                        <a:cubicBezTo>
                          <a:pt x="266" y="292"/>
                          <a:pt x="261" y="278"/>
                          <a:pt x="254" y="264"/>
                        </a:cubicBezTo>
                        <a:cubicBezTo>
                          <a:pt x="250" y="259"/>
                          <a:pt x="246" y="252"/>
                          <a:pt x="241" y="246"/>
                        </a:cubicBezTo>
                        <a:cubicBezTo>
                          <a:pt x="224" y="229"/>
                          <a:pt x="200" y="216"/>
                          <a:pt x="168" y="208"/>
                        </a:cubicBezTo>
                        <a:lnTo>
                          <a:pt x="162" y="206"/>
                        </a:lnTo>
                        <a:lnTo>
                          <a:pt x="162" y="206"/>
                        </a:lnTo>
                        <a:cubicBezTo>
                          <a:pt x="161" y="206"/>
                          <a:pt x="161" y="207"/>
                          <a:pt x="160" y="206"/>
                        </a:cubicBezTo>
                        <a:cubicBezTo>
                          <a:pt x="159" y="206"/>
                          <a:pt x="158" y="205"/>
                          <a:pt x="158" y="203"/>
                        </a:cubicBezTo>
                        <a:cubicBezTo>
                          <a:pt x="157" y="202"/>
                          <a:pt x="157" y="201"/>
                          <a:pt x="157" y="199"/>
                        </a:cubicBezTo>
                        <a:lnTo>
                          <a:pt x="157" y="199"/>
                        </a:lnTo>
                        <a:lnTo>
                          <a:pt x="157" y="129"/>
                        </a:lnTo>
                        <a:lnTo>
                          <a:pt x="157" y="129"/>
                        </a:lnTo>
                        <a:cubicBezTo>
                          <a:pt x="157" y="128"/>
                          <a:pt x="157" y="128"/>
                          <a:pt x="158" y="126"/>
                        </a:cubicBezTo>
                        <a:cubicBezTo>
                          <a:pt x="158" y="126"/>
                          <a:pt x="159" y="124"/>
                          <a:pt x="160" y="123"/>
                        </a:cubicBezTo>
                        <a:cubicBezTo>
                          <a:pt x="161" y="122"/>
                          <a:pt x="163" y="122"/>
                          <a:pt x="164" y="122"/>
                        </a:cubicBezTo>
                        <a:lnTo>
                          <a:pt x="165" y="122"/>
                        </a:lnTo>
                        <a:lnTo>
                          <a:pt x="165" y="122"/>
                        </a:lnTo>
                        <a:cubicBezTo>
                          <a:pt x="187" y="124"/>
                          <a:pt x="209" y="130"/>
                          <a:pt x="230" y="140"/>
                        </a:cubicBezTo>
                        <a:lnTo>
                          <a:pt x="251" y="85"/>
                        </a:lnTo>
                        <a:lnTo>
                          <a:pt x="251" y="85"/>
                        </a:lnTo>
                        <a:cubicBezTo>
                          <a:pt x="223" y="74"/>
                          <a:pt x="194" y="67"/>
                          <a:pt x="163" y="64"/>
                        </a:cubicBezTo>
                        <a:lnTo>
                          <a:pt x="163" y="64"/>
                        </a:lnTo>
                        <a:cubicBezTo>
                          <a:pt x="162" y="64"/>
                          <a:pt x="161" y="64"/>
                          <a:pt x="160" y="63"/>
                        </a:cubicBezTo>
                        <a:cubicBezTo>
                          <a:pt x="159" y="62"/>
                          <a:pt x="158" y="60"/>
                          <a:pt x="158" y="60"/>
                        </a:cubicBezTo>
                        <a:cubicBezTo>
                          <a:pt x="157" y="58"/>
                          <a:pt x="157" y="58"/>
                          <a:pt x="157" y="57"/>
                        </a:cubicBezTo>
                        <a:lnTo>
                          <a:pt x="157" y="14"/>
                        </a:lnTo>
                        <a:lnTo>
                          <a:pt x="127" y="14"/>
                        </a:lnTo>
                        <a:lnTo>
                          <a:pt x="127" y="57"/>
                        </a:lnTo>
                        <a:lnTo>
                          <a:pt x="127" y="57"/>
                        </a:lnTo>
                        <a:cubicBezTo>
                          <a:pt x="127" y="58"/>
                          <a:pt x="127" y="59"/>
                          <a:pt x="126" y="60"/>
                        </a:cubicBezTo>
                        <a:cubicBezTo>
                          <a:pt x="125" y="61"/>
                          <a:pt x="124" y="62"/>
                          <a:pt x="123" y="63"/>
                        </a:cubicBezTo>
                        <a:cubicBezTo>
                          <a:pt x="122" y="64"/>
                          <a:pt x="121" y="64"/>
                          <a:pt x="120" y="64"/>
                        </a:cubicBezTo>
                        <a:cubicBezTo>
                          <a:pt x="87" y="67"/>
                          <a:pt x="60" y="77"/>
                          <a:pt x="42" y="93"/>
                        </a:cubicBezTo>
                        <a:lnTo>
                          <a:pt x="42" y="93"/>
                        </a:lnTo>
                        <a:cubicBezTo>
                          <a:pt x="35" y="99"/>
                          <a:pt x="29" y="106"/>
                          <a:pt x="25" y="113"/>
                        </a:cubicBezTo>
                        <a:cubicBezTo>
                          <a:pt x="17" y="126"/>
                          <a:pt x="14" y="140"/>
                          <a:pt x="14" y="155"/>
                        </a:cubicBezTo>
                        <a:cubicBezTo>
                          <a:pt x="14" y="156"/>
                          <a:pt x="14" y="157"/>
                          <a:pt x="14" y="158"/>
                        </a:cubicBezTo>
                        <a:lnTo>
                          <a:pt x="14" y="158"/>
                        </a:lnTo>
                        <a:lnTo>
                          <a:pt x="14" y="159"/>
                        </a:lnTo>
                        <a:cubicBezTo>
                          <a:pt x="14" y="174"/>
                          <a:pt x="18" y="189"/>
                          <a:pt x="26" y="202"/>
                        </a:cubicBezTo>
                        <a:cubicBezTo>
                          <a:pt x="29" y="208"/>
                          <a:pt x="34" y="214"/>
                          <a:pt x="39" y="220"/>
                        </a:cubicBezTo>
                        <a:cubicBezTo>
                          <a:pt x="56" y="237"/>
                          <a:pt x="81" y="251"/>
                          <a:pt x="114" y="260"/>
                        </a:cubicBezTo>
                        <a:lnTo>
                          <a:pt x="121" y="262"/>
                        </a:lnTo>
                        <a:lnTo>
                          <a:pt x="121" y="262"/>
                        </a:lnTo>
                        <a:cubicBezTo>
                          <a:pt x="122" y="262"/>
                          <a:pt x="123" y="263"/>
                          <a:pt x="123" y="263"/>
                        </a:cubicBezTo>
                        <a:cubicBezTo>
                          <a:pt x="124" y="264"/>
                          <a:pt x="125" y="265"/>
                          <a:pt x="126" y="266"/>
                        </a:cubicBezTo>
                        <a:cubicBezTo>
                          <a:pt x="127" y="268"/>
                          <a:pt x="127" y="268"/>
                          <a:pt x="127" y="269"/>
                        </a:cubicBezTo>
                        <a:lnTo>
                          <a:pt x="127" y="342"/>
                        </a:lnTo>
                        <a:lnTo>
                          <a:pt x="127" y="342"/>
                        </a:lnTo>
                        <a:lnTo>
                          <a:pt x="127" y="342"/>
                        </a:lnTo>
                        <a:cubicBezTo>
                          <a:pt x="127" y="344"/>
                          <a:pt x="126" y="345"/>
                          <a:pt x="126" y="346"/>
                        </a:cubicBezTo>
                        <a:cubicBezTo>
                          <a:pt x="125" y="347"/>
                          <a:pt x="125" y="347"/>
                          <a:pt x="125" y="348"/>
                        </a:cubicBezTo>
                        <a:lnTo>
                          <a:pt x="125" y="348"/>
                        </a:lnTo>
                        <a:cubicBezTo>
                          <a:pt x="124" y="348"/>
                          <a:pt x="124" y="349"/>
                          <a:pt x="123" y="349"/>
                        </a:cubicBezTo>
                        <a:cubicBezTo>
                          <a:pt x="122" y="350"/>
                          <a:pt x="121" y="350"/>
                          <a:pt x="120" y="350"/>
                        </a:cubicBezTo>
                        <a:cubicBezTo>
                          <a:pt x="119" y="350"/>
                          <a:pt x="119" y="350"/>
                          <a:pt x="119" y="350"/>
                        </a:cubicBezTo>
                        <a:lnTo>
                          <a:pt x="119" y="350"/>
                        </a:lnTo>
                        <a:cubicBezTo>
                          <a:pt x="104" y="348"/>
                          <a:pt x="88" y="346"/>
                          <a:pt x="73" y="342"/>
                        </a:cubicBezTo>
                        <a:lnTo>
                          <a:pt x="73" y="342"/>
                        </a:lnTo>
                        <a:cubicBezTo>
                          <a:pt x="60" y="339"/>
                          <a:pt x="47" y="335"/>
                          <a:pt x="34" y="329"/>
                        </a:cubicBezTo>
                        <a:lnTo>
                          <a:pt x="17" y="386"/>
                        </a:lnTo>
                        <a:lnTo>
                          <a:pt x="17" y="386"/>
                        </a:lnTo>
                        <a:cubicBezTo>
                          <a:pt x="50" y="400"/>
                          <a:pt x="85" y="408"/>
                          <a:pt x="120" y="409"/>
                        </a:cubicBezTo>
                        <a:lnTo>
                          <a:pt x="120" y="409"/>
                        </a:lnTo>
                        <a:cubicBezTo>
                          <a:pt x="121" y="409"/>
                          <a:pt x="121" y="410"/>
                          <a:pt x="123" y="410"/>
                        </a:cubicBezTo>
                        <a:cubicBezTo>
                          <a:pt x="125" y="411"/>
                          <a:pt x="125" y="411"/>
                          <a:pt x="126" y="412"/>
                        </a:cubicBezTo>
                        <a:cubicBezTo>
                          <a:pt x="127" y="413"/>
                          <a:pt x="127" y="415"/>
                          <a:pt x="127" y="416"/>
                        </a:cubicBezTo>
                        <a:lnTo>
                          <a:pt x="127" y="416"/>
                        </a:lnTo>
                        <a:lnTo>
                          <a:pt x="127" y="44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9" name="Google Shape;1739;p30"/>
                  <p:cNvSpPr/>
                  <p:nvPr/>
                </p:nvSpPr>
                <p:spPr>
                  <a:xfrm>
                    <a:off x="2466316" y="3452998"/>
                    <a:ext cx="16822" cy="285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73" extrusionOk="0">
                        <a:moveTo>
                          <a:pt x="35" y="72"/>
                        </a:moveTo>
                        <a:lnTo>
                          <a:pt x="35" y="72"/>
                        </a:lnTo>
                        <a:lnTo>
                          <a:pt x="35" y="72"/>
                        </a:lnTo>
                        <a:cubicBezTo>
                          <a:pt x="34" y="72"/>
                          <a:pt x="33" y="71"/>
                          <a:pt x="32" y="71"/>
                        </a:cubicBezTo>
                        <a:lnTo>
                          <a:pt x="32" y="71"/>
                        </a:lnTo>
                        <a:cubicBezTo>
                          <a:pt x="28" y="70"/>
                          <a:pt x="24" y="69"/>
                          <a:pt x="20" y="66"/>
                        </a:cubicBezTo>
                        <a:cubicBezTo>
                          <a:pt x="16" y="64"/>
                          <a:pt x="12" y="60"/>
                          <a:pt x="8" y="56"/>
                        </a:cubicBezTo>
                        <a:lnTo>
                          <a:pt x="8" y="56"/>
                        </a:lnTo>
                        <a:cubicBezTo>
                          <a:pt x="7" y="55"/>
                          <a:pt x="5" y="53"/>
                          <a:pt x="4" y="51"/>
                        </a:cubicBezTo>
                        <a:cubicBezTo>
                          <a:pt x="2" y="47"/>
                          <a:pt x="0" y="41"/>
                          <a:pt x="0" y="36"/>
                        </a:cubicBezTo>
                        <a:lnTo>
                          <a:pt x="0" y="35"/>
                        </a:lnTo>
                        <a:cubicBezTo>
                          <a:pt x="0" y="22"/>
                          <a:pt x="6" y="6"/>
                          <a:pt x="33" y="0"/>
                        </a:cubicBezTo>
                        <a:lnTo>
                          <a:pt x="33" y="0"/>
                        </a:lnTo>
                        <a:cubicBezTo>
                          <a:pt x="34" y="0"/>
                          <a:pt x="34" y="0"/>
                          <a:pt x="35" y="0"/>
                        </a:cubicBezTo>
                        <a:cubicBezTo>
                          <a:pt x="36" y="0"/>
                          <a:pt x="36" y="0"/>
                          <a:pt x="38" y="1"/>
                        </a:cubicBezTo>
                        <a:cubicBezTo>
                          <a:pt x="39" y="3"/>
                          <a:pt x="40" y="3"/>
                          <a:pt x="41" y="4"/>
                        </a:cubicBezTo>
                        <a:cubicBezTo>
                          <a:pt x="42" y="5"/>
                          <a:pt x="42" y="6"/>
                          <a:pt x="42" y="7"/>
                        </a:cubicBezTo>
                        <a:lnTo>
                          <a:pt x="42" y="64"/>
                        </a:lnTo>
                        <a:lnTo>
                          <a:pt x="42" y="64"/>
                        </a:lnTo>
                        <a:lnTo>
                          <a:pt x="42" y="64"/>
                        </a:lnTo>
                        <a:cubicBezTo>
                          <a:pt x="42" y="66"/>
                          <a:pt x="42" y="67"/>
                          <a:pt x="41" y="68"/>
                        </a:cubicBezTo>
                        <a:cubicBezTo>
                          <a:pt x="40" y="69"/>
                          <a:pt x="39" y="71"/>
                          <a:pt x="38" y="71"/>
                        </a:cubicBezTo>
                        <a:cubicBezTo>
                          <a:pt x="36" y="72"/>
                          <a:pt x="36" y="72"/>
                          <a:pt x="35" y="72"/>
                        </a:cubicBezTo>
                        <a:moveTo>
                          <a:pt x="27" y="17"/>
                        </a:moveTo>
                        <a:cubicBezTo>
                          <a:pt x="17" y="22"/>
                          <a:pt x="15" y="29"/>
                          <a:pt x="15" y="35"/>
                        </a:cubicBezTo>
                        <a:lnTo>
                          <a:pt x="15" y="35"/>
                        </a:lnTo>
                        <a:lnTo>
                          <a:pt x="15" y="36"/>
                        </a:lnTo>
                        <a:cubicBezTo>
                          <a:pt x="15" y="39"/>
                          <a:pt x="15" y="42"/>
                          <a:pt x="17" y="44"/>
                        </a:cubicBezTo>
                        <a:cubicBezTo>
                          <a:pt x="17" y="45"/>
                          <a:pt x="18" y="46"/>
                          <a:pt x="19" y="47"/>
                        </a:cubicBezTo>
                        <a:lnTo>
                          <a:pt x="19" y="47"/>
                        </a:lnTo>
                        <a:cubicBezTo>
                          <a:pt x="21" y="49"/>
                          <a:pt x="22" y="51"/>
                          <a:pt x="25" y="52"/>
                        </a:cubicBezTo>
                        <a:cubicBezTo>
                          <a:pt x="26" y="53"/>
                          <a:pt x="27" y="53"/>
                          <a:pt x="27" y="53"/>
                        </a:cubicBezTo>
                        <a:lnTo>
                          <a:pt x="27" y="1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0" name="Google Shape;1740;p30"/>
                  <p:cNvSpPr/>
                  <p:nvPr/>
                </p:nvSpPr>
                <p:spPr>
                  <a:xfrm>
                    <a:off x="2494482" y="3513243"/>
                    <a:ext cx="15648" cy="281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" h="72" extrusionOk="0">
                        <a:moveTo>
                          <a:pt x="7" y="70"/>
                        </a:moveTo>
                        <a:lnTo>
                          <a:pt x="7" y="70"/>
                        </a:lnTo>
                        <a:lnTo>
                          <a:pt x="7" y="70"/>
                        </a:lnTo>
                        <a:cubicBezTo>
                          <a:pt x="6" y="70"/>
                          <a:pt x="5" y="71"/>
                          <a:pt x="3" y="70"/>
                        </a:cubicBezTo>
                        <a:cubicBezTo>
                          <a:pt x="2" y="70"/>
                          <a:pt x="3" y="69"/>
                          <a:pt x="3" y="69"/>
                        </a:cubicBezTo>
                        <a:lnTo>
                          <a:pt x="3" y="69"/>
                        </a:lnTo>
                        <a:cubicBezTo>
                          <a:pt x="2" y="68"/>
                          <a:pt x="1" y="68"/>
                          <a:pt x="1" y="67"/>
                        </a:cubicBezTo>
                        <a:cubicBezTo>
                          <a:pt x="0" y="66"/>
                          <a:pt x="0" y="64"/>
                          <a:pt x="0" y="63"/>
                        </a:cubicBezTo>
                        <a:lnTo>
                          <a:pt x="0" y="8"/>
                        </a:lnTo>
                        <a:lnTo>
                          <a:pt x="0" y="8"/>
                        </a:lnTo>
                        <a:cubicBezTo>
                          <a:pt x="0" y="7"/>
                          <a:pt x="0" y="6"/>
                          <a:pt x="1" y="4"/>
                        </a:cubicBezTo>
                        <a:cubicBezTo>
                          <a:pt x="1" y="4"/>
                          <a:pt x="2" y="2"/>
                          <a:pt x="3" y="2"/>
                        </a:cubicBezTo>
                        <a:lnTo>
                          <a:pt x="3" y="2"/>
                        </a:lnTo>
                        <a:lnTo>
                          <a:pt x="3" y="1"/>
                        </a:lnTo>
                        <a:cubicBezTo>
                          <a:pt x="5" y="1"/>
                          <a:pt x="6" y="0"/>
                          <a:pt x="7" y="0"/>
                        </a:cubicBezTo>
                        <a:cubicBezTo>
                          <a:pt x="8" y="0"/>
                          <a:pt x="9" y="1"/>
                          <a:pt x="10" y="1"/>
                        </a:cubicBezTo>
                        <a:cubicBezTo>
                          <a:pt x="21" y="5"/>
                          <a:pt x="28" y="10"/>
                          <a:pt x="33" y="16"/>
                        </a:cubicBezTo>
                        <a:lnTo>
                          <a:pt x="33" y="16"/>
                        </a:lnTo>
                        <a:cubicBezTo>
                          <a:pt x="33" y="17"/>
                          <a:pt x="34" y="18"/>
                          <a:pt x="34" y="18"/>
                        </a:cubicBezTo>
                        <a:cubicBezTo>
                          <a:pt x="37" y="24"/>
                          <a:pt x="39" y="30"/>
                          <a:pt x="39" y="37"/>
                        </a:cubicBezTo>
                        <a:lnTo>
                          <a:pt x="39" y="38"/>
                        </a:lnTo>
                        <a:cubicBezTo>
                          <a:pt x="39" y="49"/>
                          <a:pt x="34" y="64"/>
                          <a:pt x="9" y="70"/>
                        </a:cubicBezTo>
                        <a:lnTo>
                          <a:pt x="9" y="70"/>
                        </a:lnTo>
                        <a:cubicBezTo>
                          <a:pt x="8" y="70"/>
                          <a:pt x="8" y="70"/>
                          <a:pt x="7" y="70"/>
                        </a:cubicBezTo>
                        <a:moveTo>
                          <a:pt x="14" y="20"/>
                        </a:moveTo>
                        <a:lnTo>
                          <a:pt x="14" y="53"/>
                        </a:lnTo>
                        <a:lnTo>
                          <a:pt x="14" y="53"/>
                        </a:lnTo>
                        <a:cubicBezTo>
                          <a:pt x="15" y="53"/>
                          <a:pt x="16" y="53"/>
                          <a:pt x="17" y="52"/>
                        </a:cubicBezTo>
                        <a:cubicBezTo>
                          <a:pt x="19" y="52"/>
                          <a:pt x="20" y="49"/>
                          <a:pt x="22" y="46"/>
                        </a:cubicBezTo>
                        <a:cubicBezTo>
                          <a:pt x="23" y="44"/>
                          <a:pt x="24" y="41"/>
                          <a:pt x="24" y="39"/>
                        </a:cubicBezTo>
                        <a:cubicBezTo>
                          <a:pt x="24" y="38"/>
                          <a:pt x="24" y="38"/>
                          <a:pt x="24" y="38"/>
                        </a:cubicBezTo>
                        <a:lnTo>
                          <a:pt x="24" y="38"/>
                        </a:lnTo>
                        <a:lnTo>
                          <a:pt x="24" y="37"/>
                        </a:lnTo>
                        <a:cubicBezTo>
                          <a:pt x="24" y="33"/>
                          <a:pt x="23" y="29"/>
                          <a:pt x="21" y="26"/>
                        </a:cubicBezTo>
                        <a:cubicBezTo>
                          <a:pt x="21" y="25"/>
                          <a:pt x="21" y="25"/>
                          <a:pt x="21" y="25"/>
                        </a:cubicBezTo>
                        <a:lnTo>
                          <a:pt x="21" y="25"/>
                        </a:lnTo>
                        <a:cubicBezTo>
                          <a:pt x="19" y="23"/>
                          <a:pt x="17" y="21"/>
                          <a:pt x="15" y="20"/>
                        </a:cubicBezTo>
                        <a:lnTo>
                          <a:pt x="14" y="19"/>
                        </a:lnTo>
                        <a:lnTo>
                          <a:pt x="14" y="2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741" name="Google Shape;1741;p30"/>
              <p:cNvSpPr/>
              <p:nvPr/>
            </p:nvSpPr>
            <p:spPr>
              <a:xfrm>
                <a:off x="2101326" y="4213495"/>
                <a:ext cx="32861" cy="83717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4" extrusionOk="0">
                    <a:moveTo>
                      <a:pt x="83" y="106"/>
                    </a:moveTo>
                    <a:cubicBezTo>
                      <a:pt x="83" y="165"/>
                      <a:pt x="64" y="213"/>
                      <a:pt x="41" y="213"/>
                    </a:cubicBezTo>
                    <a:cubicBezTo>
                      <a:pt x="18" y="213"/>
                      <a:pt x="0" y="165"/>
                      <a:pt x="0" y="106"/>
                    </a:cubicBezTo>
                    <a:cubicBezTo>
                      <a:pt x="0" y="47"/>
                      <a:pt x="18" y="0"/>
                      <a:pt x="41" y="0"/>
                    </a:cubicBezTo>
                    <a:cubicBezTo>
                      <a:pt x="64" y="0"/>
                      <a:pt x="83" y="47"/>
                      <a:pt x="83" y="1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2" name="Google Shape;1742;p30"/>
            <p:cNvGrpSpPr/>
            <p:nvPr/>
          </p:nvGrpSpPr>
          <p:grpSpPr>
            <a:xfrm>
              <a:off x="6670093" y="1539266"/>
              <a:ext cx="2103617" cy="3325630"/>
              <a:chOff x="345226" y="2421006"/>
              <a:chExt cx="1515902" cy="2396505"/>
            </a:xfrm>
          </p:grpSpPr>
          <p:sp>
            <p:nvSpPr>
              <p:cNvPr id="1743" name="Google Shape;1743;p30"/>
              <p:cNvSpPr/>
              <p:nvPr/>
            </p:nvSpPr>
            <p:spPr>
              <a:xfrm>
                <a:off x="1401468" y="4569489"/>
                <a:ext cx="456530" cy="245284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627" extrusionOk="0">
                    <a:moveTo>
                      <a:pt x="1028" y="0"/>
                    </a:moveTo>
                    <a:lnTo>
                      <a:pt x="1166" y="376"/>
                    </a:lnTo>
                    <a:lnTo>
                      <a:pt x="487" y="626"/>
                    </a:lnTo>
                    <a:lnTo>
                      <a:pt x="0" y="626"/>
                    </a:lnTo>
                    <a:cubicBezTo>
                      <a:pt x="0" y="464"/>
                      <a:pt x="164" y="360"/>
                      <a:pt x="324" y="301"/>
                    </a:cubicBezTo>
                    <a:lnTo>
                      <a:pt x="324" y="301"/>
                    </a:lnTo>
                    <a:lnTo>
                      <a:pt x="324" y="301"/>
                    </a:lnTo>
                    <a:cubicBezTo>
                      <a:pt x="357" y="278"/>
                      <a:pt x="391" y="257"/>
                      <a:pt x="426" y="237"/>
                    </a:cubicBezTo>
                    <a:cubicBezTo>
                      <a:pt x="457" y="219"/>
                      <a:pt x="489" y="202"/>
                      <a:pt x="522" y="186"/>
                    </a:cubicBezTo>
                    <a:lnTo>
                      <a:pt x="102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0"/>
              <p:cNvSpPr/>
              <p:nvPr/>
            </p:nvSpPr>
            <p:spPr>
              <a:xfrm>
                <a:off x="1592373" y="4515503"/>
                <a:ext cx="211639" cy="127141"/>
              </a:xfrm>
              <a:custGeom>
                <a:avLst/>
                <a:gdLst/>
                <a:ahLst/>
                <a:cxnLst/>
                <a:rect l="l" t="t" r="r" b="b"/>
                <a:pathLst>
                  <a:path w="541" h="325" extrusionOk="0">
                    <a:moveTo>
                      <a:pt x="478" y="0"/>
                    </a:moveTo>
                    <a:lnTo>
                      <a:pt x="540" y="138"/>
                    </a:lnTo>
                    <a:lnTo>
                      <a:pt x="34" y="324"/>
                    </a:lnTo>
                    <a:lnTo>
                      <a:pt x="0" y="253"/>
                    </a:lnTo>
                    <a:lnTo>
                      <a:pt x="478" y="0"/>
                    </a:lnTo>
                    <a:close/>
                  </a:path>
                </a:pathLst>
              </a:custGeom>
              <a:solidFill>
                <a:srgbClr val="EDBA8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" name="Google Shape;1745;p30"/>
              <p:cNvSpPr/>
              <p:nvPr/>
            </p:nvSpPr>
            <p:spPr>
              <a:xfrm>
                <a:off x="1076771" y="2566533"/>
                <a:ext cx="274231" cy="3024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773" extrusionOk="0">
                    <a:moveTo>
                      <a:pt x="606" y="156"/>
                    </a:moveTo>
                    <a:lnTo>
                      <a:pt x="606" y="156"/>
                    </a:lnTo>
                    <a:cubicBezTo>
                      <a:pt x="619" y="158"/>
                      <a:pt x="633" y="163"/>
                      <a:pt x="645" y="170"/>
                    </a:cubicBezTo>
                    <a:cubicBezTo>
                      <a:pt x="662" y="179"/>
                      <a:pt x="675" y="194"/>
                      <a:pt x="685" y="211"/>
                    </a:cubicBezTo>
                    <a:cubicBezTo>
                      <a:pt x="694" y="228"/>
                      <a:pt x="700" y="246"/>
                      <a:pt x="700" y="266"/>
                    </a:cubicBezTo>
                    <a:cubicBezTo>
                      <a:pt x="700" y="285"/>
                      <a:pt x="694" y="305"/>
                      <a:pt x="685" y="322"/>
                    </a:cubicBezTo>
                    <a:cubicBezTo>
                      <a:pt x="675" y="339"/>
                      <a:pt x="662" y="353"/>
                      <a:pt x="645" y="363"/>
                    </a:cubicBezTo>
                    <a:cubicBezTo>
                      <a:pt x="628" y="373"/>
                      <a:pt x="608" y="378"/>
                      <a:pt x="589" y="378"/>
                    </a:cubicBezTo>
                    <a:lnTo>
                      <a:pt x="589" y="378"/>
                    </a:lnTo>
                    <a:lnTo>
                      <a:pt x="589" y="378"/>
                    </a:lnTo>
                    <a:lnTo>
                      <a:pt x="589" y="378"/>
                    </a:lnTo>
                    <a:cubicBezTo>
                      <a:pt x="580" y="378"/>
                      <a:pt x="572" y="377"/>
                      <a:pt x="564" y="375"/>
                    </a:cubicBezTo>
                    <a:lnTo>
                      <a:pt x="564" y="693"/>
                    </a:lnTo>
                    <a:cubicBezTo>
                      <a:pt x="564" y="693"/>
                      <a:pt x="480" y="772"/>
                      <a:pt x="338" y="772"/>
                    </a:cubicBezTo>
                    <a:cubicBezTo>
                      <a:pt x="283" y="772"/>
                      <a:pt x="243" y="760"/>
                      <a:pt x="214" y="746"/>
                    </a:cubicBezTo>
                    <a:lnTo>
                      <a:pt x="214" y="746"/>
                    </a:lnTo>
                    <a:cubicBezTo>
                      <a:pt x="204" y="739"/>
                      <a:pt x="195" y="732"/>
                      <a:pt x="184" y="726"/>
                    </a:cubicBezTo>
                    <a:cubicBezTo>
                      <a:pt x="180" y="724"/>
                      <a:pt x="176" y="722"/>
                      <a:pt x="173" y="720"/>
                    </a:cubicBezTo>
                    <a:lnTo>
                      <a:pt x="173" y="720"/>
                    </a:lnTo>
                    <a:cubicBezTo>
                      <a:pt x="163" y="712"/>
                      <a:pt x="155" y="703"/>
                      <a:pt x="148" y="693"/>
                    </a:cubicBezTo>
                    <a:lnTo>
                      <a:pt x="209" y="664"/>
                    </a:lnTo>
                    <a:lnTo>
                      <a:pt x="355" y="593"/>
                    </a:lnTo>
                    <a:lnTo>
                      <a:pt x="209" y="593"/>
                    </a:lnTo>
                    <a:lnTo>
                      <a:pt x="209" y="593"/>
                    </a:lnTo>
                    <a:lnTo>
                      <a:pt x="208" y="593"/>
                    </a:lnTo>
                    <a:cubicBezTo>
                      <a:pt x="199" y="593"/>
                      <a:pt x="189" y="593"/>
                      <a:pt x="179" y="591"/>
                    </a:cubicBezTo>
                    <a:lnTo>
                      <a:pt x="179" y="591"/>
                    </a:lnTo>
                    <a:cubicBezTo>
                      <a:pt x="153" y="588"/>
                      <a:pt x="128" y="578"/>
                      <a:pt x="105" y="565"/>
                    </a:cubicBezTo>
                    <a:cubicBezTo>
                      <a:pt x="73" y="546"/>
                      <a:pt x="46" y="520"/>
                      <a:pt x="28" y="489"/>
                    </a:cubicBezTo>
                    <a:cubicBezTo>
                      <a:pt x="10" y="457"/>
                      <a:pt x="0" y="421"/>
                      <a:pt x="0" y="384"/>
                    </a:cubicBezTo>
                    <a:lnTo>
                      <a:pt x="0" y="0"/>
                    </a:lnTo>
                    <a:lnTo>
                      <a:pt x="427" y="0"/>
                    </a:lnTo>
                    <a:cubicBezTo>
                      <a:pt x="427" y="167"/>
                      <a:pt x="481" y="235"/>
                      <a:pt x="481" y="235"/>
                    </a:cubicBezTo>
                    <a:lnTo>
                      <a:pt x="481" y="235"/>
                    </a:lnTo>
                    <a:cubicBezTo>
                      <a:pt x="484" y="226"/>
                      <a:pt x="487" y="218"/>
                      <a:pt x="492" y="211"/>
                    </a:cubicBezTo>
                    <a:cubicBezTo>
                      <a:pt x="502" y="194"/>
                      <a:pt x="516" y="179"/>
                      <a:pt x="533" y="170"/>
                    </a:cubicBezTo>
                    <a:cubicBezTo>
                      <a:pt x="543" y="164"/>
                      <a:pt x="553" y="160"/>
                      <a:pt x="564" y="157"/>
                    </a:cubicBezTo>
                    <a:lnTo>
                      <a:pt x="564" y="157"/>
                    </a:lnTo>
                    <a:cubicBezTo>
                      <a:pt x="572" y="155"/>
                      <a:pt x="580" y="155"/>
                      <a:pt x="588" y="155"/>
                    </a:cubicBezTo>
                    <a:lnTo>
                      <a:pt x="589" y="155"/>
                    </a:lnTo>
                    <a:lnTo>
                      <a:pt x="589" y="155"/>
                    </a:lnTo>
                    <a:lnTo>
                      <a:pt x="589" y="155"/>
                    </a:lnTo>
                    <a:cubicBezTo>
                      <a:pt x="594" y="155"/>
                      <a:pt x="600" y="155"/>
                      <a:pt x="606" y="156"/>
                    </a:cubicBezTo>
                    <a:close/>
                  </a:path>
                </a:pathLst>
              </a:custGeom>
              <a:solidFill>
                <a:srgbClr val="EDBA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0"/>
              <p:cNvSpPr/>
              <p:nvPr/>
            </p:nvSpPr>
            <p:spPr>
              <a:xfrm>
                <a:off x="1032565" y="2424136"/>
                <a:ext cx="281664" cy="234722"/>
              </a:xfrm>
              <a:custGeom>
                <a:avLst/>
                <a:gdLst/>
                <a:ahLst/>
                <a:cxnLst/>
                <a:rect l="l" t="t" r="r" b="b"/>
                <a:pathLst>
                  <a:path w="720" h="600" extrusionOk="0">
                    <a:moveTo>
                      <a:pt x="594" y="599"/>
                    </a:moveTo>
                    <a:cubicBezTo>
                      <a:pt x="594" y="599"/>
                      <a:pt x="540" y="531"/>
                      <a:pt x="540" y="364"/>
                    </a:cubicBezTo>
                    <a:lnTo>
                      <a:pt x="113" y="364"/>
                    </a:lnTo>
                    <a:lnTo>
                      <a:pt x="113" y="368"/>
                    </a:lnTo>
                    <a:cubicBezTo>
                      <a:pt x="110" y="368"/>
                      <a:pt x="108" y="368"/>
                      <a:pt x="105" y="368"/>
                    </a:cubicBezTo>
                    <a:lnTo>
                      <a:pt x="105" y="368"/>
                    </a:lnTo>
                    <a:cubicBezTo>
                      <a:pt x="87" y="368"/>
                      <a:pt x="69" y="363"/>
                      <a:pt x="53" y="354"/>
                    </a:cubicBezTo>
                    <a:cubicBezTo>
                      <a:pt x="37" y="345"/>
                      <a:pt x="23" y="332"/>
                      <a:pt x="14" y="316"/>
                    </a:cubicBezTo>
                    <a:cubicBezTo>
                      <a:pt x="5" y="300"/>
                      <a:pt x="0" y="281"/>
                      <a:pt x="0" y="263"/>
                    </a:cubicBezTo>
                    <a:cubicBezTo>
                      <a:pt x="0" y="244"/>
                      <a:pt x="5" y="227"/>
                      <a:pt x="14" y="211"/>
                    </a:cubicBezTo>
                    <a:cubicBezTo>
                      <a:pt x="23" y="195"/>
                      <a:pt x="37" y="182"/>
                      <a:pt x="53" y="173"/>
                    </a:cubicBezTo>
                    <a:cubicBezTo>
                      <a:pt x="57" y="170"/>
                      <a:pt x="62" y="168"/>
                      <a:pt x="67" y="166"/>
                    </a:cubicBezTo>
                    <a:lnTo>
                      <a:pt x="67" y="166"/>
                    </a:lnTo>
                    <a:cubicBezTo>
                      <a:pt x="70" y="164"/>
                      <a:pt x="74" y="163"/>
                      <a:pt x="77" y="162"/>
                    </a:cubicBezTo>
                    <a:lnTo>
                      <a:pt x="77" y="162"/>
                    </a:lnTo>
                    <a:cubicBezTo>
                      <a:pt x="77" y="158"/>
                      <a:pt x="77" y="153"/>
                      <a:pt x="77" y="148"/>
                    </a:cubicBezTo>
                    <a:lnTo>
                      <a:pt x="77" y="148"/>
                    </a:lnTo>
                    <a:cubicBezTo>
                      <a:pt x="77" y="147"/>
                      <a:pt x="77" y="146"/>
                      <a:pt x="77" y="146"/>
                    </a:cubicBezTo>
                    <a:cubicBezTo>
                      <a:pt x="77" y="145"/>
                      <a:pt x="77" y="144"/>
                      <a:pt x="77" y="143"/>
                    </a:cubicBezTo>
                    <a:lnTo>
                      <a:pt x="77" y="143"/>
                    </a:lnTo>
                    <a:cubicBezTo>
                      <a:pt x="77" y="119"/>
                      <a:pt x="84" y="95"/>
                      <a:pt x="97" y="74"/>
                    </a:cubicBezTo>
                    <a:cubicBezTo>
                      <a:pt x="110" y="51"/>
                      <a:pt x="128" y="33"/>
                      <a:pt x="151" y="20"/>
                    </a:cubicBezTo>
                    <a:cubicBezTo>
                      <a:pt x="174" y="6"/>
                      <a:pt x="198" y="0"/>
                      <a:pt x="225" y="0"/>
                    </a:cubicBezTo>
                    <a:cubicBezTo>
                      <a:pt x="251" y="0"/>
                      <a:pt x="277" y="6"/>
                      <a:pt x="300" y="20"/>
                    </a:cubicBezTo>
                    <a:cubicBezTo>
                      <a:pt x="322" y="33"/>
                      <a:pt x="341" y="51"/>
                      <a:pt x="354" y="74"/>
                    </a:cubicBezTo>
                    <a:cubicBezTo>
                      <a:pt x="367" y="96"/>
                      <a:pt x="374" y="122"/>
                      <a:pt x="374" y="148"/>
                    </a:cubicBezTo>
                    <a:lnTo>
                      <a:pt x="374" y="148"/>
                    </a:lnTo>
                    <a:cubicBezTo>
                      <a:pt x="374" y="154"/>
                      <a:pt x="374" y="160"/>
                      <a:pt x="373" y="166"/>
                    </a:cubicBezTo>
                    <a:lnTo>
                      <a:pt x="590" y="206"/>
                    </a:lnTo>
                    <a:lnTo>
                      <a:pt x="590" y="206"/>
                    </a:lnTo>
                    <a:cubicBezTo>
                      <a:pt x="607" y="209"/>
                      <a:pt x="623" y="215"/>
                      <a:pt x="639" y="224"/>
                    </a:cubicBezTo>
                    <a:cubicBezTo>
                      <a:pt x="662" y="237"/>
                      <a:pt x="682" y="257"/>
                      <a:pt x="696" y="281"/>
                    </a:cubicBezTo>
                    <a:cubicBezTo>
                      <a:pt x="709" y="304"/>
                      <a:pt x="716" y="329"/>
                      <a:pt x="716" y="356"/>
                    </a:cubicBezTo>
                    <a:lnTo>
                      <a:pt x="719" y="520"/>
                    </a:lnTo>
                    <a:lnTo>
                      <a:pt x="719" y="520"/>
                    </a:lnTo>
                    <a:cubicBezTo>
                      <a:pt x="713" y="519"/>
                      <a:pt x="708" y="518"/>
                      <a:pt x="702" y="518"/>
                    </a:cubicBezTo>
                    <a:lnTo>
                      <a:pt x="702" y="518"/>
                    </a:lnTo>
                    <a:lnTo>
                      <a:pt x="702" y="518"/>
                    </a:lnTo>
                    <a:lnTo>
                      <a:pt x="701" y="518"/>
                    </a:lnTo>
                    <a:cubicBezTo>
                      <a:pt x="693" y="518"/>
                      <a:pt x="685" y="519"/>
                      <a:pt x="677" y="521"/>
                    </a:cubicBezTo>
                    <a:lnTo>
                      <a:pt x="677" y="521"/>
                    </a:lnTo>
                    <a:cubicBezTo>
                      <a:pt x="666" y="524"/>
                      <a:pt x="656" y="528"/>
                      <a:pt x="646" y="534"/>
                    </a:cubicBezTo>
                    <a:cubicBezTo>
                      <a:pt x="629" y="543"/>
                      <a:pt x="615" y="557"/>
                      <a:pt x="605" y="574"/>
                    </a:cubicBezTo>
                    <a:cubicBezTo>
                      <a:pt x="600" y="582"/>
                      <a:pt x="597" y="590"/>
                      <a:pt x="594" y="59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0"/>
              <p:cNvSpPr/>
              <p:nvPr/>
            </p:nvSpPr>
            <p:spPr>
              <a:xfrm>
                <a:off x="1165574" y="3435002"/>
                <a:ext cx="638047" cy="1201383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071" extrusionOk="0">
                    <a:moveTo>
                      <a:pt x="1569" y="2762"/>
                    </a:moveTo>
                    <a:lnTo>
                      <a:pt x="1091" y="3015"/>
                    </a:lnTo>
                    <a:lnTo>
                      <a:pt x="986" y="3070"/>
                    </a:lnTo>
                    <a:lnTo>
                      <a:pt x="200" y="1581"/>
                    </a:lnTo>
                    <a:lnTo>
                      <a:pt x="200" y="1581"/>
                    </a:lnTo>
                    <a:cubicBezTo>
                      <a:pt x="179" y="1541"/>
                      <a:pt x="165" y="1498"/>
                      <a:pt x="160" y="1454"/>
                    </a:cubicBezTo>
                    <a:lnTo>
                      <a:pt x="138" y="1265"/>
                    </a:lnTo>
                    <a:lnTo>
                      <a:pt x="0" y="103"/>
                    </a:lnTo>
                    <a:cubicBezTo>
                      <a:pt x="45" y="105"/>
                      <a:pt x="92" y="106"/>
                      <a:pt x="143" y="106"/>
                    </a:cubicBezTo>
                    <a:cubicBezTo>
                      <a:pt x="187" y="106"/>
                      <a:pt x="228" y="105"/>
                      <a:pt x="267" y="102"/>
                    </a:cubicBezTo>
                    <a:cubicBezTo>
                      <a:pt x="488" y="88"/>
                      <a:pt x="638" y="36"/>
                      <a:pt x="720" y="0"/>
                    </a:cubicBezTo>
                    <a:lnTo>
                      <a:pt x="874" y="1301"/>
                    </a:lnTo>
                    <a:lnTo>
                      <a:pt x="1630" y="2730"/>
                    </a:lnTo>
                    <a:lnTo>
                      <a:pt x="1569" y="276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0"/>
              <p:cNvSpPr/>
              <p:nvPr/>
            </p:nvSpPr>
            <p:spPr>
              <a:xfrm>
                <a:off x="855351" y="3448303"/>
                <a:ext cx="364207" cy="1210381"/>
              </a:xfrm>
              <a:custGeom>
                <a:avLst/>
                <a:gdLst/>
                <a:ahLst/>
                <a:cxnLst/>
                <a:rect l="l" t="t" r="r" b="b"/>
                <a:pathLst>
                  <a:path w="931" h="3094" extrusionOk="0">
                    <a:moveTo>
                      <a:pt x="335" y="0"/>
                    </a:moveTo>
                    <a:cubicBezTo>
                      <a:pt x="404" y="22"/>
                      <a:pt x="553" y="58"/>
                      <a:pt x="793" y="69"/>
                    </a:cubicBezTo>
                    <a:lnTo>
                      <a:pt x="930" y="1230"/>
                    </a:lnTo>
                    <a:lnTo>
                      <a:pt x="723" y="3093"/>
                    </a:lnTo>
                    <a:lnTo>
                      <a:pt x="695" y="3090"/>
                    </a:lnTo>
                    <a:lnTo>
                      <a:pt x="156" y="3030"/>
                    </a:lnTo>
                    <a:lnTo>
                      <a:pt x="0" y="3012"/>
                    </a:lnTo>
                    <a:lnTo>
                      <a:pt x="3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0"/>
              <p:cNvSpPr/>
              <p:nvPr/>
            </p:nvSpPr>
            <p:spPr>
              <a:xfrm>
                <a:off x="1134669" y="2797734"/>
                <a:ext cx="81370" cy="4029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03" extrusionOk="0">
                    <a:moveTo>
                      <a:pt x="61" y="2"/>
                    </a:moveTo>
                    <a:lnTo>
                      <a:pt x="207" y="2"/>
                    </a:lnTo>
                    <a:lnTo>
                      <a:pt x="62" y="73"/>
                    </a:lnTo>
                    <a:lnTo>
                      <a:pt x="0" y="102"/>
                    </a:lnTo>
                    <a:lnTo>
                      <a:pt x="9" y="73"/>
                    </a:lnTo>
                    <a:lnTo>
                      <a:pt x="31" y="2"/>
                    </a:lnTo>
                    <a:lnTo>
                      <a:pt x="31" y="0"/>
                    </a:lnTo>
                    <a:lnTo>
                      <a:pt x="31" y="0"/>
                    </a:lnTo>
                    <a:cubicBezTo>
                      <a:pt x="41" y="2"/>
                      <a:pt x="51" y="2"/>
                      <a:pt x="60" y="2"/>
                    </a:cubicBezTo>
                    <a:lnTo>
                      <a:pt x="61" y="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0"/>
              <p:cNvSpPr/>
              <p:nvPr/>
            </p:nvSpPr>
            <p:spPr>
              <a:xfrm>
                <a:off x="916379" y="4633646"/>
                <a:ext cx="211639" cy="2425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62" extrusionOk="0">
                    <a:moveTo>
                      <a:pt x="540" y="60"/>
                    </a:moveTo>
                    <a:lnTo>
                      <a:pt x="539" y="61"/>
                    </a:lnTo>
                    <a:lnTo>
                      <a:pt x="0" y="61"/>
                    </a:lnTo>
                    <a:lnTo>
                      <a:pt x="0" y="0"/>
                    </a:lnTo>
                    <a:lnTo>
                      <a:pt x="540" y="6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" name="Google Shape;1751;p30"/>
              <p:cNvSpPr/>
              <p:nvPr/>
            </p:nvSpPr>
            <p:spPr>
              <a:xfrm>
                <a:off x="652710" y="4657509"/>
                <a:ext cx="474917" cy="157263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402" extrusionOk="0">
                    <a:moveTo>
                      <a:pt x="1213" y="0"/>
                    </a:moveTo>
                    <a:lnTo>
                      <a:pt x="1213" y="401"/>
                    </a:lnTo>
                    <a:lnTo>
                      <a:pt x="0" y="401"/>
                    </a:lnTo>
                    <a:cubicBezTo>
                      <a:pt x="0" y="59"/>
                      <a:pt x="674" y="0"/>
                      <a:pt x="674" y="0"/>
                    </a:cubicBezTo>
                    <a:lnTo>
                      <a:pt x="12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0"/>
              <p:cNvSpPr/>
              <p:nvPr/>
            </p:nvSpPr>
            <p:spPr>
              <a:xfrm>
                <a:off x="684006" y="2826292"/>
                <a:ext cx="794136" cy="650570"/>
              </a:xfrm>
              <a:custGeom>
                <a:avLst/>
                <a:gdLst/>
                <a:ahLst/>
                <a:cxnLst/>
                <a:rect l="l" t="t" r="r" b="b"/>
                <a:pathLst>
                  <a:path w="2030" h="1663" extrusionOk="0">
                    <a:moveTo>
                      <a:pt x="2029" y="1514"/>
                    </a:moveTo>
                    <a:cubicBezTo>
                      <a:pt x="2029" y="1514"/>
                      <a:pt x="2004" y="1532"/>
                      <a:pt x="1951" y="1556"/>
                    </a:cubicBezTo>
                    <a:cubicBezTo>
                      <a:pt x="1869" y="1592"/>
                      <a:pt x="1719" y="1644"/>
                      <a:pt x="1498" y="1658"/>
                    </a:cubicBezTo>
                    <a:cubicBezTo>
                      <a:pt x="1459" y="1661"/>
                      <a:pt x="1418" y="1662"/>
                      <a:pt x="1374" y="1662"/>
                    </a:cubicBezTo>
                    <a:cubicBezTo>
                      <a:pt x="1323" y="1662"/>
                      <a:pt x="1276" y="1661"/>
                      <a:pt x="1231" y="1659"/>
                    </a:cubicBezTo>
                    <a:cubicBezTo>
                      <a:pt x="992" y="1648"/>
                      <a:pt x="843" y="1612"/>
                      <a:pt x="774" y="1590"/>
                    </a:cubicBezTo>
                    <a:cubicBezTo>
                      <a:pt x="743" y="1581"/>
                      <a:pt x="728" y="1574"/>
                      <a:pt x="728" y="1574"/>
                    </a:cubicBezTo>
                    <a:lnTo>
                      <a:pt x="738" y="1508"/>
                    </a:lnTo>
                    <a:lnTo>
                      <a:pt x="750" y="1425"/>
                    </a:lnTo>
                    <a:lnTo>
                      <a:pt x="783" y="1190"/>
                    </a:lnTo>
                    <a:lnTo>
                      <a:pt x="795" y="1107"/>
                    </a:lnTo>
                    <a:lnTo>
                      <a:pt x="807" y="1020"/>
                    </a:lnTo>
                    <a:lnTo>
                      <a:pt x="807" y="988"/>
                    </a:lnTo>
                    <a:lnTo>
                      <a:pt x="599" y="872"/>
                    </a:lnTo>
                    <a:lnTo>
                      <a:pt x="589" y="867"/>
                    </a:lnTo>
                    <a:lnTo>
                      <a:pt x="582" y="872"/>
                    </a:lnTo>
                    <a:lnTo>
                      <a:pt x="519" y="913"/>
                    </a:lnTo>
                    <a:lnTo>
                      <a:pt x="519" y="913"/>
                    </a:lnTo>
                    <a:lnTo>
                      <a:pt x="518" y="914"/>
                    </a:lnTo>
                    <a:cubicBezTo>
                      <a:pt x="517" y="914"/>
                      <a:pt x="516" y="914"/>
                      <a:pt x="516" y="915"/>
                    </a:cubicBezTo>
                    <a:cubicBezTo>
                      <a:pt x="511" y="918"/>
                      <a:pt x="506" y="920"/>
                      <a:pt x="501" y="923"/>
                    </a:cubicBezTo>
                    <a:lnTo>
                      <a:pt x="501" y="923"/>
                    </a:lnTo>
                    <a:lnTo>
                      <a:pt x="501" y="923"/>
                    </a:lnTo>
                    <a:cubicBezTo>
                      <a:pt x="490" y="929"/>
                      <a:pt x="478" y="934"/>
                      <a:pt x="467" y="938"/>
                    </a:cubicBezTo>
                    <a:cubicBezTo>
                      <a:pt x="463" y="939"/>
                      <a:pt x="459" y="941"/>
                      <a:pt x="455" y="942"/>
                    </a:cubicBezTo>
                    <a:lnTo>
                      <a:pt x="455" y="942"/>
                    </a:lnTo>
                    <a:cubicBezTo>
                      <a:pt x="442" y="945"/>
                      <a:pt x="428" y="948"/>
                      <a:pt x="415" y="949"/>
                    </a:cubicBezTo>
                    <a:lnTo>
                      <a:pt x="415" y="949"/>
                    </a:lnTo>
                    <a:cubicBezTo>
                      <a:pt x="406" y="950"/>
                      <a:pt x="397" y="951"/>
                      <a:pt x="389" y="951"/>
                    </a:cubicBezTo>
                    <a:cubicBezTo>
                      <a:pt x="383" y="951"/>
                      <a:pt x="378" y="951"/>
                      <a:pt x="373" y="950"/>
                    </a:cubicBezTo>
                    <a:lnTo>
                      <a:pt x="372" y="950"/>
                    </a:lnTo>
                    <a:cubicBezTo>
                      <a:pt x="367" y="950"/>
                      <a:pt x="362" y="949"/>
                      <a:pt x="357" y="949"/>
                    </a:cubicBezTo>
                    <a:cubicBezTo>
                      <a:pt x="353" y="948"/>
                      <a:pt x="349" y="948"/>
                      <a:pt x="345" y="947"/>
                    </a:cubicBezTo>
                    <a:lnTo>
                      <a:pt x="336" y="945"/>
                    </a:lnTo>
                    <a:cubicBezTo>
                      <a:pt x="333" y="945"/>
                      <a:pt x="330" y="944"/>
                      <a:pt x="328" y="943"/>
                    </a:cubicBezTo>
                    <a:cubicBezTo>
                      <a:pt x="325" y="942"/>
                      <a:pt x="321" y="941"/>
                      <a:pt x="318" y="940"/>
                    </a:cubicBezTo>
                    <a:lnTo>
                      <a:pt x="318" y="940"/>
                    </a:lnTo>
                    <a:cubicBezTo>
                      <a:pt x="317" y="940"/>
                      <a:pt x="317" y="940"/>
                      <a:pt x="316" y="940"/>
                    </a:cubicBezTo>
                    <a:lnTo>
                      <a:pt x="316" y="940"/>
                    </a:lnTo>
                    <a:cubicBezTo>
                      <a:pt x="311" y="938"/>
                      <a:pt x="307" y="937"/>
                      <a:pt x="303" y="935"/>
                    </a:cubicBezTo>
                    <a:cubicBezTo>
                      <a:pt x="302" y="935"/>
                      <a:pt x="302" y="935"/>
                      <a:pt x="302" y="935"/>
                    </a:cubicBezTo>
                    <a:lnTo>
                      <a:pt x="302" y="935"/>
                    </a:lnTo>
                    <a:cubicBezTo>
                      <a:pt x="298" y="933"/>
                      <a:pt x="293" y="931"/>
                      <a:pt x="289" y="929"/>
                    </a:cubicBezTo>
                    <a:lnTo>
                      <a:pt x="289" y="929"/>
                    </a:lnTo>
                    <a:lnTo>
                      <a:pt x="289" y="929"/>
                    </a:lnTo>
                    <a:lnTo>
                      <a:pt x="288" y="929"/>
                    </a:lnTo>
                    <a:lnTo>
                      <a:pt x="288" y="929"/>
                    </a:lnTo>
                    <a:cubicBezTo>
                      <a:pt x="285" y="927"/>
                      <a:pt x="281" y="926"/>
                      <a:pt x="278" y="924"/>
                    </a:cubicBezTo>
                    <a:cubicBezTo>
                      <a:pt x="275" y="922"/>
                      <a:pt x="271" y="920"/>
                      <a:pt x="267" y="918"/>
                    </a:cubicBezTo>
                    <a:lnTo>
                      <a:pt x="267" y="918"/>
                    </a:lnTo>
                    <a:lnTo>
                      <a:pt x="267" y="918"/>
                    </a:lnTo>
                    <a:lnTo>
                      <a:pt x="266" y="918"/>
                    </a:lnTo>
                    <a:lnTo>
                      <a:pt x="261" y="915"/>
                    </a:lnTo>
                    <a:lnTo>
                      <a:pt x="189" y="872"/>
                    </a:lnTo>
                    <a:lnTo>
                      <a:pt x="48" y="789"/>
                    </a:lnTo>
                    <a:lnTo>
                      <a:pt x="0" y="760"/>
                    </a:lnTo>
                    <a:lnTo>
                      <a:pt x="0" y="760"/>
                    </a:lnTo>
                    <a:lnTo>
                      <a:pt x="0" y="760"/>
                    </a:lnTo>
                    <a:cubicBezTo>
                      <a:pt x="59" y="726"/>
                      <a:pt x="113" y="685"/>
                      <a:pt x="160" y="637"/>
                    </a:cubicBezTo>
                    <a:cubicBezTo>
                      <a:pt x="165" y="632"/>
                      <a:pt x="169" y="628"/>
                      <a:pt x="173" y="623"/>
                    </a:cubicBezTo>
                    <a:lnTo>
                      <a:pt x="173" y="623"/>
                    </a:lnTo>
                    <a:cubicBezTo>
                      <a:pt x="216" y="642"/>
                      <a:pt x="260" y="657"/>
                      <a:pt x="305" y="667"/>
                    </a:cubicBezTo>
                    <a:lnTo>
                      <a:pt x="377" y="682"/>
                    </a:lnTo>
                    <a:lnTo>
                      <a:pt x="447" y="554"/>
                    </a:lnTo>
                    <a:lnTo>
                      <a:pt x="484" y="488"/>
                    </a:lnTo>
                    <a:lnTo>
                      <a:pt x="494" y="471"/>
                    </a:lnTo>
                    <a:lnTo>
                      <a:pt x="546" y="377"/>
                    </a:lnTo>
                    <a:lnTo>
                      <a:pt x="502" y="359"/>
                    </a:lnTo>
                    <a:lnTo>
                      <a:pt x="500" y="351"/>
                    </a:lnTo>
                    <a:lnTo>
                      <a:pt x="677" y="236"/>
                    </a:lnTo>
                    <a:lnTo>
                      <a:pt x="806" y="153"/>
                    </a:lnTo>
                    <a:lnTo>
                      <a:pt x="937" y="68"/>
                    </a:lnTo>
                    <a:lnTo>
                      <a:pt x="937" y="68"/>
                    </a:lnTo>
                    <a:cubicBezTo>
                      <a:pt x="940" y="65"/>
                      <a:pt x="944" y="63"/>
                      <a:pt x="947" y="61"/>
                    </a:cubicBezTo>
                    <a:cubicBezTo>
                      <a:pt x="970" y="48"/>
                      <a:pt x="995" y="39"/>
                      <a:pt x="1020" y="34"/>
                    </a:cubicBezTo>
                    <a:cubicBezTo>
                      <a:pt x="1046" y="29"/>
                      <a:pt x="1020" y="34"/>
                      <a:pt x="1021" y="34"/>
                    </a:cubicBezTo>
                    <a:lnTo>
                      <a:pt x="1021" y="34"/>
                    </a:lnTo>
                    <a:lnTo>
                      <a:pt x="1021" y="34"/>
                    </a:lnTo>
                    <a:cubicBezTo>
                      <a:pt x="1065" y="13"/>
                      <a:pt x="1113" y="2"/>
                      <a:pt x="1161" y="0"/>
                    </a:cubicBezTo>
                    <a:lnTo>
                      <a:pt x="1152" y="29"/>
                    </a:lnTo>
                    <a:lnTo>
                      <a:pt x="1152" y="29"/>
                    </a:lnTo>
                    <a:cubicBezTo>
                      <a:pt x="1159" y="39"/>
                      <a:pt x="1167" y="48"/>
                      <a:pt x="1177" y="56"/>
                    </a:cubicBezTo>
                    <a:lnTo>
                      <a:pt x="1177" y="56"/>
                    </a:lnTo>
                    <a:cubicBezTo>
                      <a:pt x="1185" y="63"/>
                      <a:pt x="1194" y="69"/>
                      <a:pt x="1204" y="75"/>
                    </a:cubicBezTo>
                    <a:cubicBezTo>
                      <a:pt x="1209" y="77"/>
                      <a:pt x="1213" y="80"/>
                      <a:pt x="1218" y="82"/>
                    </a:cubicBezTo>
                    <a:cubicBezTo>
                      <a:pt x="1247" y="97"/>
                      <a:pt x="1288" y="108"/>
                      <a:pt x="1342" y="108"/>
                    </a:cubicBezTo>
                    <a:cubicBezTo>
                      <a:pt x="1484" y="108"/>
                      <a:pt x="1568" y="29"/>
                      <a:pt x="1568" y="29"/>
                    </a:cubicBezTo>
                    <a:lnTo>
                      <a:pt x="1568" y="0"/>
                    </a:lnTo>
                    <a:lnTo>
                      <a:pt x="1633" y="0"/>
                    </a:lnTo>
                    <a:lnTo>
                      <a:pt x="1633" y="0"/>
                    </a:lnTo>
                    <a:cubicBezTo>
                      <a:pt x="1697" y="0"/>
                      <a:pt x="1760" y="17"/>
                      <a:pt x="1816" y="49"/>
                    </a:cubicBezTo>
                    <a:cubicBezTo>
                      <a:pt x="1861" y="75"/>
                      <a:pt x="1900" y="110"/>
                      <a:pt x="1931" y="153"/>
                    </a:cubicBezTo>
                    <a:cubicBezTo>
                      <a:pt x="1932" y="155"/>
                      <a:pt x="1934" y="157"/>
                      <a:pt x="1936" y="160"/>
                    </a:cubicBezTo>
                    <a:cubicBezTo>
                      <a:pt x="1937" y="162"/>
                      <a:pt x="1939" y="165"/>
                      <a:pt x="1941" y="168"/>
                    </a:cubicBezTo>
                    <a:cubicBezTo>
                      <a:pt x="1943" y="170"/>
                      <a:pt x="1944" y="173"/>
                      <a:pt x="1946" y="175"/>
                    </a:cubicBezTo>
                    <a:lnTo>
                      <a:pt x="1946" y="175"/>
                    </a:lnTo>
                    <a:cubicBezTo>
                      <a:pt x="1948" y="179"/>
                      <a:pt x="1950" y="182"/>
                      <a:pt x="1952" y="186"/>
                    </a:cubicBezTo>
                    <a:cubicBezTo>
                      <a:pt x="1984" y="241"/>
                      <a:pt x="2001" y="303"/>
                      <a:pt x="2001" y="367"/>
                    </a:cubicBezTo>
                    <a:lnTo>
                      <a:pt x="2001" y="367"/>
                    </a:lnTo>
                    <a:lnTo>
                      <a:pt x="2001" y="1188"/>
                    </a:lnTo>
                    <a:lnTo>
                      <a:pt x="2001" y="1190"/>
                    </a:lnTo>
                    <a:lnTo>
                      <a:pt x="2021" y="1424"/>
                    </a:lnTo>
                    <a:lnTo>
                      <a:pt x="2028" y="1508"/>
                    </a:lnTo>
                    <a:lnTo>
                      <a:pt x="2029" y="15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0"/>
              <p:cNvSpPr/>
              <p:nvPr/>
            </p:nvSpPr>
            <p:spPr>
              <a:xfrm>
                <a:off x="948848" y="2886146"/>
                <a:ext cx="508560" cy="32861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4" extrusionOk="0">
                    <a:moveTo>
                      <a:pt x="1299" y="83"/>
                    </a:moveTo>
                    <a:lnTo>
                      <a:pt x="0" y="83"/>
                    </a:lnTo>
                    <a:lnTo>
                      <a:pt x="129" y="0"/>
                    </a:lnTo>
                    <a:lnTo>
                      <a:pt x="1254" y="0"/>
                    </a:lnTo>
                    <a:cubicBezTo>
                      <a:pt x="1255" y="2"/>
                      <a:pt x="1257" y="4"/>
                      <a:pt x="1259" y="7"/>
                    </a:cubicBezTo>
                    <a:cubicBezTo>
                      <a:pt x="1260" y="9"/>
                      <a:pt x="1262" y="12"/>
                      <a:pt x="1264" y="15"/>
                    </a:cubicBezTo>
                    <a:cubicBezTo>
                      <a:pt x="1266" y="17"/>
                      <a:pt x="1267" y="20"/>
                      <a:pt x="1269" y="22"/>
                    </a:cubicBezTo>
                    <a:lnTo>
                      <a:pt x="1269" y="22"/>
                    </a:lnTo>
                    <a:cubicBezTo>
                      <a:pt x="1271" y="26"/>
                      <a:pt x="1273" y="29"/>
                      <a:pt x="1275" y="33"/>
                    </a:cubicBezTo>
                    <a:cubicBezTo>
                      <a:pt x="1284" y="49"/>
                      <a:pt x="1293" y="66"/>
                      <a:pt x="1299" y="8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0"/>
              <p:cNvSpPr/>
              <p:nvPr/>
            </p:nvSpPr>
            <p:spPr>
              <a:xfrm>
                <a:off x="858872" y="3010548"/>
                <a:ext cx="608316" cy="32861"/>
              </a:xfrm>
              <a:custGeom>
                <a:avLst/>
                <a:gdLst/>
                <a:ahLst/>
                <a:cxnLst/>
                <a:rect l="l" t="t" r="r" b="b"/>
                <a:pathLst>
                  <a:path w="1555" h="84" extrusionOk="0">
                    <a:moveTo>
                      <a:pt x="1554" y="0"/>
                    </a:moveTo>
                    <a:lnTo>
                      <a:pt x="1554" y="83"/>
                    </a:lnTo>
                    <a:lnTo>
                      <a:pt x="0" y="83"/>
                    </a:lnTo>
                    <a:lnTo>
                      <a:pt x="37" y="17"/>
                    </a:lnTo>
                    <a:lnTo>
                      <a:pt x="47" y="0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" name="Google Shape;1755;p30"/>
              <p:cNvSpPr/>
              <p:nvPr/>
            </p:nvSpPr>
            <p:spPr>
              <a:xfrm>
                <a:off x="702783" y="3134950"/>
                <a:ext cx="764405" cy="32861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84" extrusionOk="0">
                    <a:moveTo>
                      <a:pt x="1953" y="0"/>
                    </a:moveTo>
                    <a:lnTo>
                      <a:pt x="1953" y="83"/>
                    </a:lnTo>
                    <a:lnTo>
                      <a:pt x="141" y="83"/>
                    </a:lnTo>
                    <a:lnTo>
                      <a:pt x="0" y="0"/>
                    </a:lnTo>
                    <a:lnTo>
                      <a:pt x="19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" name="Google Shape;1756;p30"/>
              <p:cNvSpPr/>
              <p:nvPr/>
            </p:nvSpPr>
            <p:spPr>
              <a:xfrm>
                <a:off x="990316" y="3259353"/>
                <a:ext cx="476873" cy="32861"/>
              </a:xfrm>
              <a:custGeom>
                <a:avLst/>
                <a:gdLst/>
                <a:ahLst/>
                <a:cxnLst/>
                <a:rect l="l" t="t" r="r" b="b"/>
                <a:pathLst>
                  <a:path w="1219" h="84" extrusionOk="0">
                    <a:moveTo>
                      <a:pt x="1218" y="83"/>
                    </a:moveTo>
                    <a:lnTo>
                      <a:pt x="0" y="83"/>
                    </a:lnTo>
                    <a:lnTo>
                      <a:pt x="12" y="0"/>
                    </a:lnTo>
                    <a:lnTo>
                      <a:pt x="1218" y="0"/>
                    </a:lnTo>
                    <a:lnTo>
                      <a:pt x="1218" y="81"/>
                    </a:lnTo>
                    <a:lnTo>
                      <a:pt x="1218" y="8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" name="Google Shape;1757;p30"/>
              <p:cNvSpPr/>
              <p:nvPr/>
            </p:nvSpPr>
            <p:spPr>
              <a:xfrm>
                <a:off x="972712" y="3383755"/>
                <a:ext cx="505430" cy="32861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84" extrusionOk="0">
                    <a:moveTo>
                      <a:pt x="1291" y="83"/>
                    </a:moveTo>
                    <a:lnTo>
                      <a:pt x="0" y="83"/>
                    </a:lnTo>
                    <a:lnTo>
                      <a:pt x="11" y="0"/>
                    </a:lnTo>
                    <a:lnTo>
                      <a:pt x="1283" y="0"/>
                    </a:lnTo>
                    <a:lnTo>
                      <a:pt x="1291" y="8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" name="Google Shape;1758;p30"/>
              <p:cNvSpPr/>
              <p:nvPr/>
            </p:nvSpPr>
            <p:spPr>
              <a:xfrm>
                <a:off x="766940" y="2933481"/>
                <a:ext cx="1565" cy="782"/>
              </a:xfrm>
              <a:custGeom>
                <a:avLst/>
                <a:gdLst/>
                <a:ahLst/>
                <a:cxnLst/>
                <a:rect l="l" t="t" r="r" b="b"/>
                <a:pathLst>
                  <a:path w="4" h="2" extrusionOk="0">
                    <a:moveTo>
                      <a:pt x="0" y="0"/>
                    </a:move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EADD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" name="Google Shape;1759;p30"/>
              <p:cNvSpPr/>
              <p:nvPr/>
            </p:nvSpPr>
            <p:spPr>
              <a:xfrm>
                <a:off x="1398729" y="4566359"/>
                <a:ext cx="462398" cy="251152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642" extrusionOk="0">
                    <a:moveTo>
                      <a:pt x="7" y="641"/>
                    </a:moveTo>
                    <a:lnTo>
                      <a:pt x="7" y="641"/>
                    </a:lnTo>
                    <a:lnTo>
                      <a:pt x="7" y="641"/>
                    </a:lnTo>
                    <a:cubicBezTo>
                      <a:pt x="6" y="641"/>
                      <a:pt x="4" y="641"/>
                      <a:pt x="3" y="640"/>
                    </a:cubicBezTo>
                    <a:cubicBezTo>
                      <a:pt x="1" y="640"/>
                      <a:pt x="1" y="639"/>
                      <a:pt x="1" y="638"/>
                    </a:cubicBezTo>
                    <a:cubicBezTo>
                      <a:pt x="0" y="637"/>
                      <a:pt x="0" y="635"/>
                      <a:pt x="0" y="634"/>
                    </a:cubicBezTo>
                    <a:lnTo>
                      <a:pt x="0" y="634"/>
                    </a:lnTo>
                    <a:cubicBezTo>
                      <a:pt x="0" y="451"/>
                      <a:pt x="206" y="348"/>
                      <a:pt x="328" y="302"/>
                    </a:cubicBezTo>
                    <a:lnTo>
                      <a:pt x="328" y="302"/>
                    </a:lnTo>
                    <a:lnTo>
                      <a:pt x="328" y="302"/>
                    </a:lnTo>
                    <a:cubicBezTo>
                      <a:pt x="361" y="280"/>
                      <a:pt x="395" y="259"/>
                      <a:pt x="429" y="239"/>
                    </a:cubicBezTo>
                    <a:cubicBezTo>
                      <a:pt x="461" y="221"/>
                      <a:pt x="493" y="203"/>
                      <a:pt x="526" y="187"/>
                    </a:cubicBezTo>
                    <a:lnTo>
                      <a:pt x="1032" y="1"/>
                    </a:lnTo>
                    <a:lnTo>
                      <a:pt x="1032" y="1"/>
                    </a:lnTo>
                    <a:cubicBezTo>
                      <a:pt x="1033" y="1"/>
                      <a:pt x="1034" y="0"/>
                      <a:pt x="1035" y="0"/>
                    </a:cubicBezTo>
                    <a:cubicBezTo>
                      <a:pt x="1036" y="0"/>
                      <a:pt x="1038" y="1"/>
                      <a:pt x="1039" y="1"/>
                    </a:cubicBezTo>
                    <a:cubicBezTo>
                      <a:pt x="1040" y="2"/>
                      <a:pt x="1040" y="3"/>
                      <a:pt x="1041" y="4"/>
                    </a:cubicBezTo>
                    <a:cubicBezTo>
                      <a:pt x="1042" y="5"/>
                      <a:pt x="1042" y="5"/>
                      <a:pt x="1042" y="5"/>
                    </a:cubicBezTo>
                    <a:lnTo>
                      <a:pt x="1180" y="381"/>
                    </a:lnTo>
                    <a:lnTo>
                      <a:pt x="1180" y="381"/>
                    </a:lnTo>
                    <a:cubicBezTo>
                      <a:pt x="1180" y="382"/>
                      <a:pt x="1181" y="383"/>
                      <a:pt x="1181" y="384"/>
                    </a:cubicBezTo>
                    <a:cubicBezTo>
                      <a:pt x="1181" y="385"/>
                      <a:pt x="1180" y="386"/>
                      <a:pt x="1180" y="387"/>
                    </a:cubicBezTo>
                    <a:lnTo>
                      <a:pt x="1180" y="387"/>
                    </a:lnTo>
                    <a:lnTo>
                      <a:pt x="1180" y="388"/>
                    </a:lnTo>
                    <a:cubicBezTo>
                      <a:pt x="1179" y="389"/>
                      <a:pt x="1178" y="390"/>
                      <a:pt x="1177" y="390"/>
                    </a:cubicBezTo>
                    <a:lnTo>
                      <a:pt x="1176" y="391"/>
                    </a:lnTo>
                    <a:lnTo>
                      <a:pt x="496" y="641"/>
                    </a:lnTo>
                    <a:lnTo>
                      <a:pt x="496" y="641"/>
                    </a:lnTo>
                    <a:cubicBezTo>
                      <a:pt x="495" y="641"/>
                      <a:pt x="495" y="641"/>
                      <a:pt x="494" y="641"/>
                    </a:cubicBezTo>
                    <a:lnTo>
                      <a:pt x="494" y="641"/>
                    </a:lnTo>
                    <a:lnTo>
                      <a:pt x="7" y="641"/>
                    </a:lnTo>
                    <a:moveTo>
                      <a:pt x="332" y="317"/>
                    </a:moveTo>
                    <a:cubicBezTo>
                      <a:pt x="214" y="360"/>
                      <a:pt x="20" y="458"/>
                      <a:pt x="15" y="627"/>
                    </a:cubicBezTo>
                    <a:lnTo>
                      <a:pt x="493" y="627"/>
                    </a:lnTo>
                    <a:lnTo>
                      <a:pt x="1164" y="380"/>
                    </a:lnTo>
                    <a:lnTo>
                      <a:pt x="1030" y="17"/>
                    </a:lnTo>
                    <a:lnTo>
                      <a:pt x="531" y="201"/>
                    </a:lnTo>
                    <a:lnTo>
                      <a:pt x="531" y="201"/>
                    </a:lnTo>
                    <a:cubicBezTo>
                      <a:pt x="499" y="217"/>
                      <a:pt x="468" y="233"/>
                      <a:pt x="437" y="251"/>
                    </a:cubicBezTo>
                    <a:cubicBezTo>
                      <a:pt x="402" y="271"/>
                      <a:pt x="368" y="293"/>
                      <a:pt x="335" y="315"/>
                    </a:cubicBezTo>
                    <a:lnTo>
                      <a:pt x="335" y="315"/>
                    </a:lnTo>
                    <a:lnTo>
                      <a:pt x="334" y="316"/>
                    </a:lnTo>
                    <a:cubicBezTo>
                      <a:pt x="333" y="316"/>
                      <a:pt x="333" y="316"/>
                      <a:pt x="332" y="3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0"/>
              <p:cNvSpPr/>
              <p:nvPr/>
            </p:nvSpPr>
            <p:spPr>
              <a:xfrm>
                <a:off x="1589635" y="4512764"/>
                <a:ext cx="217116" cy="132618"/>
              </a:xfrm>
              <a:custGeom>
                <a:avLst/>
                <a:gdLst/>
                <a:ahLst/>
                <a:cxnLst/>
                <a:rect l="l" t="t" r="r" b="b"/>
                <a:pathLst>
                  <a:path w="555" h="339" extrusionOk="0">
                    <a:moveTo>
                      <a:pt x="41" y="338"/>
                    </a:moveTo>
                    <a:lnTo>
                      <a:pt x="41" y="338"/>
                    </a:lnTo>
                    <a:cubicBezTo>
                      <a:pt x="40" y="338"/>
                      <a:pt x="38" y="338"/>
                      <a:pt x="37" y="337"/>
                    </a:cubicBezTo>
                    <a:cubicBezTo>
                      <a:pt x="36" y="337"/>
                      <a:pt x="34" y="336"/>
                      <a:pt x="34" y="335"/>
                    </a:cubicBezTo>
                    <a:cubicBezTo>
                      <a:pt x="33" y="334"/>
                      <a:pt x="34" y="334"/>
                      <a:pt x="34" y="334"/>
                    </a:cubicBezTo>
                    <a:lnTo>
                      <a:pt x="0" y="263"/>
                    </a:lnTo>
                    <a:lnTo>
                      <a:pt x="0" y="263"/>
                    </a:lnTo>
                    <a:cubicBezTo>
                      <a:pt x="0" y="262"/>
                      <a:pt x="0" y="261"/>
                      <a:pt x="0" y="260"/>
                    </a:cubicBezTo>
                    <a:cubicBezTo>
                      <a:pt x="0" y="258"/>
                      <a:pt x="0" y="257"/>
                      <a:pt x="1" y="256"/>
                    </a:cubicBezTo>
                    <a:cubicBezTo>
                      <a:pt x="1" y="255"/>
                      <a:pt x="2" y="254"/>
                      <a:pt x="3" y="253"/>
                    </a:cubicBezTo>
                    <a:lnTo>
                      <a:pt x="3" y="253"/>
                    </a:lnTo>
                    <a:lnTo>
                      <a:pt x="482" y="1"/>
                    </a:lnTo>
                    <a:lnTo>
                      <a:pt x="482" y="1"/>
                    </a:lnTo>
                    <a:cubicBezTo>
                      <a:pt x="483" y="0"/>
                      <a:pt x="484" y="0"/>
                      <a:pt x="485" y="0"/>
                    </a:cubicBezTo>
                    <a:cubicBezTo>
                      <a:pt x="486" y="0"/>
                      <a:pt x="487" y="0"/>
                      <a:pt x="487" y="0"/>
                    </a:cubicBezTo>
                    <a:lnTo>
                      <a:pt x="487" y="0"/>
                    </a:lnTo>
                    <a:cubicBezTo>
                      <a:pt x="488" y="0"/>
                      <a:pt x="488" y="1"/>
                      <a:pt x="489" y="1"/>
                    </a:cubicBezTo>
                    <a:cubicBezTo>
                      <a:pt x="490" y="1"/>
                      <a:pt x="491" y="2"/>
                      <a:pt x="491" y="3"/>
                    </a:cubicBezTo>
                    <a:cubicBezTo>
                      <a:pt x="491" y="4"/>
                      <a:pt x="491" y="4"/>
                      <a:pt x="492" y="4"/>
                    </a:cubicBezTo>
                    <a:lnTo>
                      <a:pt x="554" y="142"/>
                    </a:lnTo>
                    <a:lnTo>
                      <a:pt x="554" y="142"/>
                    </a:lnTo>
                    <a:cubicBezTo>
                      <a:pt x="554" y="143"/>
                      <a:pt x="554" y="144"/>
                      <a:pt x="554" y="145"/>
                    </a:cubicBezTo>
                    <a:cubicBezTo>
                      <a:pt x="554" y="146"/>
                      <a:pt x="553" y="148"/>
                      <a:pt x="553" y="149"/>
                    </a:cubicBezTo>
                    <a:cubicBezTo>
                      <a:pt x="552" y="151"/>
                      <a:pt x="552" y="151"/>
                      <a:pt x="551" y="151"/>
                    </a:cubicBezTo>
                    <a:cubicBezTo>
                      <a:pt x="550" y="151"/>
                      <a:pt x="550" y="152"/>
                      <a:pt x="549" y="152"/>
                    </a:cubicBezTo>
                    <a:lnTo>
                      <a:pt x="43" y="338"/>
                    </a:lnTo>
                    <a:lnTo>
                      <a:pt x="43" y="338"/>
                    </a:lnTo>
                    <a:cubicBezTo>
                      <a:pt x="42" y="338"/>
                      <a:pt x="42" y="338"/>
                      <a:pt x="41" y="338"/>
                    </a:cubicBezTo>
                    <a:moveTo>
                      <a:pt x="16" y="263"/>
                    </a:moveTo>
                    <a:lnTo>
                      <a:pt x="45" y="322"/>
                    </a:lnTo>
                    <a:lnTo>
                      <a:pt x="537" y="141"/>
                    </a:lnTo>
                    <a:lnTo>
                      <a:pt x="481" y="17"/>
                    </a:lnTo>
                    <a:lnTo>
                      <a:pt x="16" y="2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0"/>
              <p:cNvSpPr/>
              <p:nvPr/>
            </p:nvSpPr>
            <p:spPr>
              <a:xfrm>
                <a:off x="966061" y="2892014"/>
                <a:ext cx="514819" cy="587586"/>
              </a:xfrm>
              <a:custGeom>
                <a:avLst/>
                <a:gdLst/>
                <a:ahLst/>
                <a:cxnLst/>
                <a:rect l="l" t="t" r="r" b="b"/>
                <a:pathLst>
                  <a:path w="1316" h="1502" extrusionOk="0">
                    <a:moveTo>
                      <a:pt x="653" y="1501"/>
                    </a:moveTo>
                    <a:cubicBezTo>
                      <a:pt x="604" y="1501"/>
                      <a:pt x="556" y="1500"/>
                      <a:pt x="510" y="1498"/>
                    </a:cubicBezTo>
                    <a:cubicBezTo>
                      <a:pt x="267" y="1487"/>
                      <a:pt x="118" y="1450"/>
                      <a:pt x="50" y="1429"/>
                    </a:cubicBezTo>
                    <a:cubicBezTo>
                      <a:pt x="20" y="1420"/>
                      <a:pt x="5" y="1413"/>
                      <a:pt x="4" y="1413"/>
                    </a:cubicBezTo>
                    <a:lnTo>
                      <a:pt x="4" y="1413"/>
                    </a:lnTo>
                    <a:cubicBezTo>
                      <a:pt x="4" y="1413"/>
                      <a:pt x="4" y="1414"/>
                      <a:pt x="3" y="1413"/>
                    </a:cubicBezTo>
                    <a:cubicBezTo>
                      <a:pt x="2" y="1413"/>
                      <a:pt x="1" y="1412"/>
                      <a:pt x="1" y="1410"/>
                    </a:cubicBezTo>
                    <a:cubicBezTo>
                      <a:pt x="0" y="1409"/>
                      <a:pt x="0" y="1408"/>
                      <a:pt x="0" y="1406"/>
                    </a:cubicBezTo>
                    <a:lnTo>
                      <a:pt x="0" y="1405"/>
                    </a:lnTo>
                    <a:lnTo>
                      <a:pt x="79" y="851"/>
                    </a:lnTo>
                    <a:lnTo>
                      <a:pt x="79" y="820"/>
                    </a:lnTo>
                    <a:lnTo>
                      <a:pt x="79" y="820"/>
                    </a:lnTo>
                    <a:cubicBezTo>
                      <a:pt x="79" y="819"/>
                      <a:pt x="79" y="818"/>
                      <a:pt x="80" y="817"/>
                    </a:cubicBezTo>
                    <a:cubicBezTo>
                      <a:pt x="81" y="816"/>
                      <a:pt x="82" y="815"/>
                      <a:pt x="83" y="814"/>
                    </a:cubicBezTo>
                    <a:cubicBezTo>
                      <a:pt x="84" y="813"/>
                      <a:pt x="85" y="813"/>
                      <a:pt x="86" y="813"/>
                    </a:cubicBezTo>
                    <a:cubicBezTo>
                      <a:pt x="88" y="813"/>
                      <a:pt x="89" y="813"/>
                      <a:pt x="90" y="814"/>
                    </a:cubicBezTo>
                    <a:lnTo>
                      <a:pt x="548" y="1068"/>
                    </a:lnTo>
                    <a:lnTo>
                      <a:pt x="548" y="1068"/>
                    </a:lnTo>
                    <a:cubicBezTo>
                      <a:pt x="582" y="1087"/>
                      <a:pt x="620" y="1097"/>
                      <a:pt x="659" y="1097"/>
                    </a:cubicBezTo>
                    <a:cubicBezTo>
                      <a:pt x="660" y="1097"/>
                      <a:pt x="662" y="1097"/>
                      <a:pt x="663" y="1097"/>
                    </a:cubicBezTo>
                    <a:lnTo>
                      <a:pt x="664" y="1097"/>
                    </a:lnTo>
                    <a:lnTo>
                      <a:pt x="664" y="1097"/>
                    </a:lnTo>
                    <a:cubicBezTo>
                      <a:pt x="666" y="1097"/>
                      <a:pt x="668" y="1097"/>
                      <a:pt x="670" y="1097"/>
                    </a:cubicBezTo>
                    <a:cubicBezTo>
                      <a:pt x="711" y="1097"/>
                      <a:pt x="750" y="1086"/>
                      <a:pt x="786" y="1066"/>
                    </a:cubicBezTo>
                    <a:cubicBezTo>
                      <a:pt x="821" y="1046"/>
                      <a:pt x="851" y="1016"/>
                      <a:pt x="872" y="981"/>
                    </a:cubicBezTo>
                    <a:cubicBezTo>
                      <a:pt x="875" y="976"/>
                      <a:pt x="877" y="970"/>
                      <a:pt x="880" y="965"/>
                    </a:cubicBezTo>
                    <a:lnTo>
                      <a:pt x="1129" y="441"/>
                    </a:lnTo>
                    <a:lnTo>
                      <a:pt x="1129" y="441"/>
                    </a:lnTo>
                    <a:cubicBezTo>
                      <a:pt x="1129" y="441"/>
                      <a:pt x="1130" y="441"/>
                      <a:pt x="1130" y="440"/>
                    </a:cubicBezTo>
                    <a:cubicBezTo>
                      <a:pt x="1130" y="439"/>
                      <a:pt x="1131" y="438"/>
                      <a:pt x="1132" y="438"/>
                    </a:cubicBezTo>
                    <a:cubicBezTo>
                      <a:pt x="1133" y="437"/>
                      <a:pt x="1135" y="437"/>
                      <a:pt x="1136" y="437"/>
                    </a:cubicBezTo>
                    <a:cubicBezTo>
                      <a:pt x="1137" y="437"/>
                      <a:pt x="1139" y="437"/>
                      <a:pt x="1140" y="438"/>
                    </a:cubicBezTo>
                    <a:cubicBezTo>
                      <a:pt x="1141" y="438"/>
                      <a:pt x="1142" y="438"/>
                      <a:pt x="1143" y="440"/>
                    </a:cubicBezTo>
                    <a:cubicBezTo>
                      <a:pt x="1143" y="441"/>
                      <a:pt x="1144" y="443"/>
                      <a:pt x="1144" y="444"/>
                    </a:cubicBezTo>
                    <a:cubicBezTo>
                      <a:pt x="1144" y="445"/>
                      <a:pt x="1143" y="446"/>
                      <a:pt x="1143" y="447"/>
                    </a:cubicBezTo>
                    <a:lnTo>
                      <a:pt x="893" y="972"/>
                    </a:lnTo>
                    <a:lnTo>
                      <a:pt x="893" y="972"/>
                    </a:lnTo>
                    <a:cubicBezTo>
                      <a:pt x="891" y="977"/>
                      <a:pt x="888" y="983"/>
                      <a:pt x="885" y="988"/>
                    </a:cubicBezTo>
                    <a:cubicBezTo>
                      <a:pt x="863" y="1026"/>
                      <a:pt x="832" y="1057"/>
                      <a:pt x="794" y="1079"/>
                    </a:cubicBezTo>
                    <a:cubicBezTo>
                      <a:pt x="756" y="1101"/>
                      <a:pt x="713" y="1112"/>
                      <a:pt x="669" y="1112"/>
                    </a:cubicBezTo>
                    <a:cubicBezTo>
                      <a:pt x="667" y="1112"/>
                      <a:pt x="666" y="1112"/>
                      <a:pt x="664" y="1112"/>
                    </a:cubicBezTo>
                    <a:lnTo>
                      <a:pt x="664" y="1112"/>
                    </a:lnTo>
                    <a:cubicBezTo>
                      <a:pt x="662" y="1112"/>
                      <a:pt x="660" y="1112"/>
                      <a:pt x="658" y="1112"/>
                    </a:cubicBezTo>
                    <a:cubicBezTo>
                      <a:pt x="617" y="1112"/>
                      <a:pt x="576" y="1102"/>
                      <a:pt x="540" y="1081"/>
                    </a:cubicBezTo>
                    <a:lnTo>
                      <a:pt x="93" y="833"/>
                    </a:lnTo>
                    <a:lnTo>
                      <a:pt x="93" y="852"/>
                    </a:lnTo>
                    <a:lnTo>
                      <a:pt x="15" y="1402"/>
                    </a:lnTo>
                    <a:cubicBezTo>
                      <a:pt x="22" y="1404"/>
                      <a:pt x="35" y="1409"/>
                      <a:pt x="55" y="1415"/>
                    </a:cubicBezTo>
                    <a:cubicBezTo>
                      <a:pt x="122" y="1436"/>
                      <a:pt x="270" y="1473"/>
                      <a:pt x="511" y="1484"/>
                    </a:cubicBezTo>
                    <a:lnTo>
                      <a:pt x="511" y="1484"/>
                    </a:lnTo>
                    <a:cubicBezTo>
                      <a:pt x="552" y="1486"/>
                      <a:pt x="594" y="1487"/>
                      <a:pt x="636" y="1487"/>
                    </a:cubicBezTo>
                    <a:cubicBezTo>
                      <a:pt x="683" y="1487"/>
                      <a:pt x="730" y="1486"/>
                      <a:pt x="776" y="1483"/>
                    </a:cubicBezTo>
                    <a:cubicBezTo>
                      <a:pt x="994" y="1469"/>
                      <a:pt x="1142" y="1419"/>
                      <a:pt x="1227" y="1381"/>
                    </a:cubicBezTo>
                    <a:lnTo>
                      <a:pt x="1227" y="1381"/>
                    </a:lnTo>
                    <a:cubicBezTo>
                      <a:pt x="1246" y="1373"/>
                      <a:pt x="1264" y="1363"/>
                      <a:pt x="1281" y="1354"/>
                    </a:cubicBezTo>
                    <a:cubicBezTo>
                      <a:pt x="1288" y="1349"/>
                      <a:pt x="1294" y="1346"/>
                      <a:pt x="1300" y="1342"/>
                    </a:cubicBezTo>
                    <a:lnTo>
                      <a:pt x="1272" y="1021"/>
                    </a:lnTo>
                    <a:lnTo>
                      <a:pt x="1272" y="199"/>
                    </a:lnTo>
                    <a:lnTo>
                      <a:pt x="1272" y="199"/>
                    </a:lnTo>
                    <a:lnTo>
                      <a:pt x="1272" y="198"/>
                    </a:lnTo>
                    <a:cubicBezTo>
                      <a:pt x="1272" y="136"/>
                      <a:pt x="1256" y="75"/>
                      <a:pt x="1225" y="21"/>
                    </a:cubicBezTo>
                    <a:cubicBezTo>
                      <a:pt x="1224" y="19"/>
                      <a:pt x="1223" y="17"/>
                      <a:pt x="1221" y="15"/>
                    </a:cubicBezTo>
                    <a:lnTo>
                      <a:pt x="1221" y="15"/>
                    </a:lnTo>
                    <a:cubicBezTo>
                      <a:pt x="1221" y="15"/>
                      <a:pt x="1221" y="14"/>
                      <a:pt x="1220" y="14"/>
                    </a:cubicBezTo>
                    <a:cubicBezTo>
                      <a:pt x="1218" y="13"/>
                      <a:pt x="1218" y="13"/>
                      <a:pt x="1217" y="12"/>
                    </a:cubicBezTo>
                    <a:cubicBezTo>
                      <a:pt x="1216" y="11"/>
                      <a:pt x="1216" y="9"/>
                      <a:pt x="1216" y="8"/>
                    </a:cubicBezTo>
                    <a:cubicBezTo>
                      <a:pt x="1216" y="7"/>
                      <a:pt x="1216" y="6"/>
                      <a:pt x="1217" y="4"/>
                    </a:cubicBezTo>
                    <a:cubicBezTo>
                      <a:pt x="1217" y="3"/>
                      <a:pt x="1218" y="3"/>
                      <a:pt x="1219" y="2"/>
                    </a:cubicBezTo>
                    <a:lnTo>
                      <a:pt x="1221" y="1"/>
                    </a:lnTo>
                    <a:lnTo>
                      <a:pt x="1221" y="1"/>
                    </a:lnTo>
                    <a:lnTo>
                      <a:pt x="1221" y="1"/>
                    </a:lnTo>
                    <a:cubicBezTo>
                      <a:pt x="1222" y="0"/>
                      <a:pt x="1224" y="0"/>
                      <a:pt x="1225" y="0"/>
                    </a:cubicBezTo>
                    <a:cubicBezTo>
                      <a:pt x="1226" y="0"/>
                      <a:pt x="1228" y="0"/>
                      <a:pt x="1229" y="1"/>
                    </a:cubicBezTo>
                    <a:cubicBezTo>
                      <a:pt x="1230" y="1"/>
                      <a:pt x="1231" y="2"/>
                      <a:pt x="1231" y="3"/>
                    </a:cubicBezTo>
                    <a:lnTo>
                      <a:pt x="1231" y="3"/>
                    </a:lnTo>
                    <a:cubicBezTo>
                      <a:pt x="1233" y="7"/>
                      <a:pt x="1235" y="10"/>
                      <a:pt x="1237" y="13"/>
                    </a:cubicBezTo>
                    <a:cubicBezTo>
                      <a:pt x="1270" y="70"/>
                      <a:pt x="1287" y="133"/>
                      <a:pt x="1287" y="198"/>
                    </a:cubicBezTo>
                    <a:lnTo>
                      <a:pt x="1287" y="199"/>
                    </a:lnTo>
                    <a:lnTo>
                      <a:pt x="1287" y="1020"/>
                    </a:lnTo>
                    <a:lnTo>
                      <a:pt x="1315" y="1345"/>
                    </a:lnTo>
                    <a:lnTo>
                      <a:pt x="1315" y="1345"/>
                    </a:lnTo>
                    <a:lnTo>
                      <a:pt x="1315" y="1346"/>
                    </a:lnTo>
                    <a:cubicBezTo>
                      <a:pt x="1315" y="1347"/>
                      <a:pt x="1315" y="1347"/>
                      <a:pt x="1314" y="1349"/>
                    </a:cubicBezTo>
                    <a:cubicBezTo>
                      <a:pt x="1313" y="1349"/>
                      <a:pt x="1313" y="1351"/>
                      <a:pt x="1312" y="1352"/>
                    </a:cubicBezTo>
                    <a:cubicBezTo>
                      <a:pt x="1311" y="1352"/>
                      <a:pt x="1286" y="1371"/>
                      <a:pt x="1233" y="1393"/>
                    </a:cubicBezTo>
                    <a:cubicBezTo>
                      <a:pt x="1147" y="1433"/>
                      <a:pt x="997" y="1483"/>
                      <a:pt x="777" y="1497"/>
                    </a:cubicBezTo>
                    <a:cubicBezTo>
                      <a:pt x="737" y="1500"/>
                      <a:pt x="695" y="1501"/>
                      <a:pt x="653" y="15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30"/>
              <p:cNvSpPr/>
              <p:nvPr/>
            </p:nvSpPr>
            <p:spPr>
              <a:xfrm>
                <a:off x="817405" y="2847417"/>
                <a:ext cx="630614" cy="48000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227" extrusionOk="0">
                    <a:moveTo>
                      <a:pt x="1050" y="1226"/>
                    </a:moveTo>
                    <a:lnTo>
                      <a:pt x="1044" y="1226"/>
                    </a:lnTo>
                    <a:lnTo>
                      <a:pt x="1044" y="1226"/>
                    </a:lnTo>
                    <a:cubicBezTo>
                      <a:pt x="1042" y="1226"/>
                      <a:pt x="1040" y="1226"/>
                      <a:pt x="1038" y="1226"/>
                    </a:cubicBezTo>
                    <a:cubicBezTo>
                      <a:pt x="997" y="1226"/>
                      <a:pt x="956" y="1216"/>
                      <a:pt x="920" y="1195"/>
                    </a:cubicBezTo>
                    <a:lnTo>
                      <a:pt x="4" y="686"/>
                    </a:lnTo>
                    <a:lnTo>
                      <a:pt x="4" y="686"/>
                    </a:lnTo>
                    <a:lnTo>
                      <a:pt x="4" y="686"/>
                    </a:lnTo>
                    <a:cubicBezTo>
                      <a:pt x="2" y="685"/>
                      <a:pt x="1" y="684"/>
                      <a:pt x="1" y="683"/>
                    </a:cubicBezTo>
                    <a:cubicBezTo>
                      <a:pt x="0" y="682"/>
                      <a:pt x="0" y="681"/>
                      <a:pt x="0" y="679"/>
                    </a:cubicBezTo>
                    <a:cubicBezTo>
                      <a:pt x="0" y="678"/>
                      <a:pt x="0" y="677"/>
                      <a:pt x="1" y="676"/>
                    </a:cubicBezTo>
                    <a:lnTo>
                      <a:pt x="234" y="255"/>
                    </a:lnTo>
                    <a:lnTo>
                      <a:pt x="234" y="255"/>
                    </a:lnTo>
                    <a:lnTo>
                      <a:pt x="234" y="255"/>
                    </a:lnTo>
                    <a:cubicBezTo>
                      <a:pt x="235" y="254"/>
                      <a:pt x="235" y="253"/>
                      <a:pt x="237" y="252"/>
                    </a:cubicBezTo>
                    <a:cubicBezTo>
                      <a:pt x="238" y="251"/>
                      <a:pt x="239" y="251"/>
                      <a:pt x="240" y="251"/>
                    </a:cubicBezTo>
                    <a:cubicBezTo>
                      <a:pt x="242" y="251"/>
                      <a:pt x="243" y="251"/>
                      <a:pt x="244" y="252"/>
                    </a:cubicBezTo>
                    <a:lnTo>
                      <a:pt x="937" y="638"/>
                    </a:lnTo>
                    <a:lnTo>
                      <a:pt x="1174" y="141"/>
                    </a:lnTo>
                    <a:lnTo>
                      <a:pt x="1174" y="141"/>
                    </a:lnTo>
                    <a:cubicBezTo>
                      <a:pt x="1177" y="135"/>
                      <a:pt x="1180" y="130"/>
                      <a:pt x="1183" y="124"/>
                    </a:cubicBezTo>
                    <a:cubicBezTo>
                      <a:pt x="1204" y="87"/>
                      <a:pt x="1236" y="54"/>
                      <a:pt x="1274" y="33"/>
                    </a:cubicBezTo>
                    <a:cubicBezTo>
                      <a:pt x="1311" y="11"/>
                      <a:pt x="1354" y="0"/>
                      <a:pt x="1398" y="0"/>
                    </a:cubicBezTo>
                    <a:cubicBezTo>
                      <a:pt x="1435" y="0"/>
                      <a:pt x="1471" y="8"/>
                      <a:pt x="1504" y="24"/>
                    </a:cubicBezTo>
                    <a:lnTo>
                      <a:pt x="1504" y="24"/>
                    </a:lnTo>
                    <a:lnTo>
                      <a:pt x="1505" y="24"/>
                    </a:lnTo>
                    <a:lnTo>
                      <a:pt x="1505" y="24"/>
                    </a:lnTo>
                    <a:cubicBezTo>
                      <a:pt x="1511" y="27"/>
                      <a:pt x="1516" y="29"/>
                      <a:pt x="1522" y="33"/>
                    </a:cubicBezTo>
                    <a:cubicBezTo>
                      <a:pt x="1552" y="50"/>
                      <a:pt x="1579" y="74"/>
                      <a:pt x="1599" y="103"/>
                    </a:cubicBezTo>
                    <a:cubicBezTo>
                      <a:pt x="1600" y="105"/>
                      <a:pt x="1602" y="107"/>
                      <a:pt x="1603" y="109"/>
                    </a:cubicBezTo>
                    <a:lnTo>
                      <a:pt x="1609" y="118"/>
                    </a:lnTo>
                    <a:lnTo>
                      <a:pt x="1609" y="118"/>
                    </a:lnTo>
                    <a:cubicBezTo>
                      <a:pt x="1610" y="119"/>
                      <a:pt x="1610" y="119"/>
                      <a:pt x="1610" y="119"/>
                    </a:cubicBezTo>
                    <a:cubicBezTo>
                      <a:pt x="1610" y="120"/>
                      <a:pt x="1611" y="121"/>
                      <a:pt x="1611" y="123"/>
                    </a:cubicBezTo>
                    <a:cubicBezTo>
                      <a:pt x="1611" y="124"/>
                      <a:pt x="1610" y="124"/>
                      <a:pt x="1610" y="126"/>
                    </a:cubicBezTo>
                    <a:cubicBezTo>
                      <a:pt x="1609" y="127"/>
                      <a:pt x="1608" y="128"/>
                      <a:pt x="1607" y="129"/>
                    </a:cubicBezTo>
                    <a:cubicBezTo>
                      <a:pt x="1606" y="130"/>
                      <a:pt x="1604" y="130"/>
                      <a:pt x="1603" y="130"/>
                    </a:cubicBezTo>
                    <a:cubicBezTo>
                      <a:pt x="1601" y="130"/>
                      <a:pt x="1601" y="130"/>
                      <a:pt x="1600" y="129"/>
                    </a:cubicBezTo>
                    <a:cubicBezTo>
                      <a:pt x="1599" y="128"/>
                      <a:pt x="1598" y="128"/>
                      <a:pt x="1597" y="126"/>
                    </a:cubicBezTo>
                    <a:lnTo>
                      <a:pt x="1597" y="126"/>
                    </a:lnTo>
                    <a:lnTo>
                      <a:pt x="1591" y="117"/>
                    </a:lnTo>
                    <a:cubicBezTo>
                      <a:pt x="1589" y="115"/>
                      <a:pt x="1588" y="113"/>
                      <a:pt x="1587" y="112"/>
                    </a:cubicBezTo>
                    <a:lnTo>
                      <a:pt x="1587" y="112"/>
                    </a:lnTo>
                    <a:cubicBezTo>
                      <a:pt x="1568" y="85"/>
                      <a:pt x="1543" y="62"/>
                      <a:pt x="1514" y="45"/>
                    </a:cubicBezTo>
                    <a:cubicBezTo>
                      <a:pt x="1509" y="43"/>
                      <a:pt x="1504" y="40"/>
                      <a:pt x="1499" y="38"/>
                    </a:cubicBezTo>
                    <a:lnTo>
                      <a:pt x="1498" y="37"/>
                    </a:lnTo>
                    <a:lnTo>
                      <a:pt x="1498" y="37"/>
                    </a:lnTo>
                    <a:cubicBezTo>
                      <a:pt x="1467" y="22"/>
                      <a:pt x="1432" y="15"/>
                      <a:pt x="1398" y="15"/>
                    </a:cubicBezTo>
                    <a:cubicBezTo>
                      <a:pt x="1357" y="15"/>
                      <a:pt x="1316" y="25"/>
                      <a:pt x="1281" y="46"/>
                    </a:cubicBezTo>
                    <a:cubicBezTo>
                      <a:pt x="1245" y="66"/>
                      <a:pt x="1216" y="96"/>
                      <a:pt x="1195" y="131"/>
                    </a:cubicBezTo>
                    <a:cubicBezTo>
                      <a:pt x="1192" y="136"/>
                      <a:pt x="1190" y="142"/>
                      <a:pt x="1187" y="147"/>
                    </a:cubicBezTo>
                    <a:lnTo>
                      <a:pt x="947" y="651"/>
                    </a:lnTo>
                    <a:lnTo>
                      <a:pt x="947" y="651"/>
                    </a:lnTo>
                    <a:lnTo>
                      <a:pt x="947" y="652"/>
                    </a:lnTo>
                    <a:cubicBezTo>
                      <a:pt x="946" y="653"/>
                      <a:pt x="945" y="653"/>
                      <a:pt x="944" y="654"/>
                    </a:cubicBezTo>
                    <a:cubicBezTo>
                      <a:pt x="943" y="654"/>
                      <a:pt x="942" y="655"/>
                      <a:pt x="941" y="655"/>
                    </a:cubicBezTo>
                    <a:cubicBezTo>
                      <a:pt x="939" y="655"/>
                      <a:pt x="938" y="655"/>
                      <a:pt x="937" y="654"/>
                    </a:cubicBezTo>
                    <a:lnTo>
                      <a:pt x="243" y="268"/>
                    </a:lnTo>
                    <a:lnTo>
                      <a:pt x="17" y="676"/>
                    </a:lnTo>
                    <a:lnTo>
                      <a:pt x="927" y="1182"/>
                    </a:lnTo>
                    <a:lnTo>
                      <a:pt x="927" y="1182"/>
                    </a:lnTo>
                    <a:cubicBezTo>
                      <a:pt x="961" y="1201"/>
                      <a:pt x="1000" y="1211"/>
                      <a:pt x="1039" y="1211"/>
                    </a:cubicBezTo>
                    <a:cubicBezTo>
                      <a:pt x="1040" y="1211"/>
                      <a:pt x="1041" y="1211"/>
                      <a:pt x="1042" y="1211"/>
                    </a:cubicBezTo>
                    <a:lnTo>
                      <a:pt x="1044" y="1211"/>
                    </a:lnTo>
                    <a:lnTo>
                      <a:pt x="1044" y="1211"/>
                    </a:lnTo>
                    <a:cubicBezTo>
                      <a:pt x="1046" y="1211"/>
                      <a:pt x="1048" y="1211"/>
                      <a:pt x="1050" y="1211"/>
                    </a:cubicBezTo>
                    <a:cubicBezTo>
                      <a:pt x="1091" y="1211"/>
                      <a:pt x="1130" y="1200"/>
                      <a:pt x="1166" y="1180"/>
                    </a:cubicBezTo>
                    <a:cubicBezTo>
                      <a:pt x="1201" y="1159"/>
                      <a:pt x="1231" y="1131"/>
                      <a:pt x="1252" y="1095"/>
                    </a:cubicBezTo>
                    <a:cubicBezTo>
                      <a:pt x="1255" y="1090"/>
                      <a:pt x="1257" y="1085"/>
                      <a:pt x="1260" y="1079"/>
                    </a:cubicBezTo>
                    <a:lnTo>
                      <a:pt x="1260" y="1079"/>
                    </a:lnTo>
                    <a:lnTo>
                      <a:pt x="1260" y="1079"/>
                    </a:lnTo>
                    <a:cubicBezTo>
                      <a:pt x="1261" y="1078"/>
                      <a:pt x="1262" y="1077"/>
                      <a:pt x="1263" y="1076"/>
                    </a:cubicBezTo>
                    <a:cubicBezTo>
                      <a:pt x="1264" y="1075"/>
                      <a:pt x="1265" y="1075"/>
                      <a:pt x="1267" y="1075"/>
                    </a:cubicBezTo>
                    <a:cubicBezTo>
                      <a:pt x="1268" y="1075"/>
                      <a:pt x="1269" y="1075"/>
                      <a:pt x="1270" y="1076"/>
                    </a:cubicBezTo>
                    <a:cubicBezTo>
                      <a:pt x="1271" y="1077"/>
                      <a:pt x="1272" y="1078"/>
                      <a:pt x="1273" y="1079"/>
                    </a:cubicBezTo>
                    <a:cubicBezTo>
                      <a:pt x="1274" y="1080"/>
                      <a:pt x="1274" y="1081"/>
                      <a:pt x="1274" y="1082"/>
                    </a:cubicBezTo>
                    <a:cubicBezTo>
                      <a:pt x="1274" y="1084"/>
                      <a:pt x="1274" y="1085"/>
                      <a:pt x="1273" y="1086"/>
                    </a:cubicBezTo>
                    <a:lnTo>
                      <a:pt x="1273" y="1086"/>
                    </a:lnTo>
                    <a:cubicBezTo>
                      <a:pt x="1271" y="1091"/>
                      <a:pt x="1268" y="1097"/>
                      <a:pt x="1265" y="1102"/>
                    </a:cubicBezTo>
                    <a:cubicBezTo>
                      <a:pt x="1243" y="1139"/>
                      <a:pt x="1211" y="1171"/>
                      <a:pt x="1174" y="1193"/>
                    </a:cubicBezTo>
                    <a:cubicBezTo>
                      <a:pt x="1136" y="1215"/>
                      <a:pt x="1093" y="1226"/>
                      <a:pt x="1050" y="12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30"/>
              <p:cNvSpPr/>
              <p:nvPr/>
            </p:nvSpPr>
            <p:spPr>
              <a:xfrm>
                <a:off x="1073641" y="2563404"/>
                <a:ext cx="278926" cy="308268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88" extrusionOk="0">
                    <a:moveTo>
                      <a:pt x="346" y="787"/>
                    </a:moveTo>
                    <a:cubicBezTo>
                      <a:pt x="298" y="787"/>
                      <a:pt x="255" y="778"/>
                      <a:pt x="219" y="761"/>
                    </a:cubicBezTo>
                    <a:lnTo>
                      <a:pt x="219" y="761"/>
                    </a:lnTo>
                    <a:lnTo>
                      <a:pt x="218" y="761"/>
                    </a:lnTo>
                    <a:cubicBezTo>
                      <a:pt x="218" y="761"/>
                      <a:pt x="218" y="760"/>
                      <a:pt x="217" y="760"/>
                    </a:cubicBezTo>
                    <a:lnTo>
                      <a:pt x="217" y="760"/>
                    </a:lnTo>
                    <a:cubicBezTo>
                      <a:pt x="208" y="753"/>
                      <a:pt x="199" y="746"/>
                      <a:pt x="189" y="741"/>
                    </a:cubicBezTo>
                    <a:cubicBezTo>
                      <a:pt x="185" y="738"/>
                      <a:pt x="181" y="736"/>
                      <a:pt x="177" y="734"/>
                    </a:cubicBezTo>
                    <a:lnTo>
                      <a:pt x="177" y="734"/>
                    </a:lnTo>
                    <a:lnTo>
                      <a:pt x="177" y="734"/>
                    </a:lnTo>
                    <a:cubicBezTo>
                      <a:pt x="177" y="734"/>
                      <a:pt x="176" y="734"/>
                      <a:pt x="176" y="733"/>
                    </a:cubicBezTo>
                    <a:lnTo>
                      <a:pt x="176" y="733"/>
                    </a:lnTo>
                    <a:cubicBezTo>
                      <a:pt x="166" y="725"/>
                      <a:pt x="157" y="716"/>
                      <a:pt x="150" y="705"/>
                    </a:cubicBezTo>
                    <a:lnTo>
                      <a:pt x="150" y="705"/>
                    </a:lnTo>
                    <a:lnTo>
                      <a:pt x="150" y="705"/>
                    </a:lnTo>
                    <a:cubicBezTo>
                      <a:pt x="149" y="704"/>
                      <a:pt x="149" y="702"/>
                      <a:pt x="149" y="701"/>
                    </a:cubicBezTo>
                    <a:cubicBezTo>
                      <a:pt x="149" y="699"/>
                      <a:pt x="149" y="699"/>
                      <a:pt x="150" y="698"/>
                    </a:cubicBezTo>
                    <a:cubicBezTo>
                      <a:pt x="151" y="697"/>
                      <a:pt x="151" y="696"/>
                      <a:pt x="153" y="695"/>
                    </a:cubicBezTo>
                    <a:lnTo>
                      <a:pt x="153" y="695"/>
                    </a:lnTo>
                    <a:lnTo>
                      <a:pt x="331" y="609"/>
                    </a:lnTo>
                    <a:lnTo>
                      <a:pt x="217" y="609"/>
                    </a:lnTo>
                    <a:lnTo>
                      <a:pt x="217" y="609"/>
                    </a:lnTo>
                    <a:lnTo>
                      <a:pt x="216" y="609"/>
                    </a:lnTo>
                    <a:cubicBezTo>
                      <a:pt x="206" y="609"/>
                      <a:pt x="196" y="608"/>
                      <a:pt x="186" y="607"/>
                    </a:cubicBezTo>
                    <a:lnTo>
                      <a:pt x="186" y="607"/>
                    </a:lnTo>
                    <a:cubicBezTo>
                      <a:pt x="159" y="603"/>
                      <a:pt x="133" y="593"/>
                      <a:pt x="109" y="580"/>
                    </a:cubicBezTo>
                    <a:cubicBezTo>
                      <a:pt x="76" y="561"/>
                      <a:pt x="49" y="533"/>
                      <a:pt x="30" y="500"/>
                    </a:cubicBezTo>
                    <a:cubicBezTo>
                      <a:pt x="11" y="467"/>
                      <a:pt x="1" y="430"/>
                      <a:pt x="0" y="392"/>
                    </a:cubicBez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cubicBezTo>
                      <a:pt x="0" y="6"/>
                      <a:pt x="0" y="5"/>
                      <a:pt x="1" y="4"/>
                    </a:cubicBezTo>
                    <a:cubicBezTo>
                      <a:pt x="1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8" y="0"/>
                    </a:cubicBezTo>
                    <a:lnTo>
                      <a:pt x="8" y="0"/>
                    </a:lnTo>
                    <a:lnTo>
                      <a:pt x="435" y="0"/>
                    </a:lnTo>
                    <a:lnTo>
                      <a:pt x="435" y="0"/>
                    </a:lnTo>
                    <a:lnTo>
                      <a:pt x="435" y="0"/>
                    </a:lnTo>
                    <a:cubicBezTo>
                      <a:pt x="436" y="0"/>
                      <a:pt x="437" y="0"/>
                      <a:pt x="439" y="1"/>
                    </a:cubicBezTo>
                    <a:cubicBezTo>
                      <a:pt x="441" y="1"/>
                      <a:pt x="440" y="3"/>
                      <a:pt x="441" y="4"/>
                    </a:cubicBezTo>
                    <a:cubicBezTo>
                      <a:pt x="441" y="5"/>
                      <a:pt x="442" y="6"/>
                      <a:pt x="442" y="8"/>
                    </a:cubicBezTo>
                    <a:lnTo>
                      <a:pt x="442" y="8"/>
                    </a:lnTo>
                    <a:cubicBezTo>
                      <a:pt x="442" y="132"/>
                      <a:pt x="473" y="201"/>
                      <a:pt x="488" y="227"/>
                    </a:cubicBezTo>
                    <a:lnTo>
                      <a:pt x="488" y="227"/>
                    </a:lnTo>
                    <a:cubicBezTo>
                      <a:pt x="489" y="223"/>
                      <a:pt x="491" y="219"/>
                      <a:pt x="494" y="215"/>
                    </a:cubicBezTo>
                    <a:cubicBezTo>
                      <a:pt x="504" y="197"/>
                      <a:pt x="519" y="181"/>
                      <a:pt x="537" y="171"/>
                    </a:cubicBezTo>
                    <a:cubicBezTo>
                      <a:pt x="548" y="164"/>
                      <a:pt x="559" y="161"/>
                      <a:pt x="571" y="158"/>
                    </a:cubicBezTo>
                    <a:lnTo>
                      <a:pt x="571" y="158"/>
                    </a:lnTo>
                    <a:cubicBezTo>
                      <a:pt x="579" y="156"/>
                      <a:pt x="588" y="155"/>
                      <a:pt x="596" y="155"/>
                    </a:cubicBezTo>
                    <a:cubicBezTo>
                      <a:pt x="603" y="155"/>
                      <a:pt x="609" y="156"/>
                      <a:pt x="615" y="157"/>
                    </a:cubicBezTo>
                    <a:lnTo>
                      <a:pt x="615" y="157"/>
                    </a:lnTo>
                    <a:cubicBezTo>
                      <a:pt x="628" y="159"/>
                      <a:pt x="641" y="164"/>
                      <a:pt x="652" y="171"/>
                    </a:cubicBezTo>
                    <a:cubicBezTo>
                      <a:pt x="670" y="181"/>
                      <a:pt x="685" y="196"/>
                      <a:pt x="696" y="214"/>
                    </a:cubicBezTo>
                    <a:cubicBezTo>
                      <a:pt x="706" y="232"/>
                      <a:pt x="712" y="253"/>
                      <a:pt x="712" y="274"/>
                    </a:cubicBezTo>
                    <a:cubicBezTo>
                      <a:pt x="712" y="295"/>
                      <a:pt x="706" y="315"/>
                      <a:pt x="696" y="333"/>
                    </a:cubicBezTo>
                    <a:cubicBezTo>
                      <a:pt x="685" y="351"/>
                      <a:pt x="670" y="366"/>
                      <a:pt x="652" y="377"/>
                    </a:cubicBezTo>
                    <a:cubicBezTo>
                      <a:pt x="634" y="387"/>
                      <a:pt x="614" y="393"/>
                      <a:pt x="593" y="393"/>
                    </a:cubicBezTo>
                    <a:cubicBezTo>
                      <a:pt x="588" y="393"/>
                      <a:pt x="584" y="393"/>
                      <a:pt x="580" y="392"/>
                    </a:cubicBezTo>
                    <a:lnTo>
                      <a:pt x="580" y="701"/>
                    </a:lnTo>
                    <a:lnTo>
                      <a:pt x="580" y="701"/>
                    </a:lnTo>
                    <a:cubicBezTo>
                      <a:pt x="580" y="703"/>
                      <a:pt x="579" y="704"/>
                      <a:pt x="579" y="705"/>
                    </a:cubicBezTo>
                    <a:cubicBezTo>
                      <a:pt x="578" y="706"/>
                      <a:pt x="578" y="706"/>
                      <a:pt x="577" y="707"/>
                    </a:cubicBezTo>
                    <a:cubicBezTo>
                      <a:pt x="574" y="710"/>
                      <a:pt x="489" y="787"/>
                      <a:pt x="346" y="787"/>
                    </a:cubicBezTo>
                    <a:moveTo>
                      <a:pt x="226" y="748"/>
                    </a:moveTo>
                    <a:cubicBezTo>
                      <a:pt x="260" y="764"/>
                      <a:pt x="300" y="773"/>
                      <a:pt x="346" y="773"/>
                    </a:cubicBezTo>
                    <a:cubicBezTo>
                      <a:pt x="470" y="773"/>
                      <a:pt x="550" y="710"/>
                      <a:pt x="565" y="698"/>
                    </a:cubicBezTo>
                    <a:lnTo>
                      <a:pt x="565" y="384"/>
                    </a:lnTo>
                    <a:lnTo>
                      <a:pt x="565" y="384"/>
                    </a:lnTo>
                    <a:lnTo>
                      <a:pt x="565" y="384"/>
                    </a:lnTo>
                    <a:cubicBezTo>
                      <a:pt x="565" y="382"/>
                      <a:pt x="565" y="381"/>
                      <a:pt x="566" y="380"/>
                    </a:cubicBezTo>
                    <a:cubicBezTo>
                      <a:pt x="566" y="379"/>
                      <a:pt x="566" y="377"/>
                      <a:pt x="568" y="377"/>
                    </a:cubicBezTo>
                    <a:cubicBezTo>
                      <a:pt x="570" y="376"/>
                      <a:pt x="571" y="376"/>
                      <a:pt x="572" y="376"/>
                    </a:cubicBezTo>
                    <a:cubicBezTo>
                      <a:pt x="573" y="376"/>
                      <a:pt x="573" y="376"/>
                      <a:pt x="574" y="376"/>
                    </a:cubicBezTo>
                    <a:lnTo>
                      <a:pt x="574" y="376"/>
                    </a:lnTo>
                    <a:cubicBezTo>
                      <a:pt x="581" y="378"/>
                      <a:pt x="589" y="379"/>
                      <a:pt x="597" y="379"/>
                    </a:cubicBezTo>
                    <a:lnTo>
                      <a:pt x="597" y="379"/>
                    </a:lnTo>
                    <a:lnTo>
                      <a:pt x="597" y="379"/>
                    </a:lnTo>
                    <a:cubicBezTo>
                      <a:pt x="616" y="379"/>
                      <a:pt x="634" y="374"/>
                      <a:pt x="650" y="365"/>
                    </a:cubicBezTo>
                    <a:cubicBezTo>
                      <a:pt x="666" y="356"/>
                      <a:pt x="679" y="343"/>
                      <a:pt x="688" y="327"/>
                    </a:cubicBezTo>
                    <a:cubicBezTo>
                      <a:pt x="697" y="311"/>
                      <a:pt x="702" y="293"/>
                      <a:pt x="702" y="275"/>
                    </a:cubicBezTo>
                    <a:cubicBezTo>
                      <a:pt x="702" y="256"/>
                      <a:pt x="697" y="237"/>
                      <a:pt x="688" y="222"/>
                    </a:cubicBezTo>
                    <a:cubicBezTo>
                      <a:pt x="679" y="206"/>
                      <a:pt x="666" y="192"/>
                      <a:pt x="650" y="184"/>
                    </a:cubicBezTo>
                    <a:cubicBezTo>
                      <a:pt x="638" y="177"/>
                      <a:pt x="626" y="173"/>
                      <a:pt x="613" y="171"/>
                    </a:cubicBezTo>
                    <a:lnTo>
                      <a:pt x="613" y="171"/>
                    </a:lnTo>
                    <a:lnTo>
                      <a:pt x="613" y="171"/>
                    </a:lnTo>
                    <a:cubicBezTo>
                      <a:pt x="607" y="170"/>
                      <a:pt x="602" y="170"/>
                      <a:pt x="597" y="170"/>
                    </a:cubicBezTo>
                    <a:cubicBezTo>
                      <a:pt x="589" y="170"/>
                      <a:pt x="581" y="171"/>
                      <a:pt x="574" y="173"/>
                    </a:cubicBezTo>
                    <a:lnTo>
                      <a:pt x="574" y="173"/>
                    </a:lnTo>
                    <a:cubicBezTo>
                      <a:pt x="564" y="175"/>
                      <a:pt x="554" y="179"/>
                      <a:pt x="545" y="184"/>
                    </a:cubicBezTo>
                    <a:cubicBezTo>
                      <a:pt x="529" y="193"/>
                      <a:pt x="515" y="205"/>
                      <a:pt x="506" y="222"/>
                    </a:cubicBezTo>
                    <a:cubicBezTo>
                      <a:pt x="501" y="229"/>
                      <a:pt x="499" y="237"/>
                      <a:pt x="497" y="245"/>
                    </a:cubicBezTo>
                    <a:lnTo>
                      <a:pt x="497" y="245"/>
                    </a:lnTo>
                    <a:cubicBezTo>
                      <a:pt x="496" y="246"/>
                      <a:pt x="496" y="246"/>
                      <a:pt x="496" y="247"/>
                    </a:cubicBezTo>
                    <a:cubicBezTo>
                      <a:pt x="495" y="248"/>
                      <a:pt x="494" y="248"/>
                      <a:pt x="493" y="249"/>
                    </a:cubicBezTo>
                    <a:cubicBezTo>
                      <a:pt x="492" y="249"/>
                      <a:pt x="491" y="250"/>
                      <a:pt x="490" y="250"/>
                    </a:cubicBezTo>
                    <a:cubicBezTo>
                      <a:pt x="488" y="250"/>
                      <a:pt x="487" y="249"/>
                      <a:pt x="486" y="249"/>
                    </a:cubicBezTo>
                    <a:cubicBezTo>
                      <a:pt x="485" y="248"/>
                      <a:pt x="484" y="248"/>
                      <a:pt x="484" y="248"/>
                    </a:cubicBezTo>
                    <a:cubicBezTo>
                      <a:pt x="482" y="245"/>
                      <a:pt x="429" y="178"/>
                      <a:pt x="428" y="15"/>
                    </a:cubicBezTo>
                    <a:lnTo>
                      <a:pt x="15" y="15"/>
                    </a:lnTo>
                    <a:lnTo>
                      <a:pt x="15" y="392"/>
                    </a:lnTo>
                    <a:lnTo>
                      <a:pt x="15" y="392"/>
                    </a:lnTo>
                    <a:cubicBezTo>
                      <a:pt x="15" y="428"/>
                      <a:pt x="25" y="462"/>
                      <a:pt x="42" y="493"/>
                    </a:cubicBezTo>
                    <a:cubicBezTo>
                      <a:pt x="60" y="524"/>
                      <a:pt x="86" y="549"/>
                      <a:pt x="117" y="567"/>
                    </a:cubicBezTo>
                    <a:cubicBezTo>
                      <a:pt x="139" y="580"/>
                      <a:pt x="163" y="589"/>
                      <a:pt x="189" y="592"/>
                    </a:cubicBezTo>
                    <a:lnTo>
                      <a:pt x="189" y="592"/>
                    </a:lnTo>
                    <a:cubicBezTo>
                      <a:pt x="198" y="594"/>
                      <a:pt x="207" y="594"/>
                      <a:pt x="216" y="594"/>
                    </a:cubicBezTo>
                    <a:cubicBezTo>
                      <a:pt x="217" y="594"/>
                      <a:pt x="217" y="594"/>
                      <a:pt x="217" y="594"/>
                    </a:cubicBezTo>
                    <a:lnTo>
                      <a:pt x="363" y="594"/>
                    </a:lnTo>
                    <a:lnTo>
                      <a:pt x="363" y="594"/>
                    </a:lnTo>
                    <a:lnTo>
                      <a:pt x="363" y="594"/>
                    </a:lnTo>
                    <a:cubicBezTo>
                      <a:pt x="364" y="594"/>
                      <a:pt x="364" y="594"/>
                      <a:pt x="366" y="595"/>
                    </a:cubicBezTo>
                    <a:cubicBezTo>
                      <a:pt x="367" y="595"/>
                      <a:pt x="368" y="597"/>
                      <a:pt x="369" y="598"/>
                    </a:cubicBezTo>
                    <a:cubicBezTo>
                      <a:pt x="369" y="599"/>
                      <a:pt x="370" y="600"/>
                      <a:pt x="370" y="602"/>
                    </a:cubicBezTo>
                    <a:cubicBezTo>
                      <a:pt x="370" y="603"/>
                      <a:pt x="369" y="604"/>
                      <a:pt x="369" y="605"/>
                    </a:cubicBezTo>
                    <a:cubicBezTo>
                      <a:pt x="368" y="606"/>
                      <a:pt x="368" y="607"/>
                      <a:pt x="366" y="608"/>
                    </a:cubicBezTo>
                    <a:lnTo>
                      <a:pt x="366" y="608"/>
                    </a:lnTo>
                    <a:lnTo>
                      <a:pt x="167" y="704"/>
                    </a:lnTo>
                    <a:lnTo>
                      <a:pt x="167" y="704"/>
                    </a:lnTo>
                    <a:cubicBezTo>
                      <a:pt x="173" y="711"/>
                      <a:pt x="178" y="717"/>
                      <a:pt x="185" y="722"/>
                    </a:cubicBezTo>
                    <a:lnTo>
                      <a:pt x="185" y="722"/>
                    </a:lnTo>
                    <a:cubicBezTo>
                      <a:pt x="189" y="724"/>
                      <a:pt x="193" y="726"/>
                      <a:pt x="197" y="729"/>
                    </a:cubicBezTo>
                    <a:cubicBezTo>
                      <a:pt x="207" y="734"/>
                      <a:pt x="217" y="741"/>
                      <a:pt x="226" y="7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30"/>
              <p:cNvSpPr/>
              <p:nvPr/>
            </p:nvSpPr>
            <p:spPr>
              <a:xfrm>
                <a:off x="1029827" y="2421006"/>
                <a:ext cx="287141" cy="240590"/>
              </a:xfrm>
              <a:custGeom>
                <a:avLst/>
                <a:gdLst/>
                <a:ahLst/>
                <a:cxnLst/>
                <a:rect l="l" t="t" r="r" b="b"/>
                <a:pathLst>
                  <a:path w="734" h="615" extrusionOk="0">
                    <a:moveTo>
                      <a:pt x="601" y="614"/>
                    </a:moveTo>
                    <a:lnTo>
                      <a:pt x="601" y="614"/>
                    </a:lnTo>
                    <a:lnTo>
                      <a:pt x="601" y="614"/>
                    </a:lnTo>
                    <a:cubicBezTo>
                      <a:pt x="600" y="614"/>
                      <a:pt x="599" y="613"/>
                      <a:pt x="598" y="613"/>
                    </a:cubicBezTo>
                    <a:cubicBezTo>
                      <a:pt x="597" y="612"/>
                      <a:pt x="596" y="612"/>
                      <a:pt x="596" y="612"/>
                    </a:cubicBezTo>
                    <a:cubicBezTo>
                      <a:pt x="593" y="609"/>
                      <a:pt x="541" y="542"/>
                      <a:pt x="540" y="379"/>
                    </a:cubicBezTo>
                    <a:lnTo>
                      <a:pt x="126" y="379"/>
                    </a:lnTo>
                    <a:lnTo>
                      <a:pt x="126" y="379"/>
                    </a:lnTo>
                    <a:lnTo>
                      <a:pt x="126" y="380"/>
                    </a:lnTo>
                    <a:cubicBezTo>
                      <a:pt x="125" y="381"/>
                      <a:pt x="124" y="381"/>
                      <a:pt x="123" y="382"/>
                    </a:cubicBezTo>
                    <a:cubicBezTo>
                      <a:pt x="122" y="382"/>
                      <a:pt x="121" y="383"/>
                      <a:pt x="120" y="383"/>
                    </a:cubicBezTo>
                    <a:cubicBezTo>
                      <a:pt x="117" y="383"/>
                      <a:pt x="115" y="384"/>
                      <a:pt x="112" y="384"/>
                    </a:cubicBezTo>
                    <a:lnTo>
                      <a:pt x="112" y="384"/>
                    </a:lnTo>
                    <a:lnTo>
                      <a:pt x="112" y="384"/>
                    </a:lnTo>
                    <a:cubicBezTo>
                      <a:pt x="92" y="384"/>
                      <a:pt x="73" y="378"/>
                      <a:pt x="56" y="369"/>
                    </a:cubicBezTo>
                    <a:cubicBezTo>
                      <a:pt x="39" y="359"/>
                      <a:pt x="25" y="345"/>
                      <a:pt x="15" y="328"/>
                    </a:cubicBezTo>
                    <a:cubicBezTo>
                      <a:pt x="5" y="311"/>
                      <a:pt x="0" y="291"/>
                      <a:pt x="0" y="272"/>
                    </a:cubicBezTo>
                    <a:cubicBezTo>
                      <a:pt x="0" y="252"/>
                      <a:pt x="5" y="232"/>
                      <a:pt x="15" y="215"/>
                    </a:cubicBezTo>
                    <a:cubicBezTo>
                      <a:pt x="25" y="197"/>
                      <a:pt x="39" y="183"/>
                      <a:pt x="56" y="174"/>
                    </a:cubicBezTo>
                    <a:cubicBezTo>
                      <a:pt x="61" y="171"/>
                      <a:pt x="66" y="169"/>
                      <a:pt x="71" y="167"/>
                    </a:cubicBezTo>
                    <a:cubicBezTo>
                      <a:pt x="73" y="166"/>
                      <a:pt x="75" y="166"/>
                      <a:pt x="77" y="165"/>
                    </a:cubicBezTo>
                    <a:cubicBezTo>
                      <a:pt x="77" y="162"/>
                      <a:pt x="76" y="159"/>
                      <a:pt x="76" y="156"/>
                    </a:cubicBezTo>
                    <a:cubicBezTo>
                      <a:pt x="76" y="154"/>
                      <a:pt x="76" y="152"/>
                      <a:pt x="76" y="151"/>
                    </a:cubicBezTo>
                    <a:lnTo>
                      <a:pt x="76" y="151"/>
                    </a:lnTo>
                    <a:cubicBezTo>
                      <a:pt x="77" y="125"/>
                      <a:pt x="84" y="100"/>
                      <a:pt x="97" y="78"/>
                    </a:cubicBezTo>
                    <a:cubicBezTo>
                      <a:pt x="111" y="54"/>
                      <a:pt x="130" y="34"/>
                      <a:pt x="154" y="21"/>
                    </a:cubicBezTo>
                    <a:cubicBezTo>
                      <a:pt x="177" y="7"/>
                      <a:pt x="204" y="0"/>
                      <a:pt x="232" y="0"/>
                    </a:cubicBezTo>
                    <a:cubicBezTo>
                      <a:pt x="259" y="0"/>
                      <a:pt x="286" y="7"/>
                      <a:pt x="310" y="21"/>
                    </a:cubicBezTo>
                    <a:cubicBezTo>
                      <a:pt x="333" y="34"/>
                      <a:pt x="354" y="54"/>
                      <a:pt x="368" y="78"/>
                    </a:cubicBezTo>
                    <a:cubicBezTo>
                      <a:pt x="381" y="101"/>
                      <a:pt x="389" y="128"/>
                      <a:pt x="389" y="156"/>
                    </a:cubicBezTo>
                    <a:cubicBezTo>
                      <a:pt x="389" y="159"/>
                      <a:pt x="389" y="163"/>
                      <a:pt x="388" y="168"/>
                    </a:cubicBezTo>
                    <a:lnTo>
                      <a:pt x="598" y="207"/>
                    </a:lnTo>
                    <a:lnTo>
                      <a:pt x="598" y="207"/>
                    </a:lnTo>
                    <a:cubicBezTo>
                      <a:pt x="616" y="210"/>
                      <a:pt x="633" y="217"/>
                      <a:pt x="649" y="226"/>
                    </a:cubicBezTo>
                    <a:cubicBezTo>
                      <a:pt x="674" y="240"/>
                      <a:pt x="695" y="260"/>
                      <a:pt x="709" y="285"/>
                    </a:cubicBezTo>
                    <a:cubicBezTo>
                      <a:pt x="723" y="308"/>
                      <a:pt x="730" y="336"/>
                      <a:pt x="730" y="364"/>
                    </a:cubicBezTo>
                    <a:lnTo>
                      <a:pt x="733" y="528"/>
                    </a:lnTo>
                    <a:lnTo>
                      <a:pt x="733" y="528"/>
                    </a:lnTo>
                    <a:lnTo>
                      <a:pt x="733" y="528"/>
                    </a:lnTo>
                    <a:cubicBezTo>
                      <a:pt x="733" y="529"/>
                      <a:pt x="733" y="531"/>
                      <a:pt x="732" y="532"/>
                    </a:cubicBezTo>
                    <a:cubicBezTo>
                      <a:pt x="731" y="532"/>
                      <a:pt x="731" y="533"/>
                      <a:pt x="730" y="534"/>
                    </a:cubicBezTo>
                    <a:lnTo>
                      <a:pt x="730" y="534"/>
                    </a:lnTo>
                    <a:cubicBezTo>
                      <a:pt x="730" y="534"/>
                      <a:pt x="730" y="533"/>
                      <a:pt x="729" y="534"/>
                    </a:cubicBezTo>
                    <a:cubicBezTo>
                      <a:pt x="728" y="534"/>
                      <a:pt x="727" y="535"/>
                      <a:pt x="726" y="535"/>
                    </a:cubicBezTo>
                    <a:cubicBezTo>
                      <a:pt x="725" y="535"/>
                      <a:pt x="725" y="535"/>
                      <a:pt x="724" y="535"/>
                    </a:cubicBezTo>
                    <a:lnTo>
                      <a:pt x="724" y="535"/>
                    </a:lnTo>
                    <a:cubicBezTo>
                      <a:pt x="719" y="534"/>
                      <a:pt x="714" y="534"/>
                      <a:pt x="708" y="534"/>
                    </a:cubicBezTo>
                    <a:cubicBezTo>
                      <a:pt x="701" y="534"/>
                      <a:pt x="693" y="535"/>
                      <a:pt x="686" y="537"/>
                    </a:cubicBezTo>
                    <a:lnTo>
                      <a:pt x="686" y="537"/>
                    </a:lnTo>
                    <a:cubicBezTo>
                      <a:pt x="675" y="539"/>
                      <a:pt x="665" y="543"/>
                      <a:pt x="656" y="548"/>
                    </a:cubicBezTo>
                    <a:cubicBezTo>
                      <a:pt x="640" y="557"/>
                      <a:pt x="627" y="570"/>
                      <a:pt x="618" y="586"/>
                    </a:cubicBezTo>
                    <a:cubicBezTo>
                      <a:pt x="614" y="594"/>
                      <a:pt x="611" y="601"/>
                      <a:pt x="608" y="609"/>
                    </a:cubicBezTo>
                    <a:lnTo>
                      <a:pt x="608" y="609"/>
                    </a:lnTo>
                    <a:cubicBezTo>
                      <a:pt x="608" y="610"/>
                      <a:pt x="608" y="610"/>
                      <a:pt x="608" y="611"/>
                    </a:cubicBezTo>
                    <a:cubicBezTo>
                      <a:pt x="607" y="612"/>
                      <a:pt x="606" y="612"/>
                      <a:pt x="605" y="613"/>
                    </a:cubicBezTo>
                    <a:cubicBezTo>
                      <a:pt x="604" y="613"/>
                      <a:pt x="603" y="614"/>
                      <a:pt x="603" y="614"/>
                    </a:cubicBezTo>
                    <a:lnTo>
                      <a:pt x="601" y="614"/>
                    </a:lnTo>
                    <a:moveTo>
                      <a:pt x="120" y="364"/>
                    </a:moveTo>
                    <a:lnTo>
                      <a:pt x="547" y="364"/>
                    </a:lnTo>
                    <a:lnTo>
                      <a:pt x="547" y="364"/>
                    </a:lnTo>
                    <a:lnTo>
                      <a:pt x="547" y="364"/>
                    </a:lnTo>
                    <a:cubicBezTo>
                      <a:pt x="548" y="364"/>
                      <a:pt x="549" y="364"/>
                      <a:pt x="551" y="365"/>
                    </a:cubicBezTo>
                    <a:cubicBezTo>
                      <a:pt x="553" y="365"/>
                      <a:pt x="552" y="367"/>
                      <a:pt x="553" y="368"/>
                    </a:cubicBezTo>
                    <a:cubicBezTo>
                      <a:pt x="553" y="369"/>
                      <a:pt x="554" y="370"/>
                      <a:pt x="554" y="372"/>
                    </a:cubicBezTo>
                    <a:lnTo>
                      <a:pt x="554" y="372"/>
                    </a:lnTo>
                    <a:cubicBezTo>
                      <a:pt x="554" y="496"/>
                      <a:pt x="585" y="565"/>
                      <a:pt x="600" y="591"/>
                    </a:cubicBezTo>
                    <a:lnTo>
                      <a:pt x="600" y="591"/>
                    </a:lnTo>
                    <a:cubicBezTo>
                      <a:pt x="601" y="586"/>
                      <a:pt x="603" y="583"/>
                      <a:pt x="606" y="579"/>
                    </a:cubicBezTo>
                    <a:cubicBezTo>
                      <a:pt x="616" y="561"/>
                      <a:pt x="631" y="545"/>
                      <a:pt x="649" y="535"/>
                    </a:cubicBezTo>
                    <a:cubicBezTo>
                      <a:pt x="660" y="528"/>
                      <a:pt x="671" y="525"/>
                      <a:pt x="683" y="522"/>
                    </a:cubicBezTo>
                    <a:lnTo>
                      <a:pt x="683" y="522"/>
                    </a:lnTo>
                    <a:cubicBezTo>
                      <a:pt x="691" y="520"/>
                      <a:pt x="700" y="519"/>
                      <a:pt x="708" y="519"/>
                    </a:cubicBezTo>
                    <a:cubicBezTo>
                      <a:pt x="712" y="519"/>
                      <a:pt x="715" y="519"/>
                      <a:pt x="718" y="520"/>
                    </a:cubicBezTo>
                    <a:lnTo>
                      <a:pt x="716" y="364"/>
                    </a:lnTo>
                    <a:lnTo>
                      <a:pt x="716" y="364"/>
                    </a:lnTo>
                    <a:cubicBezTo>
                      <a:pt x="715" y="339"/>
                      <a:pt x="708" y="314"/>
                      <a:pt x="696" y="293"/>
                    </a:cubicBezTo>
                    <a:cubicBezTo>
                      <a:pt x="682" y="270"/>
                      <a:pt x="664" y="250"/>
                      <a:pt x="642" y="238"/>
                    </a:cubicBezTo>
                    <a:cubicBezTo>
                      <a:pt x="627" y="229"/>
                      <a:pt x="612" y="224"/>
                      <a:pt x="595" y="221"/>
                    </a:cubicBezTo>
                    <a:lnTo>
                      <a:pt x="379" y="181"/>
                    </a:lnTo>
                    <a:lnTo>
                      <a:pt x="379" y="181"/>
                    </a:lnTo>
                    <a:cubicBezTo>
                      <a:pt x="378" y="180"/>
                      <a:pt x="378" y="180"/>
                      <a:pt x="377" y="180"/>
                    </a:cubicBezTo>
                    <a:cubicBezTo>
                      <a:pt x="376" y="179"/>
                      <a:pt x="374" y="178"/>
                      <a:pt x="374" y="177"/>
                    </a:cubicBezTo>
                    <a:cubicBezTo>
                      <a:pt x="373" y="176"/>
                      <a:pt x="373" y="175"/>
                      <a:pt x="373" y="173"/>
                    </a:cubicBezTo>
                    <a:lnTo>
                      <a:pt x="373" y="173"/>
                    </a:lnTo>
                    <a:lnTo>
                      <a:pt x="373" y="173"/>
                    </a:lnTo>
                    <a:cubicBezTo>
                      <a:pt x="374" y="167"/>
                      <a:pt x="374" y="161"/>
                      <a:pt x="374" y="156"/>
                    </a:cubicBezTo>
                    <a:lnTo>
                      <a:pt x="374" y="156"/>
                    </a:lnTo>
                    <a:cubicBezTo>
                      <a:pt x="374" y="131"/>
                      <a:pt x="368" y="107"/>
                      <a:pt x="355" y="85"/>
                    </a:cubicBezTo>
                    <a:cubicBezTo>
                      <a:pt x="343" y="64"/>
                      <a:pt x="325" y="46"/>
                      <a:pt x="304" y="34"/>
                    </a:cubicBezTo>
                    <a:cubicBezTo>
                      <a:pt x="282" y="21"/>
                      <a:pt x="258" y="15"/>
                      <a:pt x="233" y="15"/>
                    </a:cubicBezTo>
                    <a:cubicBezTo>
                      <a:pt x="208" y="15"/>
                      <a:pt x="183" y="21"/>
                      <a:pt x="162" y="34"/>
                    </a:cubicBezTo>
                    <a:cubicBezTo>
                      <a:pt x="140" y="46"/>
                      <a:pt x="122" y="63"/>
                      <a:pt x="110" y="85"/>
                    </a:cubicBezTo>
                    <a:cubicBezTo>
                      <a:pt x="98" y="105"/>
                      <a:pt x="92" y="128"/>
                      <a:pt x="91" y="151"/>
                    </a:cubicBezTo>
                    <a:lnTo>
                      <a:pt x="91" y="151"/>
                    </a:lnTo>
                    <a:cubicBezTo>
                      <a:pt x="91" y="152"/>
                      <a:pt x="91" y="153"/>
                      <a:pt x="91" y="153"/>
                    </a:cubicBezTo>
                    <a:cubicBezTo>
                      <a:pt x="91" y="154"/>
                      <a:pt x="91" y="155"/>
                      <a:pt x="91" y="156"/>
                    </a:cubicBezTo>
                    <a:cubicBezTo>
                      <a:pt x="91" y="160"/>
                      <a:pt x="92" y="165"/>
                      <a:pt x="92" y="170"/>
                    </a:cubicBezTo>
                    <a:lnTo>
                      <a:pt x="92" y="170"/>
                    </a:lnTo>
                    <a:lnTo>
                      <a:pt x="92" y="170"/>
                    </a:lnTo>
                    <a:cubicBezTo>
                      <a:pt x="92" y="172"/>
                      <a:pt x="91" y="173"/>
                      <a:pt x="91" y="174"/>
                    </a:cubicBezTo>
                    <a:cubicBezTo>
                      <a:pt x="90" y="175"/>
                      <a:pt x="90" y="176"/>
                      <a:pt x="88" y="177"/>
                    </a:cubicBezTo>
                    <a:lnTo>
                      <a:pt x="87" y="177"/>
                    </a:lnTo>
                    <a:lnTo>
                      <a:pt x="87" y="177"/>
                    </a:lnTo>
                    <a:cubicBezTo>
                      <a:pt x="83" y="178"/>
                      <a:pt x="80" y="179"/>
                      <a:pt x="77" y="181"/>
                    </a:cubicBezTo>
                    <a:lnTo>
                      <a:pt x="77" y="181"/>
                    </a:lnTo>
                    <a:cubicBezTo>
                      <a:pt x="72" y="182"/>
                      <a:pt x="68" y="184"/>
                      <a:pt x="64" y="187"/>
                    </a:cubicBezTo>
                    <a:cubicBezTo>
                      <a:pt x="49" y="196"/>
                      <a:pt x="37" y="208"/>
                      <a:pt x="28" y="223"/>
                    </a:cubicBezTo>
                    <a:cubicBezTo>
                      <a:pt x="19" y="237"/>
                      <a:pt x="15" y="254"/>
                      <a:pt x="15" y="271"/>
                    </a:cubicBezTo>
                    <a:cubicBezTo>
                      <a:pt x="15" y="288"/>
                      <a:pt x="19" y="305"/>
                      <a:pt x="28" y="320"/>
                    </a:cubicBezTo>
                    <a:cubicBezTo>
                      <a:pt x="37" y="335"/>
                      <a:pt x="49" y="347"/>
                      <a:pt x="64" y="356"/>
                    </a:cubicBezTo>
                    <a:cubicBezTo>
                      <a:pt x="78" y="364"/>
                      <a:pt x="95" y="369"/>
                      <a:pt x="112" y="369"/>
                    </a:cubicBezTo>
                    <a:lnTo>
                      <a:pt x="113" y="369"/>
                    </a:lnTo>
                    <a:lnTo>
                      <a:pt x="113" y="369"/>
                    </a:lnTo>
                    <a:lnTo>
                      <a:pt x="114" y="368"/>
                    </a:lnTo>
                    <a:cubicBezTo>
                      <a:pt x="114" y="367"/>
                      <a:pt x="115" y="365"/>
                      <a:pt x="116" y="365"/>
                    </a:cubicBezTo>
                    <a:cubicBezTo>
                      <a:pt x="117" y="364"/>
                      <a:pt x="119" y="364"/>
                      <a:pt x="120" y="3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30"/>
              <p:cNvSpPr/>
              <p:nvPr/>
            </p:nvSpPr>
            <p:spPr>
              <a:xfrm>
                <a:off x="996966" y="2823162"/>
                <a:ext cx="451445" cy="280883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718" extrusionOk="0">
                    <a:moveTo>
                      <a:pt x="482" y="717"/>
                    </a:moveTo>
                    <a:lnTo>
                      <a:pt x="482" y="717"/>
                    </a:lnTo>
                    <a:cubicBezTo>
                      <a:pt x="480" y="717"/>
                      <a:pt x="479" y="717"/>
                      <a:pt x="478" y="716"/>
                    </a:cubicBezTo>
                    <a:lnTo>
                      <a:pt x="3" y="452"/>
                    </a:lnTo>
                    <a:lnTo>
                      <a:pt x="3" y="452"/>
                    </a:lnTo>
                    <a:lnTo>
                      <a:pt x="3" y="452"/>
                    </a:lnTo>
                    <a:cubicBezTo>
                      <a:pt x="2" y="452"/>
                      <a:pt x="1" y="451"/>
                      <a:pt x="1" y="450"/>
                    </a:cubicBezTo>
                    <a:cubicBezTo>
                      <a:pt x="0" y="448"/>
                      <a:pt x="0" y="447"/>
                      <a:pt x="0" y="446"/>
                    </a:cubicBezTo>
                    <a:lnTo>
                      <a:pt x="0" y="375"/>
                    </a:lnTo>
                    <a:lnTo>
                      <a:pt x="0" y="375"/>
                    </a:lnTo>
                    <a:cubicBezTo>
                      <a:pt x="0" y="374"/>
                      <a:pt x="0" y="372"/>
                      <a:pt x="1" y="371"/>
                    </a:cubicBezTo>
                    <a:cubicBezTo>
                      <a:pt x="1" y="370"/>
                      <a:pt x="2" y="369"/>
                      <a:pt x="3" y="369"/>
                    </a:cubicBezTo>
                    <a:cubicBezTo>
                      <a:pt x="4" y="368"/>
                      <a:pt x="6" y="368"/>
                      <a:pt x="7" y="368"/>
                    </a:cubicBezTo>
                    <a:cubicBezTo>
                      <a:pt x="8" y="368"/>
                      <a:pt x="10" y="368"/>
                      <a:pt x="11" y="369"/>
                    </a:cubicBezTo>
                    <a:cubicBezTo>
                      <a:pt x="12" y="369"/>
                      <a:pt x="12" y="370"/>
                      <a:pt x="13" y="371"/>
                    </a:cubicBezTo>
                    <a:cubicBezTo>
                      <a:pt x="13" y="372"/>
                      <a:pt x="14" y="374"/>
                      <a:pt x="14" y="375"/>
                    </a:cubicBezTo>
                    <a:lnTo>
                      <a:pt x="14" y="375"/>
                    </a:lnTo>
                    <a:lnTo>
                      <a:pt x="14" y="442"/>
                    </a:lnTo>
                    <a:lnTo>
                      <a:pt x="478" y="700"/>
                    </a:lnTo>
                    <a:lnTo>
                      <a:pt x="715" y="203"/>
                    </a:lnTo>
                    <a:lnTo>
                      <a:pt x="715" y="203"/>
                    </a:lnTo>
                    <a:cubicBezTo>
                      <a:pt x="718" y="197"/>
                      <a:pt x="721" y="192"/>
                      <a:pt x="724" y="186"/>
                    </a:cubicBezTo>
                    <a:cubicBezTo>
                      <a:pt x="745" y="149"/>
                      <a:pt x="777" y="116"/>
                      <a:pt x="815" y="95"/>
                    </a:cubicBezTo>
                    <a:cubicBezTo>
                      <a:pt x="852" y="73"/>
                      <a:pt x="895" y="62"/>
                      <a:pt x="939" y="62"/>
                    </a:cubicBezTo>
                    <a:cubicBezTo>
                      <a:pt x="976" y="62"/>
                      <a:pt x="1012" y="70"/>
                      <a:pt x="1045" y="86"/>
                    </a:cubicBezTo>
                    <a:lnTo>
                      <a:pt x="1045" y="86"/>
                    </a:lnTo>
                    <a:lnTo>
                      <a:pt x="1046" y="86"/>
                    </a:lnTo>
                    <a:lnTo>
                      <a:pt x="1049" y="88"/>
                    </a:lnTo>
                    <a:lnTo>
                      <a:pt x="1049" y="88"/>
                    </a:lnTo>
                    <a:cubicBezTo>
                      <a:pt x="1037" y="79"/>
                      <a:pt x="1025" y="70"/>
                      <a:pt x="1012" y="63"/>
                    </a:cubicBezTo>
                    <a:cubicBezTo>
                      <a:pt x="957" y="31"/>
                      <a:pt x="896" y="15"/>
                      <a:pt x="833" y="15"/>
                    </a:cubicBezTo>
                    <a:lnTo>
                      <a:pt x="776" y="15"/>
                    </a:lnTo>
                    <a:lnTo>
                      <a:pt x="776" y="37"/>
                    </a:lnTo>
                    <a:lnTo>
                      <a:pt x="776" y="37"/>
                    </a:lnTo>
                    <a:cubicBezTo>
                      <a:pt x="776" y="39"/>
                      <a:pt x="775" y="40"/>
                      <a:pt x="775" y="41"/>
                    </a:cubicBezTo>
                    <a:cubicBezTo>
                      <a:pt x="774" y="42"/>
                      <a:pt x="774" y="42"/>
                      <a:pt x="773" y="43"/>
                    </a:cubicBezTo>
                    <a:cubicBezTo>
                      <a:pt x="770" y="46"/>
                      <a:pt x="685" y="123"/>
                      <a:pt x="542" y="123"/>
                    </a:cubicBezTo>
                    <a:cubicBezTo>
                      <a:pt x="494" y="123"/>
                      <a:pt x="451" y="114"/>
                      <a:pt x="415" y="97"/>
                    </a:cubicBezTo>
                    <a:lnTo>
                      <a:pt x="415" y="97"/>
                    </a:lnTo>
                    <a:cubicBezTo>
                      <a:pt x="410" y="95"/>
                      <a:pt x="405" y="92"/>
                      <a:pt x="401" y="90"/>
                    </a:cubicBezTo>
                    <a:cubicBezTo>
                      <a:pt x="391" y="84"/>
                      <a:pt x="381" y="77"/>
                      <a:pt x="372" y="69"/>
                    </a:cubicBezTo>
                    <a:lnTo>
                      <a:pt x="372" y="69"/>
                    </a:lnTo>
                    <a:cubicBezTo>
                      <a:pt x="362" y="61"/>
                      <a:pt x="353" y="52"/>
                      <a:pt x="346" y="41"/>
                    </a:cubicBezTo>
                    <a:lnTo>
                      <a:pt x="346" y="41"/>
                    </a:lnTo>
                    <a:lnTo>
                      <a:pt x="346" y="41"/>
                    </a:lnTo>
                    <a:cubicBezTo>
                      <a:pt x="345" y="40"/>
                      <a:pt x="345" y="39"/>
                      <a:pt x="345" y="37"/>
                    </a:cubicBezTo>
                    <a:cubicBezTo>
                      <a:pt x="345" y="37"/>
                      <a:pt x="345" y="36"/>
                      <a:pt x="345" y="35"/>
                    </a:cubicBezTo>
                    <a:lnTo>
                      <a:pt x="351" y="16"/>
                    </a:lnTo>
                    <a:lnTo>
                      <a:pt x="351" y="16"/>
                    </a:lnTo>
                    <a:cubicBezTo>
                      <a:pt x="307" y="19"/>
                      <a:pt x="264" y="30"/>
                      <a:pt x="224" y="48"/>
                    </a:cubicBezTo>
                    <a:lnTo>
                      <a:pt x="224" y="48"/>
                    </a:lnTo>
                    <a:cubicBezTo>
                      <a:pt x="224" y="49"/>
                      <a:pt x="223" y="49"/>
                      <a:pt x="222" y="49"/>
                    </a:cubicBezTo>
                    <a:lnTo>
                      <a:pt x="222" y="49"/>
                    </a:lnTo>
                    <a:cubicBezTo>
                      <a:pt x="222" y="49"/>
                      <a:pt x="221" y="49"/>
                      <a:pt x="220" y="49"/>
                    </a:cubicBezTo>
                    <a:cubicBezTo>
                      <a:pt x="219" y="49"/>
                      <a:pt x="218" y="48"/>
                      <a:pt x="217" y="48"/>
                    </a:cubicBezTo>
                    <a:cubicBezTo>
                      <a:pt x="216" y="47"/>
                      <a:pt x="215" y="47"/>
                      <a:pt x="214" y="46"/>
                    </a:cubicBezTo>
                    <a:cubicBezTo>
                      <a:pt x="213" y="45"/>
                      <a:pt x="213" y="43"/>
                      <a:pt x="213" y="42"/>
                    </a:cubicBezTo>
                    <a:cubicBezTo>
                      <a:pt x="213" y="41"/>
                      <a:pt x="213" y="39"/>
                      <a:pt x="214" y="38"/>
                    </a:cubicBezTo>
                    <a:cubicBezTo>
                      <a:pt x="215" y="37"/>
                      <a:pt x="216" y="36"/>
                      <a:pt x="217" y="36"/>
                    </a:cubicBezTo>
                    <a:lnTo>
                      <a:pt x="217" y="35"/>
                    </a:lnTo>
                    <a:lnTo>
                      <a:pt x="217" y="35"/>
                    </a:lnTo>
                    <a:cubicBezTo>
                      <a:pt x="218" y="35"/>
                      <a:pt x="219" y="35"/>
                      <a:pt x="219" y="35"/>
                    </a:cubicBezTo>
                    <a:lnTo>
                      <a:pt x="219" y="35"/>
                    </a:lnTo>
                    <a:cubicBezTo>
                      <a:pt x="264" y="14"/>
                      <a:pt x="312" y="2"/>
                      <a:pt x="361" y="1"/>
                    </a:cubicBezTo>
                    <a:lnTo>
                      <a:pt x="361" y="1"/>
                    </a:lnTo>
                    <a:lnTo>
                      <a:pt x="362" y="1"/>
                    </a:lnTo>
                    <a:cubicBezTo>
                      <a:pt x="363" y="1"/>
                      <a:pt x="364" y="1"/>
                      <a:pt x="365" y="2"/>
                    </a:cubicBezTo>
                    <a:cubicBezTo>
                      <a:pt x="366" y="2"/>
                      <a:pt x="367" y="3"/>
                      <a:pt x="367" y="4"/>
                    </a:cubicBezTo>
                    <a:lnTo>
                      <a:pt x="367" y="4"/>
                    </a:lnTo>
                    <a:lnTo>
                      <a:pt x="368" y="4"/>
                    </a:lnTo>
                    <a:cubicBezTo>
                      <a:pt x="368" y="6"/>
                      <a:pt x="369" y="7"/>
                      <a:pt x="369" y="8"/>
                    </a:cubicBezTo>
                    <a:cubicBezTo>
                      <a:pt x="369" y="9"/>
                      <a:pt x="369" y="10"/>
                      <a:pt x="368" y="10"/>
                    </a:cubicBezTo>
                    <a:lnTo>
                      <a:pt x="360" y="36"/>
                    </a:lnTo>
                    <a:lnTo>
                      <a:pt x="360" y="36"/>
                    </a:lnTo>
                    <a:cubicBezTo>
                      <a:pt x="366" y="44"/>
                      <a:pt x="374" y="52"/>
                      <a:pt x="381" y="58"/>
                    </a:cubicBezTo>
                    <a:lnTo>
                      <a:pt x="381" y="58"/>
                    </a:lnTo>
                    <a:cubicBezTo>
                      <a:pt x="390" y="65"/>
                      <a:pt x="398" y="71"/>
                      <a:pt x="408" y="77"/>
                    </a:cubicBezTo>
                    <a:cubicBezTo>
                      <a:pt x="412" y="79"/>
                      <a:pt x="417" y="81"/>
                      <a:pt x="421" y="84"/>
                    </a:cubicBezTo>
                    <a:cubicBezTo>
                      <a:pt x="455" y="100"/>
                      <a:pt x="496" y="109"/>
                      <a:pt x="542" y="109"/>
                    </a:cubicBezTo>
                    <a:cubicBezTo>
                      <a:pt x="667" y="109"/>
                      <a:pt x="746" y="46"/>
                      <a:pt x="761" y="34"/>
                    </a:cubicBezTo>
                    <a:lnTo>
                      <a:pt x="761" y="8"/>
                    </a:lnTo>
                    <a:lnTo>
                      <a:pt x="761" y="8"/>
                    </a:lnTo>
                    <a:cubicBezTo>
                      <a:pt x="761" y="6"/>
                      <a:pt x="761" y="5"/>
                      <a:pt x="762" y="4"/>
                    </a:cubicBezTo>
                    <a:cubicBezTo>
                      <a:pt x="762" y="3"/>
                      <a:pt x="763" y="1"/>
                      <a:pt x="764" y="1"/>
                    </a:cubicBezTo>
                    <a:cubicBezTo>
                      <a:pt x="766" y="0"/>
                      <a:pt x="767" y="0"/>
                      <a:pt x="768" y="0"/>
                    </a:cubicBezTo>
                    <a:lnTo>
                      <a:pt x="833" y="0"/>
                    </a:lnTo>
                    <a:lnTo>
                      <a:pt x="833" y="0"/>
                    </a:lnTo>
                    <a:cubicBezTo>
                      <a:pt x="899" y="1"/>
                      <a:pt x="963" y="18"/>
                      <a:pt x="1020" y="51"/>
                    </a:cubicBezTo>
                    <a:cubicBezTo>
                      <a:pt x="1069" y="79"/>
                      <a:pt x="1110" y="117"/>
                      <a:pt x="1142" y="164"/>
                    </a:cubicBezTo>
                    <a:cubicBezTo>
                      <a:pt x="1144" y="167"/>
                      <a:pt x="1146" y="170"/>
                      <a:pt x="1147" y="172"/>
                    </a:cubicBezTo>
                    <a:lnTo>
                      <a:pt x="1149" y="174"/>
                    </a:lnTo>
                    <a:cubicBezTo>
                      <a:pt x="1150" y="176"/>
                      <a:pt x="1151" y="178"/>
                      <a:pt x="1152" y="180"/>
                    </a:cubicBezTo>
                    <a:lnTo>
                      <a:pt x="1152" y="180"/>
                    </a:lnTo>
                    <a:cubicBezTo>
                      <a:pt x="1153" y="181"/>
                      <a:pt x="1153" y="182"/>
                      <a:pt x="1153" y="183"/>
                    </a:cubicBezTo>
                    <a:cubicBezTo>
                      <a:pt x="1153" y="185"/>
                      <a:pt x="1153" y="185"/>
                      <a:pt x="1152" y="187"/>
                    </a:cubicBezTo>
                    <a:cubicBezTo>
                      <a:pt x="1151" y="188"/>
                      <a:pt x="1151" y="189"/>
                      <a:pt x="1150" y="190"/>
                    </a:cubicBezTo>
                    <a:lnTo>
                      <a:pt x="1148" y="191"/>
                    </a:lnTo>
                    <a:lnTo>
                      <a:pt x="1148" y="191"/>
                    </a:lnTo>
                    <a:lnTo>
                      <a:pt x="1148" y="191"/>
                    </a:lnTo>
                    <a:cubicBezTo>
                      <a:pt x="1147" y="192"/>
                      <a:pt x="1145" y="192"/>
                      <a:pt x="1144" y="192"/>
                    </a:cubicBezTo>
                    <a:cubicBezTo>
                      <a:pt x="1144" y="192"/>
                      <a:pt x="1143" y="192"/>
                      <a:pt x="1142" y="192"/>
                    </a:cubicBezTo>
                    <a:lnTo>
                      <a:pt x="1142" y="192"/>
                    </a:lnTo>
                    <a:cubicBezTo>
                      <a:pt x="1142" y="192"/>
                      <a:pt x="1141" y="191"/>
                      <a:pt x="1140" y="191"/>
                    </a:cubicBezTo>
                    <a:cubicBezTo>
                      <a:pt x="1139" y="190"/>
                      <a:pt x="1138" y="189"/>
                      <a:pt x="1138" y="188"/>
                    </a:cubicBezTo>
                    <a:lnTo>
                      <a:pt x="1132" y="179"/>
                    </a:lnTo>
                    <a:cubicBezTo>
                      <a:pt x="1130" y="177"/>
                      <a:pt x="1129" y="175"/>
                      <a:pt x="1128" y="174"/>
                    </a:cubicBezTo>
                    <a:lnTo>
                      <a:pt x="1128" y="174"/>
                    </a:lnTo>
                    <a:cubicBezTo>
                      <a:pt x="1109" y="147"/>
                      <a:pt x="1084" y="124"/>
                      <a:pt x="1055" y="107"/>
                    </a:cubicBezTo>
                    <a:cubicBezTo>
                      <a:pt x="1050" y="105"/>
                      <a:pt x="1045" y="102"/>
                      <a:pt x="1040" y="100"/>
                    </a:cubicBezTo>
                    <a:lnTo>
                      <a:pt x="1039" y="99"/>
                    </a:lnTo>
                    <a:lnTo>
                      <a:pt x="1039" y="99"/>
                    </a:lnTo>
                    <a:cubicBezTo>
                      <a:pt x="1008" y="84"/>
                      <a:pt x="973" y="77"/>
                      <a:pt x="939" y="77"/>
                    </a:cubicBezTo>
                    <a:cubicBezTo>
                      <a:pt x="898" y="77"/>
                      <a:pt x="857" y="87"/>
                      <a:pt x="822" y="108"/>
                    </a:cubicBezTo>
                    <a:cubicBezTo>
                      <a:pt x="786" y="128"/>
                      <a:pt x="757" y="158"/>
                      <a:pt x="736" y="193"/>
                    </a:cubicBezTo>
                    <a:cubicBezTo>
                      <a:pt x="733" y="198"/>
                      <a:pt x="731" y="204"/>
                      <a:pt x="728" y="209"/>
                    </a:cubicBezTo>
                    <a:lnTo>
                      <a:pt x="488" y="713"/>
                    </a:lnTo>
                    <a:lnTo>
                      <a:pt x="488" y="713"/>
                    </a:lnTo>
                    <a:lnTo>
                      <a:pt x="488" y="714"/>
                    </a:lnTo>
                    <a:cubicBezTo>
                      <a:pt x="487" y="715"/>
                      <a:pt x="486" y="715"/>
                      <a:pt x="485" y="716"/>
                    </a:cubicBezTo>
                    <a:cubicBezTo>
                      <a:pt x="484" y="716"/>
                      <a:pt x="484" y="717"/>
                      <a:pt x="484" y="717"/>
                    </a:cubicBezTo>
                    <a:lnTo>
                      <a:pt x="484" y="717"/>
                    </a:lnTo>
                    <a:cubicBezTo>
                      <a:pt x="483" y="717"/>
                      <a:pt x="483" y="717"/>
                      <a:pt x="482" y="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30"/>
              <p:cNvSpPr/>
              <p:nvPr/>
            </p:nvSpPr>
            <p:spPr>
              <a:xfrm>
                <a:off x="1131930" y="2794996"/>
                <a:ext cx="86846" cy="46162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8" extrusionOk="0">
                    <a:moveTo>
                      <a:pt x="7" y="117"/>
                    </a:moveTo>
                    <a:lnTo>
                      <a:pt x="7" y="117"/>
                    </a:lnTo>
                    <a:cubicBezTo>
                      <a:pt x="6" y="117"/>
                      <a:pt x="5" y="116"/>
                      <a:pt x="4" y="116"/>
                    </a:cubicBezTo>
                    <a:cubicBezTo>
                      <a:pt x="2" y="115"/>
                      <a:pt x="1" y="114"/>
                      <a:pt x="1" y="113"/>
                    </a:cubicBezTo>
                    <a:cubicBezTo>
                      <a:pt x="0" y="112"/>
                      <a:pt x="0" y="111"/>
                      <a:pt x="0" y="109"/>
                    </a:cubicBezTo>
                    <a:cubicBezTo>
                      <a:pt x="0" y="109"/>
                      <a:pt x="0" y="108"/>
                      <a:pt x="0" y="107"/>
                    </a:cubicBezTo>
                    <a:lnTo>
                      <a:pt x="31" y="6"/>
                    </a:lnTo>
                    <a:lnTo>
                      <a:pt x="31" y="6"/>
                    </a:lnTo>
                    <a:cubicBezTo>
                      <a:pt x="31" y="5"/>
                      <a:pt x="32" y="4"/>
                      <a:pt x="32" y="4"/>
                    </a:cubicBezTo>
                    <a:cubicBezTo>
                      <a:pt x="33" y="2"/>
                      <a:pt x="34" y="2"/>
                      <a:pt x="35" y="1"/>
                    </a:cubicBezTo>
                    <a:cubicBezTo>
                      <a:pt x="36" y="0"/>
                      <a:pt x="37" y="0"/>
                      <a:pt x="38" y="0"/>
                    </a:cubicBezTo>
                    <a:cubicBezTo>
                      <a:pt x="39" y="0"/>
                      <a:pt x="39" y="0"/>
                      <a:pt x="40" y="0"/>
                    </a:cubicBezTo>
                    <a:lnTo>
                      <a:pt x="40" y="0"/>
                    </a:lnTo>
                    <a:cubicBezTo>
                      <a:pt x="49" y="1"/>
                      <a:pt x="58" y="2"/>
                      <a:pt x="68" y="2"/>
                    </a:cubicBezTo>
                    <a:lnTo>
                      <a:pt x="68" y="2"/>
                    </a:lnTo>
                    <a:lnTo>
                      <a:pt x="214" y="2"/>
                    </a:lnTo>
                    <a:lnTo>
                      <a:pt x="214" y="2"/>
                    </a:lnTo>
                    <a:lnTo>
                      <a:pt x="214" y="2"/>
                    </a:lnTo>
                    <a:cubicBezTo>
                      <a:pt x="215" y="2"/>
                      <a:pt x="217" y="2"/>
                      <a:pt x="218" y="3"/>
                    </a:cubicBezTo>
                    <a:cubicBezTo>
                      <a:pt x="219" y="4"/>
                      <a:pt x="219" y="5"/>
                      <a:pt x="220" y="6"/>
                    </a:cubicBezTo>
                    <a:cubicBezTo>
                      <a:pt x="220" y="7"/>
                      <a:pt x="221" y="7"/>
                      <a:pt x="221" y="9"/>
                    </a:cubicBezTo>
                    <a:cubicBezTo>
                      <a:pt x="221" y="10"/>
                      <a:pt x="220" y="12"/>
                      <a:pt x="220" y="13"/>
                    </a:cubicBezTo>
                    <a:cubicBezTo>
                      <a:pt x="219" y="14"/>
                      <a:pt x="219" y="15"/>
                      <a:pt x="218" y="16"/>
                    </a:cubicBezTo>
                    <a:cubicBezTo>
                      <a:pt x="217" y="16"/>
                      <a:pt x="217" y="16"/>
                      <a:pt x="217" y="16"/>
                    </a:cubicBezTo>
                    <a:lnTo>
                      <a:pt x="11" y="116"/>
                    </a:lnTo>
                    <a:lnTo>
                      <a:pt x="11" y="116"/>
                    </a:lnTo>
                    <a:cubicBezTo>
                      <a:pt x="10" y="117"/>
                      <a:pt x="8" y="117"/>
                      <a:pt x="7" y="117"/>
                    </a:cubicBezTo>
                    <a:moveTo>
                      <a:pt x="44" y="15"/>
                    </a:moveTo>
                    <a:lnTo>
                      <a:pt x="19" y="95"/>
                    </a:lnTo>
                    <a:lnTo>
                      <a:pt x="182" y="17"/>
                    </a:lnTo>
                    <a:lnTo>
                      <a:pt x="68" y="17"/>
                    </a:lnTo>
                    <a:lnTo>
                      <a:pt x="68" y="17"/>
                    </a:lnTo>
                    <a:lnTo>
                      <a:pt x="67" y="17"/>
                    </a:lnTo>
                    <a:cubicBezTo>
                      <a:pt x="60" y="17"/>
                      <a:pt x="52" y="16"/>
                      <a:pt x="44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30"/>
              <p:cNvSpPr/>
              <p:nvPr/>
            </p:nvSpPr>
            <p:spPr>
              <a:xfrm>
                <a:off x="916379" y="4633646"/>
                <a:ext cx="211639" cy="2425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62" extrusionOk="0">
                    <a:moveTo>
                      <a:pt x="540" y="60"/>
                    </a:moveTo>
                    <a:lnTo>
                      <a:pt x="539" y="61"/>
                    </a:lnTo>
                    <a:lnTo>
                      <a:pt x="0" y="61"/>
                    </a:lnTo>
                    <a:lnTo>
                      <a:pt x="0" y="0"/>
                    </a:lnTo>
                    <a:lnTo>
                      <a:pt x="540" y="60"/>
                    </a:lnTo>
                    <a:close/>
                  </a:path>
                </a:pathLst>
              </a:custGeom>
              <a:solidFill>
                <a:srgbClr val="EDBA8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" name="Google Shape;1768;p30"/>
              <p:cNvSpPr/>
              <p:nvPr/>
            </p:nvSpPr>
            <p:spPr>
              <a:xfrm>
                <a:off x="649971" y="4654771"/>
                <a:ext cx="480785" cy="162740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416" extrusionOk="0">
                    <a:moveTo>
                      <a:pt x="1220" y="415"/>
                    </a:moveTo>
                    <a:lnTo>
                      <a:pt x="7" y="415"/>
                    </a:lnTo>
                    <a:lnTo>
                      <a:pt x="7" y="415"/>
                    </a:lnTo>
                    <a:lnTo>
                      <a:pt x="7" y="415"/>
                    </a:lnTo>
                    <a:cubicBezTo>
                      <a:pt x="6" y="415"/>
                      <a:pt x="5" y="415"/>
                      <a:pt x="4" y="414"/>
                    </a:cubicBezTo>
                    <a:cubicBezTo>
                      <a:pt x="3" y="414"/>
                      <a:pt x="2" y="413"/>
                      <a:pt x="1" y="412"/>
                    </a:cubicBezTo>
                    <a:cubicBezTo>
                      <a:pt x="0" y="411"/>
                      <a:pt x="0" y="409"/>
                      <a:pt x="0" y="408"/>
                    </a:cubicBezTo>
                    <a:lnTo>
                      <a:pt x="0" y="408"/>
                    </a:lnTo>
                    <a:cubicBezTo>
                      <a:pt x="0" y="64"/>
                      <a:pt x="653" y="2"/>
                      <a:pt x="680" y="0"/>
                    </a:cubicBezTo>
                    <a:lnTo>
                      <a:pt x="1220" y="0"/>
                    </a:lnTo>
                    <a:lnTo>
                      <a:pt x="1220" y="0"/>
                    </a:lnTo>
                    <a:lnTo>
                      <a:pt x="1220" y="0"/>
                    </a:lnTo>
                    <a:cubicBezTo>
                      <a:pt x="1222" y="0"/>
                      <a:pt x="1223" y="0"/>
                      <a:pt x="1224" y="1"/>
                    </a:cubicBezTo>
                    <a:cubicBezTo>
                      <a:pt x="1225" y="2"/>
                      <a:pt x="1226" y="3"/>
                      <a:pt x="1227" y="4"/>
                    </a:cubicBezTo>
                    <a:cubicBezTo>
                      <a:pt x="1227" y="5"/>
                      <a:pt x="1228" y="6"/>
                      <a:pt x="1228" y="7"/>
                    </a:cubicBezTo>
                    <a:lnTo>
                      <a:pt x="1228" y="408"/>
                    </a:lnTo>
                    <a:lnTo>
                      <a:pt x="1228" y="408"/>
                    </a:lnTo>
                    <a:cubicBezTo>
                      <a:pt x="1228" y="409"/>
                      <a:pt x="1227" y="411"/>
                      <a:pt x="1227" y="412"/>
                    </a:cubicBezTo>
                    <a:cubicBezTo>
                      <a:pt x="1226" y="413"/>
                      <a:pt x="1225" y="414"/>
                      <a:pt x="1224" y="414"/>
                    </a:cubicBezTo>
                    <a:cubicBezTo>
                      <a:pt x="1223" y="415"/>
                      <a:pt x="1222" y="415"/>
                      <a:pt x="1220" y="415"/>
                    </a:cubicBezTo>
                    <a:moveTo>
                      <a:pt x="15" y="401"/>
                    </a:moveTo>
                    <a:lnTo>
                      <a:pt x="1213" y="401"/>
                    </a:lnTo>
                    <a:lnTo>
                      <a:pt x="1213" y="15"/>
                    </a:lnTo>
                    <a:lnTo>
                      <a:pt x="681" y="15"/>
                    </a:lnTo>
                    <a:cubicBezTo>
                      <a:pt x="675" y="15"/>
                      <a:pt x="25" y="76"/>
                      <a:pt x="15" y="4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0"/>
              <p:cNvSpPr/>
              <p:nvPr/>
            </p:nvSpPr>
            <p:spPr>
              <a:xfrm>
                <a:off x="680876" y="3067272"/>
                <a:ext cx="237067" cy="134182"/>
              </a:xfrm>
              <a:custGeom>
                <a:avLst/>
                <a:gdLst/>
                <a:ahLst/>
                <a:cxnLst/>
                <a:rect l="l" t="t" r="r" b="b"/>
                <a:pathLst>
                  <a:path w="606" h="343" extrusionOk="0">
                    <a:moveTo>
                      <a:pt x="395" y="342"/>
                    </a:moveTo>
                    <a:cubicBezTo>
                      <a:pt x="390" y="342"/>
                      <a:pt x="385" y="342"/>
                      <a:pt x="380" y="342"/>
                    </a:cubicBezTo>
                    <a:cubicBezTo>
                      <a:pt x="374" y="342"/>
                      <a:pt x="369" y="341"/>
                      <a:pt x="364" y="340"/>
                    </a:cubicBezTo>
                    <a:cubicBezTo>
                      <a:pt x="359" y="340"/>
                      <a:pt x="355" y="339"/>
                      <a:pt x="351" y="338"/>
                    </a:cubicBezTo>
                    <a:lnTo>
                      <a:pt x="343" y="336"/>
                    </a:lnTo>
                    <a:lnTo>
                      <a:pt x="343" y="336"/>
                    </a:lnTo>
                    <a:cubicBezTo>
                      <a:pt x="340" y="336"/>
                      <a:pt x="337" y="335"/>
                      <a:pt x="334" y="334"/>
                    </a:cubicBezTo>
                    <a:lnTo>
                      <a:pt x="334" y="334"/>
                    </a:lnTo>
                    <a:cubicBezTo>
                      <a:pt x="330" y="333"/>
                      <a:pt x="327" y="332"/>
                      <a:pt x="323" y="331"/>
                    </a:cubicBezTo>
                    <a:lnTo>
                      <a:pt x="323" y="331"/>
                    </a:lnTo>
                    <a:cubicBezTo>
                      <a:pt x="322" y="331"/>
                      <a:pt x="321" y="331"/>
                      <a:pt x="320" y="330"/>
                    </a:cubicBezTo>
                    <a:lnTo>
                      <a:pt x="320" y="330"/>
                    </a:lnTo>
                    <a:cubicBezTo>
                      <a:pt x="316" y="329"/>
                      <a:pt x="312" y="328"/>
                      <a:pt x="308" y="326"/>
                    </a:cubicBezTo>
                    <a:lnTo>
                      <a:pt x="308" y="326"/>
                    </a:lnTo>
                    <a:lnTo>
                      <a:pt x="307" y="326"/>
                    </a:lnTo>
                    <a:lnTo>
                      <a:pt x="307" y="326"/>
                    </a:lnTo>
                    <a:lnTo>
                      <a:pt x="307" y="326"/>
                    </a:lnTo>
                    <a:cubicBezTo>
                      <a:pt x="303" y="324"/>
                      <a:pt x="298" y="322"/>
                      <a:pt x="294" y="320"/>
                    </a:cubicBezTo>
                    <a:lnTo>
                      <a:pt x="294" y="320"/>
                    </a:lnTo>
                    <a:lnTo>
                      <a:pt x="293" y="320"/>
                    </a:lnTo>
                    <a:lnTo>
                      <a:pt x="293" y="320"/>
                    </a:lnTo>
                    <a:lnTo>
                      <a:pt x="293" y="320"/>
                    </a:lnTo>
                    <a:cubicBezTo>
                      <a:pt x="289" y="318"/>
                      <a:pt x="286" y="317"/>
                      <a:pt x="282" y="315"/>
                    </a:cubicBezTo>
                    <a:cubicBezTo>
                      <a:pt x="279" y="313"/>
                      <a:pt x="275" y="311"/>
                      <a:pt x="271" y="309"/>
                    </a:cubicBezTo>
                    <a:lnTo>
                      <a:pt x="270" y="308"/>
                    </a:lnTo>
                    <a:lnTo>
                      <a:pt x="270" y="308"/>
                    </a:lnTo>
                    <a:lnTo>
                      <a:pt x="4" y="151"/>
                    </a:lnTo>
                    <a:lnTo>
                      <a:pt x="4" y="151"/>
                    </a:lnTo>
                    <a:lnTo>
                      <a:pt x="4" y="151"/>
                    </a:lnTo>
                    <a:cubicBezTo>
                      <a:pt x="3" y="150"/>
                      <a:pt x="1" y="149"/>
                      <a:pt x="1" y="148"/>
                    </a:cubicBezTo>
                    <a:cubicBezTo>
                      <a:pt x="0" y="147"/>
                      <a:pt x="0" y="145"/>
                      <a:pt x="0" y="144"/>
                    </a:cubicBezTo>
                    <a:cubicBezTo>
                      <a:pt x="0" y="142"/>
                      <a:pt x="0" y="142"/>
                      <a:pt x="1" y="141"/>
                    </a:cubicBezTo>
                    <a:cubicBezTo>
                      <a:pt x="1" y="140"/>
                      <a:pt x="3" y="139"/>
                      <a:pt x="4" y="138"/>
                    </a:cubicBezTo>
                    <a:lnTo>
                      <a:pt x="4" y="138"/>
                    </a:lnTo>
                    <a:lnTo>
                      <a:pt x="4" y="138"/>
                    </a:lnTo>
                    <a:lnTo>
                      <a:pt x="4" y="138"/>
                    </a:lnTo>
                    <a:cubicBezTo>
                      <a:pt x="62" y="104"/>
                      <a:pt x="116" y="63"/>
                      <a:pt x="163" y="16"/>
                    </a:cubicBezTo>
                    <a:cubicBezTo>
                      <a:pt x="166" y="12"/>
                      <a:pt x="169" y="9"/>
                      <a:pt x="172" y="6"/>
                    </a:cubicBezTo>
                    <a:lnTo>
                      <a:pt x="176" y="2"/>
                    </a:lnTo>
                    <a:lnTo>
                      <a:pt x="176" y="2"/>
                    </a:lnTo>
                    <a:lnTo>
                      <a:pt x="177" y="1"/>
                    </a:lnTo>
                    <a:cubicBezTo>
                      <a:pt x="179" y="0"/>
                      <a:pt x="180" y="0"/>
                      <a:pt x="181" y="0"/>
                    </a:cubicBezTo>
                    <a:cubicBezTo>
                      <a:pt x="182" y="0"/>
                      <a:pt x="183" y="0"/>
                      <a:pt x="184" y="0"/>
                    </a:cubicBezTo>
                    <a:lnTo>
                      <a:pt x="184" y="0"/>
                    </a:lnTo>
                    <a:cubicBezTo>
                      <a:pt x="226" y="19"/>
                      <a:pt x="270" y="34"/>
                      <a:pt x="315" y="44"/>
                    </a:cubicBezTo>
                    <a:lnTo>
                      <a:pt x="315" y="44"/>
                    </a:lnTo>
                    <a:lnTo>
                      <a:pt x="386" y="59"/>
                    </a:lnTo>
                    <a:lnTo>
                      <a:pt x="386" y="59"/>
                    </a:lnTo>
                    <a:cubicBezTo>
                      <a:pt x="387" y="59"/>
                      <a:pt x="388" y="60"/>
                      <a:pt x="388" y="60"/>
                    </a:cubicBezTo>
                    <a:cubicBezTo>
                      <a:pt x="389" y="61"/>
                      <a:pt x="390" y="61"/>
                      <a:pt x="391" y="63"/>
                    </a:cubicBezTo>
                    <a:lnTo>
                      <a:pt x="391" y="63"/>
                    </a:lnTo>
                    <a:lnTo>
                      <a:pt x="391" y="63"/>
                    </a:lnTo>
                    <a:cubicBezTo>
                      <a:pt x="392" y="64"/>
                      <a:pt x="392" y="65"/>
                      <a:pt x="392" y="66"/>
                    </a:cubicBezTo>
                    <a:cubicBezTo>
                      <a:pt x="392" y="68"/>
                      <a:pt x="392" y="69"/>
                      <a:pt x="391" y="70"/>
                    </a:cubicBezTo>
                    <a:lnTo>
                      <a:pt x="366" y="115"/>
                    </a:lnTo>
                    <a:lnTo>
                      <a:pt x="601" y="245"/>
                    </a:lnTo>
                    <a:lnTo>
                      <a:pt x="601" y="245"/>
                    </a:lnTo>
                    <a:lnTo>
                      <a:pt x="601" y="245"/>
                    </a:lnTo>
                    <a:cubicBezTo>
                      <a:pt x="602" y="246"/>
                      <a:pt x="603" y="246"/>
                      <a:pt x="604" y="248"/>
                    </a:cubicBezTo>
                    <a:cubicBezTo>
                      <a:pt x="604" y="248"/>
                      <a:pt x="605" y="250"/>
                      <a:pt x="605" y="251"/>
                    </a:cubicBezTo>
                    <a:lnTo>
                      <a:pt x="605" y="251"/>
                    </a:lnTo>
                    <a:lnTo>
                      <a:pt x="605" y="251"/>
                    </a:lnTo>
                    <a:cubicBezTo>
                      <a:pt x="605" y="253"/>
                      <a:pt x="604" y="254"/>
                      <a:pt x="604" y="255"/>
                    </a:cubicBezTo>
                    <a:cubicBezTo>
                      <a:pt x="603" y="256"/>
                      <a:pt x="602" y="257"/>
                      <a:pt x="601" y="258"/>
                    </a:cubicBezTo>
                    <a:lnTo>
                      <a:pt x="531" y="303"/>
                    </a:lnTo>
                    <a:lnTo>
                      <a:pt x="530" y="304"/>
                    </a:lnTo>
                    <a:lnTo>
                      <a:pt x="530" y="304"/>
                    </a:lnTo>
                    <a:cubicBezTo>
                      <a:pt x="529" y="304"/>
                      <a:pt x="530" y="304"/>
                      <a:pt x="529" y="305"/>
                    </a:cubicBezTo>
                    <a:cubicBezTo>
                      <a:pt x="528" y="305"/>
                      <a:pt x="527" y="305"/>
                      <a:pt x="527" y="306"/>
                    </a:cubicBezTo>
                    <a:cubicBezTo>
                      <a:pt x="523" y="308"/>
                      <a:pt x="518" y="311"/>
                      <a:pt x="513" y="313"/>
                    </a:cubicBezTo>
                    <a:lnTo>
                      <a:pt x="512" y="314"/>
                    </a:lnTo>
                    <a:lnTo>
                      <a:pt x="512" y="314"/>
                    </a:lnTo>
                    <a:cubicBezTo>
                      <a:pt x="501" y="320"/>
                      <a:pt x="489" y="325"/>
                      <a:pt x="477" y="329"/>
                    </a:cubicBezTo>
                    <a:cubicBezTo>
                      <a:pt x="473" y="331"/>
                      <a:pt x="468" y="332"/>
                      <a:pt x="464" y="333"/>
                    </a:cubicBezTo>
                    <a:lnTo>
                      <a:pt x="464" y="333"/>
                    </a:lnTo>
                    <a:cubicBezTo>
                      <a:pt x="451" y="337"/>
                      <a:pt x="437" y="340"/>
                      <a:pt x="423" y="341"/>
                    </a:cubicBezTo>
                    <a:lnTo>
                      <a:pt x="423" y="341"/>
                    </a:lnTo>
                    <a:cubicBezTo>
                      <a:pt x="415" y="342"/>
                      <a:pt x="406" y="342"/>
                      <a:pt x="397" y="342"/>
                    </a:cubicBezTo>
                    <a:cubicBezTo>
                      <a:pt x="397" y="342"/>
                      <a:pt x="396" y="342"/>
                      <a:pt x="395" y="342"/>
                    </a:cubicBezTo>
                    <a:moveTo>
                      <a:pt x="328" y="317"/>
                    </a:moveTo>
                    <a:cubicBezTo>
                      <a:pt x="331" y="318"/>
                      <a:pt x="335" y="319"/>
                      <a:pt x="338" y="320"/>
                    </a:cubicBezTo>
                    <a:lnTo>
                      <a:pt x="338" y="320"/>
                    </a:lnTo>
                    <a:cubicBezTo>
                      <a:pt x="340" y="321"/>
                      <a:pt x="342" y="321"/>
                      <a:pt x="345" y="322"/>
                    </a:cubicBezTo>
                    <a:lnTo>
                      <a:pt x="354" y="324"/>
                    </a:lnTo>
                    <a:cubicBezTo>
                      <a:pt x="358" y="325"/>
                      <a:pt x="362" y="325"/>
                      <a:pt x="366" y="326"/>
                    </a:cubicBezTo>
                    <a:cubicBezTo>
                      <a:pt x="371" y="326"/>
                      <a:pt x="376" y="327"/>
                      <a:pt x="381" y="327"/>
                    </a:cubicBezTo>
                    <a:lnTo>
                      <a:pt x="381" y="327"/>
                    </a:lnTo>
                    <a:cubicBezTo>
                      <a:pt x="386" y="327"/>
                      <a:pt x="391" y="328"/>
                      <a:pt x="396" y="328"/>
                    </a:cubicBezTo>
                    <a:cubicBezTo>
                      <a:pt x="404" y="328"/>
                      <a:pt x="413" y="327"/>
                      <a:pt x="422" y="326"/>
                    </a:cubicBezTo>
                    <a:lnTo>
                      <a:pt x="422" y="326"/>
                    </a:lnTo>
                    <a:cubicBezTo>
                      <a:pt x="435" y="325"/>
                      <a:pt x="448" y="322"/>
                      <a:pt x="460" y="319"/>
                    </a:cubicBezTo>
                    <a:cubicBezTo>
                      <a:pt x="464" y="318"/>
                      <a:pt x="468" y="316"/>
                      <a:pt x="472" y="315"/>
                    </a:cubicBezTo>
                    <a:lnTo>
                      <a:pt x="472" y="315"/>
                    </a:lnTo>
                    <a:cubicBezTo>
                      <a:pt x="483" y="311"/>
                      <a:pt x="494" y="307"/>
                      <a:pt x="505" y="301"/>
                    </a:cubicBezTo>
                    <a:lnTo>
                      <a:pt x="505" y="301"/>
                    </a:lnTo>
                    <a:cubicBezTo>
                      <a:pt x="510" y="298"/>
                      <a:pt x="515" y="295"/>
                      <a:pt x="520" y="293"/>
                    </a:cubicBezTo>
                    <a:lnTo>
                      <a:pt x="522" y="291"/>
                    </a:lnTo>
                    <a:lnTo>
                      <a:pt x="523" y="290"/>
                    </a:lnTo>
                    <a:lnTo>
                      <a:pt x="583" y="252"/>
                    </a:lnTo>
                    <a:lnTo>
                      <a:pt x="353" y="124"/>
                    </a:lnTo>
                    <a:lnTo>
                      <a:pt x="353" y="124"/>
                    </a:lnTo>
                    <a:lnTo>
                      <a:pt x="353" y="124"/>
                    </a:lnTo>
                    <a:cubicBezTo>
                      <a:pt x="351" y="123"/>
                      <a:pt x="350" y="122"/>
                      <a:pt x="350" y="121"/>
                    </a:cubicBezTo>
                    <a:cubicBezTo>
                      <a:pt x="349" y="120"/>
                      <a:pt x="349" y="119"/>
                      <a:pt x="349" y="117"/>
                    </a:cubicBezTo>
                    <a:cubicBezTo>
                      <a:pt x="349" y="116"/>
                      <a:pt x="349" y="115"/>
                      <a:pt x="350" y="114"/>
                    </a:cubicBezTo>
                    <a:lnTo>
                      <a:pt x="373" y="71"/>
                    </a:lnTo>
                    <a:lnTo>
                      <a:pt x="311" y="58"/>
                    </a:lnTo>
                    <a:lnTo>
                      <a:pt x="311" y="58"/>
                    </a:lnTo>
                    <a:cubicBezTo>
                      <a:pt x="267" y="48"/>
                      <a:pt x="224" y="34"/>
                      <a:pt x="183" y="16"/>
                    </a:cubicBezTo>
                    <a:cubicBezTo>
                      <a:pt x="180" y="19"/>
                      <a:pt x="176" y="23"/>
                      <a:pt x="173" y="26"/>
                    </a:cubicBezTo>
                    <a:lnTo>
                      <a:pt x="173" y="26"/>
                    </a:lnTo>
                    <a:cubicBezTo>
                      <a:pt x="128" y="72"/>
                      <a:pt x="77" y="111"/>
                      <a:pt x="22" y="144"/>
                    </a:cubicBezTo>
                    <a:lnTo>
                      <a:pt x="278" y="295"/>
                    </a:lnTo>
                    <a:lnTo>
                      <a:pt x="279" y="296"/>
                    </a:lnTo>
                    <a:cubicBezTo>
                      <a:pt x="282" y="298"/>
                      <a:pt x="286" y="300"/>
                      <a:pt x="289" y="302"/>
                    </a:cubicBezTo>
                    <a:lnTo>
                      <a:pt x="289" y="302"/>
                    </a:lnTo>
                    <a:cubicBezTo>
                      <a:pt x="292" y="304"/>
                      <a:pt x="296" y="305"/>
                      <a:pt x="299" y="306"/>
                    </a:cubicBezTo>
                    <a:lnTo>
                      <a:pt x="299" y="306"/>
                    </a:lnTo>
                    <a:lnTo>
                      <a:pt x="299" y="306"/>
                    </a:lnTo>
                    <a:lnTo>
                      <a:pt x="300" y="307"/>
                    </a:lnTo>
                    <a:lnTo>
                      <a:pt x="300" y="307"/>
                    </a:lnTo>
                    <a:cubicBezTo>
                      <a:pt x="304" y="309"/>
                      <a:pt x="308" y="310"/>
                      <a:pt x="312" y="312"/>
                    </a:cubicBezTo>
                    <a:lnTo>
                      <a:pt x="312" y="312"/>
                    </a:lnTo>
                    <a:cubicBezTo>
                      <a:pt x="313" y="312"/>
                      <a:pt x="313" y="312"/>
                      <a:pt x="313" y="312"/>
                    </a:cubicBezTo>
                    <a:lnTo>
                      <a:pt x="313" y="312"/>
                    </a:lnTo>
                    <a:lnTo>
                      <a:pt x="313" y="312"/>
                    </a:lnTo>
                    <a:lnTo>
                      <a:pt x="313" y="312"/>
                    </a:lnTo>
                    <a:cubicBezTo>
                      <a:pt x="317" y="314"/>
                      <a:pt x="322" y="315"/>
                      <a:pt x="326" y="316"/>
                    </a:cubicBezTo>
                    <a:lnTo>
                      <a:pt x="326" y="324"/>
                    </a:lnTo>
                    <a:lnTo>
                      <a:pt x="328" y="31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30"/>
              <p:cNvSpPr/>
              <p:nvPr/>
            </p:nvSpPr>
            <p:spPr>
              <a:xfrm>
                <a:off x="876476" y="2836854"/>
                <a:ext cx="210074" cy="163914"/>
              </a:xfrm>
              <a:custGeom>
                <a:avLst/>
                <a:gdLst/>
                <a:ahLst/>
                <a:cxnLst/>
                <a:rect l="l" t="t" r="r" b="b"/>
                <a:pathLst>
                  <a:path w="537" h="419" extrusionOk="0">
                    <a:moveTo>
                      <a:pt x="315" y="418"/>
                    </a:moveTo>
                    <a:lnTo>
                      <a:pt x="315" y="418"/>
                    </a:lnTo>
                    <a:lnTo>
                      <a:pt x="315" y="418"/>
                    </a:lnTo>
                    <a:cubicBezTo>
                      <a:pt x="314" y="418"/>
                      <a:pt x="313" y="418"/>
                      <a:pt x="312" y="417"/>
                    </a:cubicBezTo>
                    <a:lnTo>
                      <a:pt x="92" y="295"/>
                    </a:lnTo>
                    <a:lnTo>
                      <a:pt x="60" y="353"/>
                    </a:lnTo>
                    <a:lnTo>
                      <a:pt x="60" y="353"/>
                    </a:lnTo>
                    <a:lnTo>
                      <a:pt x="60" y="354"/>
                    </a:lnTo>
                    <a:cubicBezTo>
                      <a:pt x="60" y="355"/>
                      <a:pt x="59" y="355"/>
                      <a:pt x="58" y="356"/>
                    </a:cubicBezTo>
                    <a:cubicBezTo>
                      <a:pt x="56" y="356"/>
                      <a:pt x="55" y="357"/>
                      <a:pt x="54" y="357"/>
                    </a:cubicBezTo>
                    <a:cubicBezTo>
                      <a:pt x="53" y="357"/>
                      <a:pt x="52" y="357"/>
                      <a:pt x="51" y="357"/>
                    </a:cubicBezTo>
                    <a:lnTo>
                      <a:pt x="8" y="339"/>
                    </a:lnTo>
                    <a:lnTo>
                      <a:pt x="8" y="339"/>
                    </a:lnTo>
                    <a:cubicBezTo>
                      <a:pt x="7" y="338"/>
                      <a:pt x="7" y="338"/>
                      <a:pt x="7" y="338"/>
                    </a:cubicBezTo>
                    <a:cubicBezTo>
                      <a:pt x="6" y="337"/>
                      <a:pt x="5" y="337"/>
                      <a:pt x="4" y="335"/>
                    </a:cubicBezTo>
                    <a:lnTo>
                      <a:pt x="4" y="335"/>
                    </a:lnTo>
                    <a:lnTo>
                      <a:pt x="1" y="328"/>
                    </a:lnTo>
                    <a:lnTo>
                      <a:pt x="1" y="328"/>
                    </a:lnTo>
                    <a:cubicBezTo>
                      <a:pt x="0" y="327"/>
                      <a:pt x="0" y="326"/>
                      <a:pt x="0" y="325"/>
                    </a:cubicBezTo>
                    <a:cubicBezTo>
                      <a:pt x="0" y="323"/>
                      <a:pt x="0" y="322"/>
                      <a:pt x="1" y="321"/>
                    </a:cubicBezTo>
                    <a:cubicBezTo>
                      <a:pt x="2" y="319"/>
                      <a:pt x="3" y="319"/>
                      <a:pt x="4" y="319"/>
                    </a:cubicBezTo>
                    <a:lnTo>
                      <a:pt x="441" y="35"/>
                    </a:lnTo>
                    <a:lnTo>
                      <a:pt x="441" y="35"/>
                    </a:lnTo>
                    <a:cubicBezTo>
                      <a:pt x="444" y="32"/>
                      <a:pt x="448" y="30"/>
                      <a:pt x="452" y="28"/>
                    </a:cubicBezTo>
                    <a:cubicBezTo>
                      <a:pt x="475" y="15"/>
                      <a:pt x="500" y="5"/>
                      <a:pt x="527" y="0"/>
                    </a:cubicBezTo>
                    <a:lnTo>
                      <a:pt x="527" y="0"/>
                    </a:lnTo>
                    <a:lnTo>
                      <a:pt x="528" y="0"/>
                    </a:lnTo>
                    <a:cubicBezTo>
                      <a:pt x="530" y="0"/>
                      <a:pt x="531" y="0"/>
                      <a:pt x="532" y="1"/>
                    </a:cubicBezTo>
                    <a:cubicBezTo>
                      <a:pt x="533" y="1"/>
                      <a:pt x="534" y="2"/>
                      <a:pt x="535" y="3"/>
                    </a:cubicBezTo>
                    <a:cubicBezTo>
                      <a:pt x="535" y="4"/>
                      <a:pt x="536" y="6"/>
                      <a:pt x="536" y="7"/>
                    </a:cubicBezTo>
                    <a:cubicBezTo>
                      <a:pt x="536" y="8"/>
                      <a:pt x="535" y="10"/>
                      <a:pt x="535" y="11"/>
                    </a:cubicBezTo>
                    <a:cubicBezTo>
                      <a:pt x="534" y="12"/>
                      <a:pt x="533" y="12"/>
                      <a:pt x="532" y="13"/>
                    </a:cubicBezTo>
                    <a:cubicBezTo>
                      <a:pt x="531" y="13"/>
                      <a:pt x="531" y="14"/>
                      <a:pt x="530" y="14"/>
                    </a:cubicBezTo>
                    <a:lnTo>
                      <a:pt x="530" y="14"/>
                    </a:lnTo>
                    <a:cubicBezTo>
                      <a:pt x="505" y="19"/>
                      <a:pt x="481" y="28"/>
                      <a:pt x="459" y="41"/>
                    </a:cubicBezTo>
                    <a:cubicBezTo>
                      <a:pt x="456" y="43"/>
                      <a:pt x="452" y="45"/>
                      <a:pt x="449" y="47"/>
                    </a:cubicBezTo>
                    <a:lnTo>
                      <a:pt x="92" y="279"/>
                    </a:lnTo>
                    <a:lnTo>
                      <a:pt x="92" y="279"/>
                    </a:lnTo>
                    <a:lnTo>
                      <a:pt x="93" y="279"/>
                    </a:lnTo>
                    <a:lnTo>
                      <a:pt x="93" y="279"/>
                    </a:lnTo>
                    <a:lnTo>
                      <a:pt x="308" y="399"/>
                    </a:lnTo>
                    <a:lnTo>
                      <a:pt x="308" y="340"/>
                    </a:lnTo>
                    <a:lnTo>
                      <a:pt x="308" y="340"/>
                    </a:lnTo>
                    <a:cubicBezTo>
                      <a:pt x="308" y="339"/>
                      <a:pt x="308" y="337"/>
                      <a:pt x="309" y="336"/>
                    </a:cubicBezTo>
                    <a:cubicBezTo>
                      <a:pt x="309" y="335"/>
                      <a:pt x="310" y="334"/>
                      <a:pt x="311" y="334"/>
                    </a:cubicBezTo>
                    <a:cubicBezTo>
                      <a:pt x="312" y="333"/>
                      <a:pt x="314" y="333"/>
                      <a:pt x="315" y="333"/>
                    </a:cubicBezTo>
                    <a:cubicBezTo>
                      <a:pt x="316" y="333"/>
                      <a:pt x="318" y="333"/>
                      <a:pt x="319" y="334"/>
                    </a:cubicBezTo>
                    <a:cubicBezTo>
                      <a:pt x="320" y="334"/>
                      <a:pt x="320" y="335"/>
                      <a:pt x="321" y="336"/>
                    </a:cubicBezTo>
                    <a:cubicBezTo>
                      <a:pt x="321" y="337"/>
                      <a:pt x="322" y="339"/>
                      <a:pt x="322" y="340"/>
                    </a:cubicBezTo>
                    <a:lnTo>
                      <a:pt x="322" y="340"/>
                    </a:lnTo>
                    <a:lnTo>
                      <a:pt x="322" y="411"/>
                    </a:lnTo>
                    <a:lnTo>
                      <a:pt x="322" y="411"/>
                    </a:lnTo>
                    <a:cubicBezTo>
                      <a:pt x="322" y="412"/>
                      <a:pt x="321" y="414"/>
                      <a:pt x="321" y="415"/>
                    </a:cubicBezTo>
                    <a:cubicBezTo>
                      <a:pt x="320" y="416"/>
                      <a:pt x="320" y="416"/>
                      <a:pt x="319" y="417"/>
                    </a:cubicBezTo>
                    <a:cubicBezTo>
                      <a:pt x="318" y="417"/>
                      <a:pt x="316" y="418"/>
                      <a:pt x="315" y="418"/>
                    </a:cubicBezTo>
                    <a:moveTo>
                      <a:pt x="18" y="327"/>
                    </a:moveTo>
                    <a:lnTo>
                      <a:pt x="51" y="341"/>
                    </a:lnTo>
                    <a:lnTo>
                      <a:pt x="81" y="286"/>
                    </a:lnTo>
                    <a:lnTo>
                      <a:pt x="18" y="32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0"/>
              <p:cNvSpPr/>
              <p:nvPr/>
            </p:nvSpPr>
            <p:spPr>
              <a:xfrm>
                <a:off x="764202" y="2930352"/>
                <a:ext cx="7042" cy="7042"/>
              </a:xfrm>
              <a:custGeom>
                <a:avLst/>
                <a:gdLst/>
                <a:ahLst/>
                <a:cxnLst/>
                <a:rect l="l" t="t" r="r" b="b"/>
                <a:pathLst>
                  <a:path w="18" h="18" extrusionOk="0">
                    <a:moveTo>
                      <a:pt x="10" y="17"/>
                    </a:moveTo>
                    <a:lnTo>
                      <a:pt x="10" y="17"/>
                    </a:lnTo>
                    <a:cubicBezTo>
                      <a:pt x="8" y="17"/>
                      <a:pt x="7" y="16"/>
                      <a:pt x="6" y="16"/>
                    </a:cubicBezTo>
                    <a:lnTo>
                      <a:pt x="6" y="16"/>
                    </a:lnTo>
                    <a:lnTo>
                      <a:pt x="3" y="14"/>
                    </a:lnTo>
                    <a:lnTo>
                      <a:pt x="3" y="14"/>
                    </a:lnTo>
                    <a:cubicBezTo>
                      <a:pt x="2" y="14"/>
                      <a:pt x="1" y="13"/>
                      <a:pt x="1" y="12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8"/>
                    </a:lnTo>
                    <a:lnTo>
                      <a:pt x="0" y="8"/>
                    </a:lnTo>
                    <a:cubicBezTo>
                      <a:pt x="0" y="6"/>
                      <a:pt x="0" y="5"/>
                      <a:pt x="1" y="4"/>
                    </a:cubicBezTo>
                    <a:cubicBezTo>
                      <a:pt x="1" y="3"/>
                      <a:pt x="1" y="1"/>
                      <a:pt x="3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10" y="1"/>
                      <a:pt x="11" y="1"/>
                    </a:cubicBezTo>
                    <a:cubicBezTo>
                      <a:pt x="11" y="1"/>
                      <a:pt x="11" y="2"/>
                      <a:pt x="12" y="2"/>
                    </a:cubicBezTo>
                    <a:lnTo>
                      <a:pt x="14" y="4"/>
                    </a:lnTo>
                    <a:lnTo>
                      <a:pt x="14" y="4"/>
                    </a:lnTo>
                    <a:cubicBezTo>
                      <a:pt x="15" y="4"/>
                      <a:pt x="15" y="5"/>
                      <a:pt x="16" y="6"/>
                    </a:cubicBezTo>
                    <a:cubicBezTo>
                      <a:pt x="17" y="7"/>
                      <a:pt x="17" y="7"/>
                      <a:pt x="17" y="9"/>
                    </a:cubicBezTo>
                    <a:cubicBezTo>
                      <a:pt x="17" y="10"/>
                      <a:pt x="17" y="12"/>
                      <a:pt x="16" y="13"/>
                    </a:cubicBezTo>
                    <a:cubicBezTo>
                      <a:pt x="15" y="14"/>
                      <a:pt x="14" y="15"/>
                      <a:pt x="13" y="16"/>
                    </a:cubicBezTo>
                    <a:cubicBezTo>
                      <a:pt x="12" y="16"/>
                      <a:pt x="11" y="17"/>
                      <a:pt x="10" y="17"/>
                    </a:cubicBezTo>
                    <a:close/>
                  </a:path>
                </a:pathLst>
              </a:custGeom>
              <a:solidFill>
                <a:srgbClr val="2020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0"/>
              <p:cNvSpPr/>
              <p:nvPr/>
            </p:nvSpPr>
            <p:spPr>
              <a:xfrm>
                <a:off x="1169486" y="2627170"/>
                <a:ext cx="32078" cy="31687"/>
              </a:xfrm>
              <a:custGeom>
                <a:avLst/>
                <a:gdLst/>
                <a:ahLst/>
                <a:cxnLst/>
                <a:rect l="l" t="t" r="r" b="b"/>
                <a:pathLst>
                  <a:path w="82" h="81" extrusionOk="0">
                    <a:moveTo>
                      <a:pt x="81" y="40"/>
                    </a:moveTo>
                    <a:cubicBezTo>
                      <a:pt x="81" y="47"/>
                      <a:pt x="78" y="54"/>
                      <a:pt x="75" y="60"/>
                    </a:cubicBezTo>
                    <a:cubicBezTo>
                      <a:pt x="71" y="66"/>
                      <a:pt x="67" y="71"/>
                      <a:pt x="61" y="75"/>
                    </a:cubicBezTo>
                    <a:cubicBezTo>
                      <a:pt x="54" y="78"/>
                      <a:pt x="47" y="80"/>
                      <a:pt x="40" y="80"/>
                    </a:cubicBezTo>
                    <a:cubicBezTo>
                      <a:pt x="32" y="80"/>
                      <a:pt x="26" y="78"/>
                      <a:pt x="20" y="75"/>
                    </a:cubicBezTo>
                    <a:cubicBezTo>
                      <a:pt x="14" y="71"/>
                      <a:pt x="9" y="66"/>
                      <a:pt x="6" y="60"/>
                    </a:cubicBezTo>
                    <a:cubicBezTo>
                      <a:pt x="2" y="54"/>
                      <a:pt x="0" y="47"/>
                      <a:pt x="0" y="40"/>
                    </a:cubicBezTo>
                    <a:cubicBezTo>
                      <a:pt x="0" y="33"/>
                      <a:pt x="2" y="26"/>
                      <a:pt x="6" y="20"/>
                    </a:cubicBezTo>
                    <a:cubicBezTo>
                      <a:pt x="9" y="14"/>
                      <a:pt x="14" y="8"/>
                      <a:pt x="20" y="5"/>
                    </a:cubicBezTo>
                    <a:cubicBezTo>
                      <a:pt x="26" y="1"/>
                      <a:pt x="33" y="0"/>
                      <a:pt x="40" y="0"/>
                    </a:cubicBezTo>
                    <a:cubicBezTo>
                      <a:pt x="48" y="0"/>
                      <a:pt x="54" y="1"/>
                      <a:pt x="61" y="5"/>
                    </a:cubicBezTo>
                    <a:cubicBezTo>
                      <a:pt x="67" y="8"/>
                      <a:pt x="72" y="14"/>
                      <a:pt x="75" y="20"/>
                    </a:cubicBezTo>
                    <a:cubicBezTo>
                      <a:pt x="79" y="26"/>
                      <a:pt x="81" y="33"/>
                      <a:pt x="81" y="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0"/>
              <p:cNvSpPr/>
              <p:nvPr/>
            </p:nvSpPr>
            <p:spPr>
              <a:xfrm>
                <a:off x="1086160" y="2627170"/>
                <a:ext cx="31687" cy="31687"/>
              </a:xfrm>
              <a:custGeom>
                <a:avLst/>
                <a:gdLst/>
                <a:ahLst/>
                <a:cxnLst/>
                <a:rect l="l" t="t" r="r" b="b"/>
                <a:pathLst>
                  <a:path w="81" h="81" extrusionOk="0">
                    <a:moveTo>
                      <a:pt x="80" y="40"/>
                    </a:moveTo>
                    <a:cubicBezTo>
                      <a:pt x="80" y="47"/>
                      <a:pt x="78" y="54"/>
                      <a:pt x="75" y="60"/>
                    </a:cubicBezTo>
                    <a:cubicBezTo>
                      <a:pt x="71" y="66"/>
                      <a:pt x="66" y="71"/>
                      <a:pt x="60" y="75"/>
                    </a:cubicBezTo>
                    <a:cubicBezTo>
                      <a:pt x="54" y="78"/>
                      <a:pt x="47" y="80"/>
                      <a:pt x="40" y="80"/>
                    </a:cubicBezTo>
                    <a:cubicBezTo>
                      <a:pt x="33" y="80"/>
                      <a:pt x="26" y="78"/>
                      <a:pt x="20" y="75"/>
                    </a:cubicBezTo>
                    <a:cubicBezTo>
                      <a:pt x="14" y="71"/>
                      <a:pt x="8" y="66"/>
                      <a:pt x="5" y="60"/>
                    </a:cubicBezTo>
                    <a:cubicBezTo>
                      <a:pt x="1" y="54"/>
                      <a:pt x="0" y="47"/>
                      <a:pt x="0" y="40"/>
                    </a:cubicBezTo>
                    <a:cubicBezTo>
                      <a:pt x="0" y="33"/>
                      <a:pt x="2" y="26"/>
                      <a:pt x="5" y="20"/>
                    </a:cubicBezTo>
                    <a:cubicBezTo>
                      <a:pt x="9" y="14"/>
                      <a:pt x="14" y="8"/>
                      <a:pt x="20" y="5"/>
                    </a:cubicBezTo>
                    <a:cubicBezTo>
                      <a:pt x="26" y="1"/>
                      <a:pt x="33" y="0"/>
                      <a:pt x="40" y="0"/>
                    </a:cubicBezTo>
                    <a:cubicBezTo>
                      <a:pt x="47" y="0"/>
                      <a:pt x="54" y="1"/>
                      <a:pt x="60" y="5"/>
                    </a:cubicBezTo>
                    <a:cubicBezTo>
                      <a:pt x="66" y="8"/>
                      <a:pt x="71" y="14"/>
                      <a:pt x="75" y="20"/>
                    </a:cubicBezTo>
                    <a:cubicBezTo>
                      <a:pt x="78" y="26"/>
                      <a:pt x="80" y="33"/>
                      <a:pt x="80" y="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0"/>
              <p:cNvSpPr/>
              <p:nvPr/>
            </p:nvSpPr>
            <p:spPr>
              <a:xfrm>
                <a:off x="1086160" y="2592744"/>
                <a:ext cx="40685" cy="25037"/>
              </a:xfrm>
              <a:custGeom>
                <a:avLst/>
                <a:gdLst/>
                <a:ahLst/>
                <a:cxnLst/>
                <a:rect l="l" t="t" r="r" b="b"/>
                <a:pathLst>
                  <a:path w="104" h="64" extrusionOk="0">
                    <a:moveTo>
                      <a:pt x="28" y="6"/>
                    </a:moveTo>
                    <a:cubicBezTo>
                      <a:pt x="40" y="5"/>
                      <a:pt x="56" y="4"/>
                      <a:pt x="66" y="2"/>
                    </a:cubicBezTo>
                    <a:cubicBezTo>
                      <a:pt x="80" y="0"/>
                      <a:pt x="96" y="6"/>
                      <a:pt x="100" y="22"/>
                    </a:cubicBezTo>
                    <a:cubicBezTo>
                      <a:pt x="103" y="35"/>
                      <a:pt x="96" y="54"/>
                      <a:pt x="80" y="56"/>
                    </a:cubicBezTo>
                    <a:cubicBezTo>
                      <a:pt x="63" y="59"/>
                      <a:pt x="46" y="61"/>
                      <a:pt x="28" y="62"/>
                    </a:cubicBezTo>
                    <a:cubicBezTo>
                      <a:pt x="14" y="63"/>
                      <a:pt x="0" y="49"/>
                      <a:pt x="0" y="34"/>
                    </a:cubicBezTo>
                    <a:lnTo>
                      <a:pt x="0" y="34"/>
                    </a:lnTo>
                    <a:cubicBezTo>
                      <a:pt x="1" y="30"/>
                      <a:pt x="2" y="25"/>
                      <a:pt x="4" y="21"/>
                    </a:cubicBezTo>
                    <a:cubicBezTo>
                      <a:pt x="7" y="16"/>
                      <a:pt x="10" y="13"/>
                      <a:pt x="15" y="10"/>
                    </a:cubicBezTo>
                    <a:cubicBezTo>
                      <a:pt x="19" y="8"/>
                      <a:pt x="24" y="6"/>
                      <a:pt x="2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0"/>
              <p:cNvSpPr/>
              <p:nvPr/>
            </p:nvSpPr>
            <p:spPr>
              <a:xfrm>
                <a:off x="1168703" y="2597047"/>
                <a:ext cx="41076" cy="2269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8" extrusionOk="0">
                    <a:moveTo>
                      <a:pt x="35" y="0"/>
                    </a:moveTo>
                    <a:cubicBezTo>
                      <a:pt x="47" y="1"/>
                      <a:pt x="62" y="1"/>
                      <a:pt x="72" y="1"/>
                    </a:cubicBezTo>
                    <a:cubicBezTo>
                      <a:pt x="86" y="2"/>
                      <a:pt x="102" y="10"/>
                      <a:pt x="103" y="26"/>
                    </a:cubicBezTo>
                    <a:cubicBezTo>
                      <a:pt x="104" y="39"/>
                      <a:pt x="94" y="57"/>
                      <a:pt x="78" y="57"/>
                    </a:cubicBezTo>
                    <a:cubicBezTo>
                      <a:pt x="61" y="57"/>
                      <a:pt x="43" y="56"/>
                      <a:pt x="26" y="55"/>
                    </a:cubicBezTo>
                    <a:cubicBezTo>
                      <a:pt x="11" y="54"/>
                      <a:pt x="0" y="37"/>
                      <a:pt x="3" y="23"/>
                    </a:cubicBezTo>
                    <a:lnTo>
                      <a:pt x="3" y="23"/>
                    </a:lnTo>
                    <a:cubicBezTo>
                      <a:pt x="3" y="20"/>
                      <a:pt x="4" y="17"/>
                      <a:pt x="6" y="14"/>
                    </a:cubicBezTo>
                    <a:cubicBezTo>
                      <a:pt x="9" y="10"/>
                      <a:pt x="12" y="5"/>
                      <a:pt x="17" y="3"/>
                    </a:cubicBezTo>
                    <a:cubicBezTo>
                      <a:pt x="21" y="0"/>
                      <a:pt x="26" y="0"/>
                      <a:pt x="31" y="0"/>
                    </a:cubicBezTo>
                    <a:cubicBezTo>
                      <a:pt x="32" y="0"/>
                      <a:pt x="33" y="0"/>
                      <a:pt x="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0"/>
              <p:cNvSpPr/>
              <p:nvPr/>
            </p:nvSpPr>
            <p:spPr>
              <a:xfrm>
                <a:off x="1117847" y="2634994"/>
                <a:ext cx="33252" cy="54768"/>
              </a:xfrm>
              <a:custGeom>
                <a:avLst/>
                <a:gdLst/>
                <a:ahLst/>
                <a:cxnLst/>
                <a:rect l="l" t="t" r="r" b="b"/>
                <a:pathLst>
                  <a:path w="85" h="140" extrusionOk="0">
                    <a:moveTo>
                      <a:pt x="76" y="139"/>
                    </a:moveTo>
                    <a:lnTo>
                      <a:pt x="76" y="139"/>
                    </a:lnTo>
                    <a:cubicBezTo>
                      <a:pt x="75" y="139"/>
                      <a:pt x="74" y="139"/>
                      <a:pt x="74" y="139"/>
                    </a:cubicBezTo>
                    <a:lnTo>
                      <a:pt x="5" y="114"/>
                    </a:lnTo>
                    <a:lnTo>
                      <a:pt x="5" y="114"/>
                    </a:lnTo>
                    <a:lnTo>
                      <a:pt x="4" y="114"/>
                    </a:lnTo>
                    <a:cubicBezTo>
                      <a:pt x="3" y="113"/>
                      <a:pt x="2" y="112"/>
                      <a:pt x="1" y="111"/>
                    </a:cubicBezTo>
                    <a:cubicBezTo>
                      <a:pt x="0" y="110"/>
                      <a:pt x="1" y="110"/>
                      <a:pt x="1" y="110"/>
                    </a:cubicBezTo>
                    <a:lnTo>
                      <a:pt x="1" y="110"/>
                    </a:lnTo>
                    <a:cubicBezTo>
                      <a:pt x="1" y="109"/>
                      <a:pt x="0" y="108"/>
                      <a:pt x="0" y="107"/>
                    </a:cubicBezTo>
                    <a:cubicBezTo>
                      <a:pt x="0" y="106"/>
                      <a:pt x="1" y="105"/>
                      <a:pt x="1" y="104"/>
                    </a:cubicBezTo>
                    <a:lnTo>
                      <a:pt x="53" y="4"/>
                    </a:lnTo>
                    <a:lnTo>
                      <a:pt x="53" y="4"/>
                    </a:lnTo>
                    <a:lnTo>
                      <a:pt x="53" y="4"/>
                    </a:lnTo>
                    <a:cubicBezTo>
                      <a:pt x="54" y="3"/>
                      <a:pt x="55" y="1"/>
                      <a:pt x="56" y="1"/>
                    </a:cubicBezTo>
                    <a:cubicBezTo>
                      <a:pt x="57" y="0"/>
                      <a:pt x="57" y="0"/>
                      <a:pt x="59" y="0"/>
                    </a:cubicBezTo>
                    <a:cubicBezTo>
                      <a:pt x="60" y="0"/>
                      <a:pt x="62" y="0"/>
                      <a:pt x="63" y="1"/>
                    </a:cubicBezTo>
                    <a:cubicBezTo>
                      <a:pt x="64" y="1"/>
                      <a:pt x="65" y="3"/>
                      <a:pt x="66" y="4"/>
                    </a:cubicBezTo>
                    <a:cubicBezTo>
                      <a:pt x="66" y="5"/>
                      <a:pt x="67" y="6"/>
                      <a:pt x="67" y="8"/>
                    </a:cubicBezTo>
                    <a:cubicBezTo>
                      <a:pt x="67" y="9"/>
                      <a:pt x="66" y="10"/>
                      <a:pt x="66" y="11"/>
                    </a:cubicBezTo>
                    <a:lnTo>
                      <a:pt x="18" y="103"/>
                    </a:lnTo>
                    <a:lnTo>
                      <a:pt x="79" y="125"/>
                    </a:lnTo>
                    <a:lnTo>
                      <a:pt x="79" y="125"/>
                    </a:lnTo>
                    <a:cubicBezTo>
                      <a:pt x="79" y="125"/>
                      <a:pt x="79" y="124"/>
                      <a:pt x="80" y="125"/>
                    </a:cubicBezTo>
                    <a:cubicBezTo>
                      <a:pt x="81" y="125"/>
                      <a:pt x="82" y="127"/>
                      <a:pt x="83" y="128"/>
                    </a:cubicBezTo>
                    <a:cubicBezTo>
                      <a:pt x="83" y="129"/>
                      <a:pt x="84" y="130"/>
                      <a:pt x="84" y="132"/>
                    </a:cubicBezTo>
                    <a:cubicBezTo>
                      <a:pt x="84" y="133"/>
                      <a:pt x="83" y="133"/>
                      <a:pt x="83" y="135"/>
                    </a:cubicBezTo>
                    <a:cubicBezTo>
                      <a:pt x="82" y="136"/>
                      <a:pt x="81" y="137"/>
                      <a:pt x="80" y="138"/>
                    </a:cubicBezTo>
                    <a:cubicBezTo>
                      <a:pt x="79" y="139"/>
                      <a:pt x="77" y="139"/>
                      <a:pt x="76" y="1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0"/>
              <p:cNvSpPr/>
              <p:nvPr/>
            </p:nvSpPr>
            <p:spPr>
              <a:xfrm>
                <a:off x="1137016" y="2689371"/>
                <a:ext cx="46162" cy="26993"/>
              </a:xfrm>
              <a:custGeom>
                <a:avLst/>
                <a:gdLst/>
                <a:ahLst/>
                <a:cxnLst/>
                <a:rect l="l" t="t" r="r" b="b"/>
                <a:pathLst>
                  <a:path w="118" h="69" extrusionOk="0">
                    <a:moveTo>
                      <a:pt x="25" y="68"/>
                    </a:moveTo>
                    <a:lnTo>
                      <a:pt x="25" y="68"/>
                    </a:lnTo>
                    <a:cubicBezTo>
                      <a:pt x="19" y="68"/>
                      <a:pt x="12" y="67"/>
                      <a:pt x="6" y="67"/>
                    </a:cubicBezTo>
                    <a:lnTo>
                      <a:pt x="6" y="67"/>
                    </a:lnTo>
                    <a:cubicBezTo>
                      <a:pt x="5" y="67"/>
                      <a:pt x="4" y="66"/>
                      <a:pt x="3" y="66"/>
                    </a:cubicBezTo>
                    <a:cubicBezTo>
                      <a:pt x="2" y="65"/>
                      <a:pt x="1" y="64"/>
                      <a:pt x="1" y="63"/>
                    </a:cubicBezTo>
                    <a:cubicBezTo>
                      <a:pt x="0" y="62"/>
                      <a:pt x="0" y="61"/>
                      <a:pt x="0" y="59"/>
                    </a:cubicBezTo>
                    <a:lnTo>
                      <a:pt x="0" y="59"/>
                    </a:lnTo>
                    <a:lnTo>
                      <a:pt x="0" y="59"/>
                    </a:lnTo>
                    <a:cubicBezTo>
                      <a:pt x="0" y="57"/>
                      <a:pt x="0" y="57"/>
                      <a:pt x="1" y="56"/>
                    </a:cubicBezTo>
                    <a:cubicBezTo>
                      <a:pt x="1" y="55"/>
                      <a:pt x="2" y="54"/>
                      <a:pt x="3" y="53"/>
                    </a:cubicBezTo>
                    <a:cubicBezTo>
                      <a:pt x="4" y="52"/>
                      <a:pt x="6" y="52"/>
                      <a:pt x="7" y="52"/>
                    </a:cubicBezTo>
                    <a:lnTo>
                      <a:pt x="8" y="52"/>
                    </a:lnTo>
                    <a:cubicBezTo>
                      <a:pt x="87" y="61"/>
                      <a:pt x="102" y="8"/>
                      <a:pt x="102" y="6"/>
                    </a:cubicBezTo>
                    <a:lnTo>
                      <a:pt x="102" y="6"/>
                    </a:lnTo>
                    <a:cubicBezTo>
                      <a:pt x="102" y="5"/>
                      <a:pt x="103" y="4"/>
                      <a:pt x="103" y="4"/>
                    </a:cubicBezTo>
                    <a:cubicBezTo>
                      <a:pt x="104" y="3"/>
                      <a:pt x="105" y="1"/>
                      <a:pt x="106" y="1"/>
                    </a:cubicBezTo>
                    <a:cubicBezTo>
                      <a:pt x="107" y="0"/>
                      <a:pt x="107" y="0"/>
                      <a:pt x="109" y="0"/>
                    </a:cubicBezTo>
                    <a:cubicBezTo>
                      <a:pt x="110" y="0"/>
                      <a:pt x="112" y="0"/>
                      <a:pt x="113" y="1"/>
                    </a:cubicBezTo>
                    <a:cubicBezTo>
                      <a:pt x="114" y="1"/>
                      <a:pt x="115" y="3"/>
                      <a:pt x="116" y="4"/>
                    </a:cubicBezTo>
                    <a:cubicBezTo>
                      <a:pt x="116" y="5"/>
                      <a:pt x="117" y="6"/>
                      <a:pt x="117" y="8"/>
                    </a:cubicBezTo>
                    <a:cubicBezTo>
                      <a:pt x="117" y="8"/>
                      <a:pt x="117" y="9"/>
                      <a:pt x="116" y="9"/>
                    </a:cubicBezTo>
                    <a:cubicBezTo>
                      <a:pt x="116" y="10"/>
                      <a:pt x="101" y="68"/>
                      <a:pt x="25" y="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0"/>
              <p:cNvSpPr/>
              <p:nvPr/>
            </p:nvSpPr>
            <p:spPr>
              <a:xfrm>
                <a:off x="1295452" y="2645556"/>
                <a:ext cx="32078" cy="55551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2" extrusionOk="0">
                    <a:moveTo>
                      <a:pt x="8" y="141"/>
                    </a:moveTo>
                    <a:lnTo>
                      <a:pt x="8" y="141"/>
                    </a:lnTo>
                    <a:lnTo>
                      <a:pt x="8" y="141"/>
                    </a:lnTo>
                    <a:cubicBezTo>
                      <a:pt x="6" y="141"/>
                      <a:pt x="5" y="140"/>
                      <a:pt x="4" y="140"/>
                    </a:cubicBezTo>
                    <a:cubicBezTo>
                      <a:pt x="3" y="139"/>
                      <a:pt x="1" y="139"/>
                      <a:pt x="1" y="138"/>
                    </a:cubicBezTo>
                    <a:cubicBezTo>
                      <a:pt x="0" y="137"/>
                      <a:pt x="0" y="135"/>
                      <a:pt x="0" y="134"/>
                    </a:cubicBezTo>
                    <a:lnTo>
                      <a:pt x="0" y="134"/>
                    </a:lnTo>
                    <a:cubicBezTo>
                      <a:pt x="3" y="56"/>
                      <a:pt x="66" y="4"/>
                      <a:pt x="69" y="2"/>
                    </a:cubicBezTo>
                    <a:lnTo>
                      <a:pt x="69" y="2"/>
                    </a:lnTo>
                    <a:lnTo>
                      <a:pt x="70" y="1"/>
                    </a:lnTo>
                    <a:cubicBezTo>
                      <a:pt x="71" y="1"/>
                      <a:pt x="72" y="0"/>
                      <a:pt x="74" y="0"/>
                    </a:cubicBezTo>
                    <a:cubicBezTo>
                      <a:pt x="75" y="0"/>
                      <a:pt x="75" y="0"/>
                      <a:pt x="77" y="1"/>
                    </a:cubicBezTo>
                    <a:cubicBezTo>
                      <a:pt x="78" y="1"/>
                      <a:pt x="79" y="3"/>
                      <a:pt x="80" y="4"/>
                    </a:cubicBezTo>
                    <a:cubicBezTo>
                      <a:pt x="81" y="5"/>
                      <a:pt x="81" y="6"/>
                      <a:pt x="81" y="8"/>
                    </a:cubicBezTo>
                    <a:cubicBezTo>
                      <a:pt x="81" y="9"/>
                      <a:pt x="81" y="9"/>
                      <a:pt x="80" y="11"/>
                    </a:cubicBezTo>
                    <a:cubicBezTo>
                      <a:pt x="79" y="12"/>
                      <a:pt x="79" y="13"/>
                      <a:pt x="78" y="13"/>
                    </a:cubicBezTo>
                    <a:cubicBezTo>
                      <a:pt x="78" y="14"/>
                      <a:pt x="18" y="63"/>
                      <a:pt x="15" y="134"/>
                    </a:cubicBezTo>
                    <a:lnTo>
                      <a:pt x="15" y="134"/>
                    </a:lnTo>
                    <a:cubicBezTo>
                      <a:pt x="15" y="135"/>
                      <a:pt x="15" y="136"/>
                      <a:pt x="14" y="138"/>
                    </a:cubicBezTo>
                    <a:cubicBezTo>
                      <a:pt x="13" y="139"/>
                      <a:pt x="13" y="139"/>
                      <a:pt x="11" y="140"/>
                    </a:cubicBezTo>
                    <a:cubicBezTo>
                      <a:pt x="10" y="140"/>
                      <a:pt x="9" y="141"/>
                      <a:pt x="8" y="1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0"/>
              <p:cNvSpPr/>
              <p:nvPr/>
            </p:nvSpPr>
            <p:spPr>
              <a:xfrm>
                <a:off x="1162835" y="3472558"/>
                <a:ext cx="59854" cy="460445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177" extrusionOk="0">
                    <a:moveTo>
                      <a:pt x="145" y="1176"/>
                    </a:moveTo>
                    <a:lnTo>
                      <a:pt x="145" y="1176"/>
                    </a:lnTo>
                    <a:lnTo>
                      <a:pt x="144" y="1176"/>
                    </a:lnTo>
                    <a:cubicBezTo>
                      <a:pt x="143" y="1176"/>
                      <a:pt x="142" y="1176"/>
                      <a:pt x="141" y="1175"/>
                    </a:cubicBezTo>
                    <a:cubicBezTo>
                      <a:pt x="140" y="1175"/>
                      <a:pt x="139" y="1174"/>
                      <a:pt x="138" y="1172"/>
                    </a:cubicBezTo>
                    <a:cubicBezTo>
                      <a:pt x="137" y="1171"/>
                      <a:pt x="137" y="1170"/>
                      <a:pt x="137" y="1169"/>
                    </a:cubicBezTo>
                    <a:lnTo>
                      <a:pt x="0" y="8"/>
                    </a:lnTo>
                    <a:lnTo>
                      <a:pt x="0" y="8"/>
                    </a:lnTo>
                    <a:lnTo>
                      <a:pt x="0" y="7"/>
                    </a:lnTo>
                    <a:cubicBezTo>
                      <a:pt x="0" y="6"/>
                      <a:pt x="0" y="6"/>
                      <a:pt x="1" y="4"/>
                    </a:cubicBezTo>
                    <a:cubicBezTo>
                      <a:pt x="1" y="3"/>
                      <a:pt x="1" y="3"/>
                      <a:pt x="3" y="1"/>
                    </a:cubicBezTo>
                    <a:cubicBezTo>
                      <a:pt x="4" y="0"/>
                      <a:pt x="6" y="0"/>
                      <a:pt x="7" y="0"/>
                    </a:cubicBezTo>
                    <a:cubicBezTo>
                      <a:pt x="8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4" y="4"/>
                    </a:cubicBezTo>
                    <a:cubicBezTo>
                      <a:pt x="14" y="5"/>
                      <a:pt x="14" y="5"/>
                      <a:pt x="14" y="6"/>
                    </a:cubicBezTo>
                    <a:lnTo>
                      <a:pt x="152" y="1168"/>
                    </a:lnTo>
                    <a:lnTo>
                      <a:pt x="152" y="1168"/>
                    </a:lnTo>
                    <a:lnTo>
                      <a:pt x="152" y="1168"/>
                    </a:lnTo>
                    <a:cubicBezTo>
                      <a:pt x="152" y="1170"/>
                      <a:pt x="151" y="1171"/>
                      <a:pt x="151" y="1172"/>
                    </a:cubicBezTo>
                    <a:cubicBezTo>
                      <a:pt x="150" y="1173"/>
                      <a:pt x="149" y="1175"/>
                      <a:pt x="148" y="1175"/>
                    </a:cubicBezTo>
                    <a:cubicBezTo>
                      <a:pt x="147" y="1176"/>
                      <a:pt x="146" y="1176"/>
                      <a:pt x="145" y="11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0"/>
              <p:cNvSpPr/>
              <p:nvPr/>
            </p:nvSpPr>
            <p:spPr>
              <a:xfrm>
                <a:off x="1408900" y="3445565"/>
                <a:ext cx="373596" cy="107306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743" extrusionOk="0">
                    <a:moveTo>
                      <a:pt x="947" y="2742"/>
                    </a:moveTo>
                    <a:lnTo>
                      <a:pt x="947" y="2742"/>
                    </a:lnTo>
                    <a:cubicBezTo>
                      <a:pt x="946" y="2742"/>
                      <a:pt x="944" y="2742"/>
                      <a:pt x="943" y="2741"/>
                    </a:cubicBezTo>
                    <a:cubicBezTo>
                      <a:pt x="942" y="2741"/>
                      <a:pt x="941" y="2740"/>
                      <a:pt x="940" y="2739"/>
                    </a:cubicBezTo>
                    <a:lnTo>
                      <a:pt x="940" y="2738"/>
                    </a:lnTo>
                    <a:lnTo>
                      <a:pt x="170" y="1278"/>
                    </a:lnTo>
                    <a:lnTo>
                      <a:pt x="170" y="1278"/>
                    </a:lnTo>
                    <a:cubicBezTo>
                      <a:pt x="169" y="1277"/>
                      <a:pt x="169" y="1277"/>
                      <a:pt x="169" y="1276"/>
                    </a:cubicBezTo>
                    <a:lnTo>
                      <a:pt x="0" y="8"/>
                    </a:lnTo>
                    <a:lnTo>
                      <a:pt x="0" y="8"/>
                    </a:lnTo>
                    <a:lnTo>
                      <a:pt x="0" y="7"/>
                    </a:lnTo>
                    <a:cubicBezTo>
                      <a:pt x="0" y="6"/>
                      <a:pt x="0" y="5"/>
                      <a:pt x="1" y="3"/>
                    </a:cubicBezTo>
                    <a:cubicBezTo>
                      <a:pt x="1" y="2"/>
                      <a:pt x="3" y="2"/>
                      <a:pt x="4" y="1"/>
                    </a:cubicBezTo>
                    <a:cubicBezTo>
                      <a:pt x="5" y="1"/>
                      <a:pt x="6" y="0"/>
                      <a:pt x="7" y="0"/>
                    </a:cubicBezTo>
                    <a:lnTo>
                      <a:pt x="7" y="0"/>
                    </a:lnTo>
                    <a:lnTo>
                      <a:pt x="8" y="0"/>
                    </a:lnTo>
                    <a:cubicBezTo>
                      <a:pt x="9" y="0"/>
                      <a:pt x="10" y="1"/>
                      <a:pt x="11" y="1"/>
                    </a:cubicBezTo>
                    <a:cubicBezTo>
                      <a:pt x="12" y="2"/>
                      <a:pt x="12" y="3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lnTo>
                      <a:pt x="183" y="1272"/>
                    </a:lnTo>
                    <a:lnTo>
                      <a:pt x="953" y="2732"/>
                    </a:lnTo>
                    <a:lnTo>
                      <a:pt x="953" y="2732"/>
                    </a:lnTo>
                    <a:cubicBezTo>
                      <a:pt x="954" y="2733"/>
                      <a:pt x="954" y="2734"/>
                      <a:pt x="954" y="2735"/>
                    </a:cubicBezTo>
                    <a:cubicBezTo>
                      <a:pt x="954" y="2736"/>
                      <a:pt x="953" y="2738"/>
                      <a:pt x="953" y="2739"/>
                    </a:cubicBezTo>
                    <a:cubicBezTo>
                      <a:pt x="952" y="2740"/>
                      <a:pt x="952" y="2741"/>
                      <a:pt x="951" y="2741"/>
                    </a:cubicBezTo>
                    <a:cubicBezTo>
                      <a:pt x="950" y="2741"/>
                      <a:pt x="950" y="2741"/>
                      <a:pt x="950" y="2742"/>
                    </a:cubicBezTo>
                    <a:lnTo>
                      <a:pt x="950" y="2742"/>
                    </a:lnTo>
                    <a:cubicBezTo>
                      <a:pt x="949" y="2742"/>
                      <a:pt x="948" y="2742"/>
                      <a:pt x="947" y="27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0"/>
              <p:cNvSpPr/>
              <p:nvPr/>
            </p:nvSpPr>
            <p:spPr>
              <a:xfrm>
                <a:off x="1370563" y="3456518"/>
                <a:ext cx="380638" cy="1078936"/>
              </a:xfrm>
              <a:custGeom>
                <a:avLst/>
                <a:gdLst/>
                <a:ahLst/>
                <a:cxnLst/>
                <a:rect l="l" t="t" r="r" b="b"/>
                <a:pathLst>
                  <a:path w="973" h="2758" extrusionOk="0">
                    <a:moveTo>
                      <a:pt x="964" y="2757"/>
                    </a:moveTo>
                    <a:lnTo>
                      <a:pt x="964" y="2757"/>
                    </a:lnTo>
                    <a:cubicBezTo>
                      <a:pt x="963" y="2757"/>
                      <a:pt x="962" y="2757"/>
                      <a:pt x="961" y="2756"/>
                    </a:cubicBezTo>
                    <a:cubicBezTo>
                      <a:pt x="960" y="2755"/>
                      <a:pt x="959" y="2755"/>
                      <a:pt x="958" y="2753"/>
                    </a:cubicBezTo>
                    <a:lnTo>
                      <a:pt x="958" y="2753"/>
                    </a:lnTo>
                    <a:lnTo>
                      <a:pt x="182" y="1272"/>
                    </a:lnTo>
                    <a:lnTo>
                      <a:pt x="182" y="1272"/>
                    </a:lnTo>
                    <a:cubicBezTo>
                      <a:pt x="182" y="1271"/>
                      <a:pt x="182" y="1271"/>
                      <a:pt x="182" y="1270"/>
                    </a:cubicBezTo>
                    <a:lnTo>
                      <a:pt x="0" y="9"/>
                    </a:lnTo>
                    <a:lnTo>
                      <a:pt x="0" y="9"/>
                    </a:lnTo>
                    <a:cubicBezTo>
                      <a:pt x="0" y="8"/>
                      <a:pt x="0" y="8"/>
                      <a:pt x="0" y="7"/>
                    </a:cubicBezTo>
                    <a:cubicBezTo>
                      <a:pt x="0" y="6"/>
                      <a:pt x="0" y="6"/>
                      <a:pt x="1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lnTo>
                      <a:pt x="6" y="0"/>
                    </a:ln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4" y="4"/>
                    </a:cubicBezTo>
                    <a:cubicBezTo>
                      <a:pt x="14" y="5"/>
                      <a:pt x="14" y="5"/>
                      <a:pt x="15" y="6"/>
                    </a:cubicBezTo>
                    <a:lnTo>
                      <a:pt x="196" y="1266"/>
                    </a:lnTo>
                    <a:lnTo>
                      <a:pt x="971" y="2746"/>
                    </a:lnTo>
                    <a:lnTo>
                      <a:pt x="971" y="2746"/>
                    </a:lnTo>
                    <a:cubicBezTo>
                      <a:pt x="972" y="2747"/>
                      <a:pt x="972" y="2748"/>
                      <a:pt x="972" y="2750"/>
                    </a:cubicBezTo>
                    <a:cubicBezTo>
                      <a:pt x="972" y="2751"/>
                      <a:pt x="971" y="2752"/>
                      <a:pt x="971" y="2753"/>
                    </a:cubicBezTo>
                    <a:cubicBezTo>
                      <a:pt x="970" y="2754"/>
                      <a:pt x="969" y="2755"/>
                      <a:pt x="968" y="2756"/>
                    </a:cubicBezTo>
                    <a:lnTo>
                      <a:pt x="968" y="2756"/>
                    </a:lnTo>
                    <a:lnTo>
                      <a:pt x="968" y="2756"/>
                    </a:lnTo>
                    <a:cubicBezTo>
                      <a:pt x="967" y="2757"/>
                      <a:pt x="966" y="2757"/>
                      <a:pt x="964" y="27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0"/>
              <p:cNvSpPr/>
              <p:nvPr/>
            </p:nvSpPr>
            <p:spPr>
              <a:xfrm>
                <a:off x="1404206" y="4684502"/>
                <a:ext cx="445968" cy="102104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1" extrusionOk="0">
                    <a:moveTo>
                      <a:pt x="465" y="260"/>
                    </a:moveTo>
                    <a:lnTo>
                      <a:pt x="7" y="260"/>
                    </a:lnTo>
                    <a:lnTo>
                      <a:pt x="7" y="260"/>
                    </a:lnTo>
                    <a:cubicBezTo>
                      <a:pt x="6" y="260"/>
                      <a:pt x="4" y="260"/>
                      <a:pt x="3" y="259"/>
                    </a:cubicBezTo>
                    <a:cubicBezTo>
                      <a:pt x="1" y="259"/>
                      <a:pt x="1" y="257"/>
                      <a:pt x="1" y="256"/>
                    </a:cubicBezTo>
                    <a:cubicBezTo>
                      <a:pt x="0" y="255"/>
                      <a:pt x="0" y="254"/>
                      <a:pt x="0" y="252"/>
                    </a:cubicBezTo>
                    <a:cubicBezTo>
                      <a:pt x="0" y="251"/>
                      <a:pt x="0" y="250"/>
                      <a:pt x="1" y="249"/>
                    </a:cubicBezTo>
                    <a:cubicBezTo>
                      <a:pt x="1" y="248"/>
                      <a:pt x="1" y="247"/>
                      <a:pt x="3" y="246"/>
                    </a:cubicBezTo>
                    <a:cubicBezTo>
                      <a:pt x="4" y="245"/>
                      <a:pt x="6" y="245"/>
                      <a:pt x="7" y="245"/>
                    </a:cubicBezTo>
                    <a:lnTo>
                      <a:pt x="464" y="245"/>
                    </a:lnTo>
                    <a:lnTo>
                      <a:pt x="1129" y="1"/>
                    </a:lnTo>
                    <a:lnTo>
                      <a:pt x="1129" y="1"/>
                    </a:lnTo>
                    <a:cubicBezTo>
                      <a:pt x="1130" y="1"/>
                      <a:pt x="1131" y="0"/>
                      <a:pt x="1132" y="0"/>
                    </a:cubicBezTo>
                    <a:cubicBezTo>
                      <a:pt x="1133" y="0"/>
                      <a:pt x="1134" y="1"/>
                      <a:pt x="1136" y="1"/>
                    </a:cubicBezTo>
                    <a:cubicBezTo>
                      <a:pt x="1137" y="2"/>
                      <a:pt x="1137" y="3"/>
                      <a:pt x="1138" y="4"/>
                    </a:cubicBezTo>
                    <a:cubicBezTo>
                      <a:pt x="1138" y="5"/>
                      <a:pt x="1139" y="7"/>
                      <a:pt x="1139" y="8"/>
                    </a:cubicBezTo>
                    <a:cubicBezTo>
                      <a:pt x="1139" y="10"/>
                      <a:pt x="1138" y="10"/>
                      <a:pt x="1138" y="11"/>
                    </a:cubicBezTo>
                    <a:cubicBezTo>
                      <a:pt x="1137" y="13"/>
                      <a:pt x="1137" y="14"/>
                      <a:pt x="1136" y="14"/>
                    </a:cubicBezTo>
                    <a:cubicBezTo>
                      <a:pt x="1135" y="15"/>
                      <a:pt x="1135" y="14"/>
                      <a:pt x="1134" y="15"/>
                    </a:cubicBezTo>
                    <a:lnTo>
                      <a:pt x="468" y="259"/>
                    </a:lnTo>
                    <a:lnTo>
                      <a:pt x="468" y="259"/>
                    </a:lnTo>
                    <a:cubicBezTo>
                      <a:pt x="467" y="260"/>
                      <a:pt x="466" y="260"/>
                      <a:pt x="465" y="2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0"/>
              <p:cNvSpPr/>
              <p:nvPr/>
            </p:nvSpPr>
            <p:spPr>
              <a:xfrm>
                <a:off x="655057" y="4781129"/>
                <a:ext cx="475699" cy="6259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6" extrusionOk="0">
                    <a:moveTo>
                      <a:pt x="1207" y="15"/>
                    </a:moveTo>
                    <a:lnTo>
                      <a:pt x="7" y="15"/>
                    </a:lnTo>
                    <a:lnTo>
                      <a:pt x="7" y="15"/>
                    </a:lnTo>
                    <a:cubicBezTo>
                      <a:pt x="6" y="15"/>
                      <a:pt x="5" y="15"/>
                      <a:pt x="3" y="14"/>
                    </a:cubicBezTo>
                    <a:cubicBezTo>
                      <a:pt x="1" y="14"/>
                      <a:pt x="1" y="12"/>
                      <a:pt x="1" y="11"/>
                    </a:cubicBezTo>
                    <a:cubicBezTo>
                      <a:pt x="0" y="10"/>
                      <a:pt x="0" y="9"/>
                      <a:pt x="0" y="7"/>
                    </a:cubicBezTo>
                    <a:cubicBezTo>
                      <a:pt x="0" y="6"/>
                      <a:pt x="0" y="6"/>
                      <a:pt x="1" y="4"/>
                    </a:cubicBezTo>
                    <a:cubicBezTo>
                      <a:pt x="1" y="3"/>
                      <a:pt x="1" y="2"/>
                      <a:pt x="3" y="1"/>
                    </a:cubicBezTo>
                    <a:cubicBezTo>
                      <a:pt x="4" y="0"/>
                      <a:pt x="6" y="0"/>
                      <a:pt x="7" y="0"/>
                    </a:cubicBezTo>
                    <a:lnTo>
                      <a:pt x="1207" y="0"/>
                    </a:lnTo>
                    <a:lnTo>
                      <a:pt x="1207" y="0"/>
                    </a:lnTo>
                    <a:cubicBezTo>
                      <a:pt x="1209" y="0"/>
                      <a:pt x="1210" y="0"/>
                      <a:pt x="1211" y="1"/>
                    </a:cubicBezTo>
                    <a:cubicBezTo>
                      <a:pt x="1212" y="2"/>
                      <a:pt x="1213" y="3"/>
                      <a:pt x="1214" y="4"/>
                    </a:cubicBezTo>
                    <a:cubicBezTo>
                      <a:pt x="1214" y="6"/>
                      <a:pt x="1215" y="6"/>
                      <a:pt x="1215" y="7"/>
                    </a:cubicBezTo>
                    <a:cubicBezTo>
                      <a:pt x="1215" y="9"/>
                      <a:pt x="1214" y="10"/>
                      <a:pt x="1214" y="11"/>
                    </a:cubicBezTo>
                    <a:cubicBezTo>
                      <a:pt x="1213" y="12"/>
                      <a:pt x="1212" y="14"/>
                      <a:pt x="1211" y="14"/>
                    </a:cubicBezTo>
                    <a:cubicBezTo>
                      <a:pt x="1210" y="15"/>
                      <a:pt x="1209" y="15"/>
                      <a:pt x="1207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0"/>
              <p:cNvSpPr/>
              <p:nvPr/>
            </p:nvSpPr>
            <p:spPr>
              <a:xfrm>
                <a:off x="714910" y="4583963"/>
                <a:ext cx="179170" cy="134182"/>
              </a:xfrm>
              <a:custGeom>
                <a:avLst/>
                <a:gdLst/>
                <a:ahLst/>
                <a:cxnLst/>
                <a:rect l="l" t="t" r="r" b="b"/>
                <a:pathLst>
                  <a:path w="458" h="343" extrusionOk="0">
                    <a:moveTo>
                      <a:pt x="112" y="342"/>
                    </a:moveTo>
                    <a:lnTo>
                      <a:pt x="112" y="342"/>
                    </a:lnTo>
                    <a:lnTo>
                      <a:pt x="112" y="342"/>
                    </a:lnTo>
                    <a:cubicBezTo>
                      <a:pt x="95" y="340"/>
                      <a:pt x="79" y="335"/>
                      <a:pt x="64" y="326"/>
                    </a:cubicBezTo>
                    <a:cubicBezTo>
                      <a:pt x="44" y="315"/>
                      <a:pt x="27" y="298"/>
                      <a:pt x="16" y="278"/>
                    </a:cubicBezTo>
                    <a:cubicBezTo>
                      <a:pt x="10" y="268"/>
                      <a:pt x="7" y="258"/>
                      <a:pt x="4" y="248"/>
                    </a:cubicBezTo>
                    <a:lnTo>
                      <a:pt x="4" y="248"/>
                    </a:lnTo>
                    <a:cubicBezTo>
                      <a:pt x="1" y="241"/>
                      <a:pt x="0" y="235"/>
                      <a:pt x="0" y="227"/>
                    </a:cubicBezTo>
                    <a:cubicBezTo>
                      <a:pt x="0" y="220"/>
                      <a:pt x="1" y="212"/>
                      <a:pt x="4" y="205"/>
                    </a:cubicBezTo>
                    <a:cubicBezTo>
                      <a:pt x="15" y="175"/>
                      <a:pt x="52" y="164"/>
                      <a:pt x="81" y="167"/>
                    </a:cubicBezTo>
                    <a:lnTo>
                      <a:pt x="81" y="167"/>
                    </a:lnTo>
                    <a:cubicBezTo>
                      <a:pt x="81" y="164"/>
                      <a:pt x="80" y="161"/>
                      <a:pt x="80" y="158"/>
                    </a:cubicBezTo>
                    <a:cubicBezTo>
                      <a:pt x="80" y="125"/>
                      <a:pt x="89" y="93"/>
                      <a:pt x="106" y="64"/>
                    </a:cubicBezTo>
                    <a:lnTo>
                      <a:pt x="106" y="64"/>
                    </a:lnTo>
                    <a:cubicBezTo>
                      <a:pt x="126" y="28"/>
                      <a:pt x="157" y="6"/>
                      <a:pt x="189" y="3"/>
                    </a:cubicBezTo>
                    <a:cubicBezTo>
                      <a:pt x="213" y="0"/>
                      <a:pt x="237" y="8"/>
                      <a:pt x="259" y="24"/>
                    </a:cubicBezTo>
                    <a:cubicBezTo>
                      <a:pt x="276" y="37"/>
                      <a:pt x="291" y="54"/>
                      <a:pt x="306" y="78"/>
                    </a:cubicBezTo>
                    <a:lnTo>
                      <a:pt x="306" y="78"/>
                    </a:lnTo>
                    <a:cubicBezTo>
                      <a:pt x="308" y="81"/>
                      <a:pt x="309" y="84"/>
                      <a:pt x="311" y="86"/>
                    </a:cubicBezTo>
                    <a:cubicBezTo>
                      <a:pt x="318" y="98"/>
                      <a:pt x="324" y="111"/>
                      <a:pt x="329" y="124"/>
                    </a:cubicBezTo>
                    <a:lnTo>
                      <a:pt x="329" y="124"/>
                    </a:lnTo>
                    <a:cubicBezTo>
                      <a:pt x="330" y="124"/>
                      <a:pt x="330" y="123"/>
                      <a:pt x="331" y="123"/>
                    </a:cubicBezTo>
                    <a:cubicBezTo>
                      <a:pt x="341" y="117"/>
                      <a:pt x="353" y="113"/>
                      <a:pt x="366" y="113"/>
                    </a:cubicBezTo>
                    <a:lnTo>
                      <a:pt x="366" y="113"/>
                    </a:lnTo>
                    <a:lnTo>
                      <a:pt x="366" y="113"/>
                    </a:lnTo>
                    <a:cubicBezTo>
                      <a:pt x="380" y="113"/>
                      <a:pt x="395" y="117"/>
                      <a:pt x="408" y="124"/>
                    </a:cubicBezTo>
                    <a:cubicBezTo>
                      <a:pt x="410" y="125"/>
                      <a:pt x="412" y="127"/>
                      <a:pt x="413" y="128"/>
                    </a:cubicBezTo>
                    <a:lnTo>
                      <a:pt x="413" y="128"/>
                    </a:lnTo>
                    <a:cubicBezTo>
                      <a:pt x="426" y="137"/>
                      <a:pt x="436" y="148"/>
                      <a:pt x="443" y="161"/>
                    </a:cubicBezTo>
                    <a:cubicBezTo>
                      <a:pt x="452" y="176"/>
                      <a:pt x="457" y="194"/>
                      <a:pt x="457" y="212"/>
                    </a:cubicBezTo>
                    <a:cubicBezTo>
                      <a:pt x="457" y="221"/>
                      <a:pt x="456" y="229"/>
                      <a:pt x="454" y="238"/>
                    </a:cubicBezTo>
                    <a:lnTo>
                      <a:pt x="454" y="238"/>
                    </a:lnTo>
                    <a:cubicBezTo>
                      <a:pt x="454" y="238"/>
                      <a:pt x="453" y="239"/>
                      <a:pt x="453" y="240"/>
                    </a:cubicBezTo>
                    <a:cubicBezTo>
                      <a:pt x="452" y="241"/>
                      <a:pt x="452" y="242"/>
                      <a:pt x="450" y="242"/>
                    </a:cubicBezTo>
                    <a:cubicBezTo>
                      <a:pt x="448" y="243"/>
                      <a:pt x="448" y="243"/>
                      <a:pt x="447" y="243"/>
                    </a:cubicBezTo>
                    <a:cubicBezTo>
                      <a:pt x="445" y="243"/>
                      <a:pt x="444" y="243"/>
                      <a:pt x="443" y="242"/>
                    </a:cubicBezTo>
                    <a:cubicBezTo>
                      <a:pt x="442" y="242"/>
                      <a:pt x="440" y="241"/>
                      <a:pt x="440" y="240"/>
                    </a:cubicBezTo>
                    <a:cubicBezTo>
                      <a:pt x="439" y="239"/>
                      <a:pt x="439" y="237"/>
                      <a:pt x="439" y="236"/>
                    </a:cubicBezTo>
                    <a:cubicBezTo>
                      <a:pt x="439" y="235"/>
                      <a:pt x="440" y="235"/>
                      <a:pt x="440" y="234"/>
                    </a:cubicBezTo>
                    <a:lnTo>
                      <a:pt x="440" y="234"/>
                    </a:lnTo>
                    <a:cubicBezTo>
                      <a:pt x="442" y="227"/>
                      <a:pt x="443" y="219"/>
                      <a:pt x="443" y="212"/>
                    </a:cubicBezTo>
                    <a:cubicBezTo>
                      <a:pt x="443" y="196"/>
                      <a:pt x="439" y="181"/>
                      <a:pt x="431" y="168"/>
                    </a:cubicBezTo>
                    <a:cubicBezTo>
                      <a:pt x="424" y="157"/>
                      <a:pt x="416" y="147"/>
                      <a:pt x="405" y="140"/>
                    </a:cubicBezTo>
                    <a:lnTo>
                      <a:pt x="405" y="140"/>
                    </a:lnTo>
                    <a:cubicBezTo>
                      <a:pt x="404" y="139"/>
                      <a:pt x="402" y="138"/>
                      <a:pt x="400" y="137"/>
                    </a:cubicBezTo>
                    <a:cubicBezTo>
                      <a:pt x="390" y="131"/>
                      <a:pt x="378" y="128"/>
                      <a:pt x="367" y="128"/>
                    </a:cubicBezTo>
                    <a:cubicBezTo>
                      <a:pt x="366" y="128"/>
                      <a:pt x="366" y="128"/>
                      <a:pt x="366" y="128"/>
                    </a:cubicBezTo>
                    <a:lnTo>
                      <a:pt x="366" y="128"/>
                    </a:lnTo>
                    <a:cubicBezTo>
                      <a:pt x="356" y="128"/>
                      <a:pt x="347" y="131"/>
                      <a:pt x="338" y="136"/>
                    </a:cubicBezTo>
                    <a:cubicBezTo>
                      <a:pt x="337" y="137"/>
                      <a:pt x="335" y="137"/>
                      <a:pt x="334" y="138"/>
                    </a:cubicBezTo>
                    <a:cubicBezTo>
                      <a:pt x="345" y="173"/>
                      <a:pt x="348" y="206"/>
                      <a:pt x="341" y="237"/>
                    </a:cubicBezTo>
                    <a:cubicBezTo>
                      <a:pt x="336" y="257"/>
                      <a:pt x="326" y="264"/>
                      <a:pt x="319" y="266"/>
                    </a:cubicBezTo>
                    <a:lnTo>
                      <a:pt x="319" y="266"/>
                    </a:lnTo>
                    <a:cubicBezTo>
                      <a:pt x="317" y="267"/>
                      <a:pt x="315" y="267"/>
                      <a:pt x="312" y="267"/>
                    </a:cubicBezTo>
                    <a:cubicBezTo>
                      <a:pt x="307" y="267"/>
                      <a:pt x="302" y="266"/>
                      <a:pt x="298" y="263"/>
                    </a:cubicBezTo>
                    <a:cubicBezTo>
                      <a:pt x="294" y="261"/>
                      <a:pt x="291" y="259"/>
                      <a:pt x="289" y="255"/>
                    </a:cubicBezTo>
                    <a:lnTo>
                      <a:pt x="289" y="255"/>
                    </a:lnTo>
                    <a:cubicBezTo>
                      <a:pt x="288" y="254"/>
                      <a:pt x="287" y="253"/>
                      <a:pt x="287" y="252"/>
                    </a:cubicBezTo>
                    <a:cubicBezTo>
                      <a:pt x="282" y="244"/>
                      <a:pt x="280" y="236"/>
                      <a:pt x="280" y="228"/>
                    </a:cubicBezTo>
                    <a:lnTo>
                      <a:pt x="280" y="228"/>
                    </a:lnTo>
                    <a:cubicBezTo>
                      <a:pt x="280" y="224"/>
                      <a:pt x="279" y="221"/>
                      <a:pt x="279" y="218"/>
                    </a:cubicBezTo>
                    <a:cubicBezTo>
                      <a:pt x="279" y="198"/>
                      <a:pt x="284" y="178"/>
                      <a:pt x="294" y="161"/>
                    </a:cubicBezTo>
                    <a:lnTo>
                      <a:pt x="294" y="161"/>
                    </a:lnTo>
                    <a:cubicBezTo>
                      <a:pt x="294" y="160"/>
                      <a:pt x="294" y="160"/>
                      <a:pt x="295" y="159"/>
                    </a:cubicBezTo>
                    <a:cubicBezTo>
                      <a:pt x="301" y="149"/>
                      <a:pt x="308" y="140"/>
                      <a:pt x="317" y="133"/>
                    </a:cubicBezTo>
                    <a:lnTo>
                      <a:pt x="317" y="133"/>
                    </a:lnTo>
                    <a:cubicBezTo>
                      <a:pt x="312" y="119"/>
                      <a:pt x="305" y="106"/>
                      <a:pt x="298" y="94"/>
                    </a:cubicBezTo>
                    <a:cubicBezTo>
                      <a:pt x="297" y="91"/>
                      <a:pt x="295" y="89"/>
                      <a:pt x="294" y="86"/>
                    </a:cubicBezTo>
                    <a:cubicBezTo>
                      <a:pt x="280" y="63"/>
                      <a:pt x="266" y="47"/>
                      <a:pt x="250" y="36"/>
                    </a:cubicBezTo>
                    <a:lnTo>
                      <a:pt x="250" y="36"/>
                    </a:lnTo>
                    <a:cubicBezTo>
                      <a:pt x="247" y="33"/>
                      <a:pt x="244" y="31"/>
                      <a:pt x="240" y="29"/>
                    </a:cubicBezTo>
                    <a:cubicBezTo>
                      <a:pt x="227" y="21"/>
                      <a:pt x="211" y="17"/>
                      <a:pt x="196" y="17"/>
                    </a:cubicBezTo>
                    <a:cubicBezTo>
                      <a:pt x="194" y="17"/>
                      <a:pt x="192" y="17"/>
                      <a:pt x="191" y="17"/>
                    </a:cubicBezTo>
                    <a:cubicBezTo>
                      <a:pt x="163" y="20"/>
                      <a:pt x="137" y="40"/>
                      <a:pt x="119" y="71"/>
                    </a:cubicBezTo>
                    <a:lnTo>
                      <a:pt x="119" y="71"/>
                    </a:lnTo>
                    <a:cubicBezTo>
                      <a:pt x="118" y="71"/>
                      <a:pt x="118" y="72"/>
                      <a:pt x="118" y="72"/>
                    </a:cubicBezTo>
                    <a:cubicBezTo>
                      <a:pt x="103" y="98"/>
                      <a:pt x="95" y="128"/>
                      <a:pt x="95" y="158"/>
                    </a:cubicBezTo>
                    <a:cubicBezTo>
                      <a:pt x="95" y="162"/>
                      <a:pt x="95" y="165"/>
                      <a:pt x="96" y="169"/>
                    </a:cubicBezTo>
                    <a:cubicBezTo>
                      <a:pt x="149" y="181"/>
                      <a:pt x="193" y="228"/>
                      <a:pt x="200" y="282"/>
                    </a:cubicBezTo>
                    <a:lnTo>
                      <a:pt x="200" y="282"/>
                    </a:lnTo>
                    <a:cubicBezTo>
                      <a:pt x="201" y="284"/>
                      <a:pt x="201" y="286"/>
                      <a:pt x="201" y="288"/>
                    </a:cubicBezTo>
                    <a:cubicBezTo>
                      <a:pt x="201" y="293"/>
                      <a:pt x="200" y="298"/>
                      <a:pt x="197" y="302"/>
                    </a:cubicBezTo>
                    <a:lnTo>
                      <a:pt x="197" y="303"/>
                    </a:lnTo>
                    <a:cubicBezTo>
                      <a:pt x="188" y="315"/>
                      <a:pt x="171" y="312"/>
                      <a:pt x="158" y="303"/>
                    </a:cubicBezTo>
                    <a:lnTo>
                      <a:pt x="158" y="303"/>
                    </a:lnTo>
                    <a:cubicBezTo>
                      <a:pt x="136" y="288"/>
                      <a:pt x="116" y="268"/>
                      <a:pt x="104" y="246"/>
                    </a:cubicBezTo>
                    <a:cubicBezTo>
                      <a:pt x="94" y="229"/>
                      <a:pt x="88" y="212"/>
                      <a:pt x="84" y="194"/>
                    </a:cubicBezTo>
                    <a:cubicBezTo>
                      <a:pt x="83" y="190"/>
                      <a:pt x="83" y="186"/>
                      <a:pt x="82" y="182"/>
                    </a:cubicBezTo>
                    <a:lnTo>
                      <a:pt x="80" y="182"/>
                    </a:lnTo>
                    <a:cubicBezTo>
                      <a:pt x="56" y="179"/>
                      <a:pt x="26" y="187"/>
                      <a:pt x="18" y="210"/>
                    </a:cubicBezTo>
                    <a:lnTo>
                      <a:pt x="18" y="210"/>
                    </a:lnTo>
                    <a:cubicBezTo>
                      <a:pt x="16" y="216"/>
                      <a:pt x="15" y="221"/>
                      <a:pt x="15" y="227"/>
                    </a:cubicBezTo>
                    <a:cubicBezTo>
                      <a:pt x="15" y="233"/>
                      <a:pt x="16" y="239"/>
                      <a:pt x="18" y="244"/>
                    </a:cubicBezTo>
                    <a:lnTo>
                      <a:pt x="18" y="244"/>
                    </a:lnTo>
                    <a:cubicBezTo>
                      <a:pt x="20" y="253"/>
                      <a:pt x="24" y="262"/>
                      <a:pt x="29" y="271"/>
                    </a:cubicBezTo>
                    <a:cubicBezTo>
                      <a:pt x="39" y="288"/>
                      <a:pt x="54" y="303"/>
                      <a:pt x="71" y="313"/>
                    </a:cubicBezTo>
                    <a:cubicBezTo>
                      <a:pt x="84" y="320"/>
                      <a:pt x="98" y="325"/>
                      <a:pt x="113" y="327"/>
                    </a:cubicBezTo>
                    <a:lnTo>
                      <a:pt x="113" y="327"/>
                    </a:lnTo>
                    <a:cubicBezTo>
                      <a:pt x="114" y="327"/>
                      <a:pt x="115" y="328"/>
                      <a:pt x="116" y="328"/>
                    </a:cubicBezTo>
                    <a:cubicBezTo>
                      <a:pt x="117" y="329"/>
                      <a:pt x="118" y="330"/>
                      <a:pt x="119" y="331"/>
                    </a:cubicBezTo>
                    <a:cubicBezTo>
                      <a:pt x="119" y="332"/>
                      <a:pt x="120" y="333"/>
                      <a:pt x="120" y="334"/>
                    </a:cubicBezTo>
                    <a:cubicBezTo>
                      <a:pt x="120" y="336"/>
                      <a:pt x="119" y="337"/>
                      <a:pt x="119" y="338"/>
                    </a:cubicBezTo>
                    <a:cubicBezTo>
                      <a:pt x="118" y="339"/>
                      <a:pt x="117" y="341"/>
                      <a:pt x="116" y="341"/>
                    </a:cubicBezTo>
                    <a:cubicBezTo>
                      <a:pt x="115" y="342"/>
                      <a:pt x="114" y="342"/>
                      <a:pt x="112" y="342"/>
                    </a:cubicBezTo>
                    <a:moveTo>
                      <a:pt x="98" y="185"/>
                    </a:moveTo>
                    <a:cubicBezTo>
                      <a:pt x="98" y="187"/>
                      <a:pt x="98" y="189"/>
                      <a:pt x="99" y="191"/>
                    </a:cubicBezTo>
                    <a:lnTo>
                      <a:pt x="99" y="191"/>
                    </a:lnTo>
                    <a:cubicBezTo>
                      <a:pt x="102" y="207"/>
                      <a:pt x="108" y="223"/>
                      <a:pt x="117" y="238"/>
                    </a:cubicBezTo>
                    <a:cubicBezTo>
                      <a:pt x="129" y="259"/>
                      <a:pt x="146" y="277"/>
                      <a:pt x="166" y="290"/>
                    </a:cubicBezTo>
                    <a:cubicBezTo>
                      <a:pt x="172" y="295"/>
                      <a:pt x="182" y="298"/>
                      <a:pt x="185" y="294"/>
                    </a:cubicBezTo>
                    <a:lnTo>
                      <a:pt x="185" y="294"/>
                    </a:lnTo>
                    <a:cubicBezTo>
                      <a:pt x="186" y="292"/>
                      <a:pt x="187" y="290"/>
                      <a:pt x="187" y="287"/>
                    </a:cubicBezTo>
                    <a:cubicBezTo>
                      <a:pt x="187" y="286"/>
                      <a:pt x="186" y="285"/>
                      <a:pt x="186" y="283"/>
                    </a:cubicBezTo>
                    <a:cubicBezTo>
                      <a:pt x="180" y="237"/>
                      <a:pt x="143" y="197"/>
                      <a:pt x="98" y="185"/>
                    </a:cubicBezTo>
                    <a:moveTo>
                      <a:pt x="322" y="148"/>
                    </a:moveTo>
                    <a:lnTo>
                      <a:pt x="322" y="148"/>
                    </a:lnTo>
                    <a:cubicBezTo>
                      <a:pt x="317" y="154"/>
                      <a:pt x="312" y="160"/>
                      <a:pt x="308" y="167"/>
                    </a:cubicBezTo>
                    <a:cubicBezTo>
                      <a:pt x="308" y="167"/>
                      <a:pt x="307" y="167"/>
                      <a:pt x="307" y="168"/>
                    </a:cubicBezTo>
                    <a:lnTo>
                      <a:pt x="307" y="168"/>
                    </a:lnTo>
                    <a:cubicBezTo>
                      <a:pt x="299" y="183"/>
                      <a:pt x="294" y="200"/>
                      <a:pt x="294" y="218"/>
                    </a:cubicBezTo>
                    <a:cubicBezTo>
                      <a:pt x="294" y="221"/>
                      <a:pt x="294" y="223"/>
                      <a:pt x="295" y="226"/>
                    </a:cubicBezTo>
                    <a:lnTo>
                      <a:pt x="295" y="226"/>
                    </a:lnTo>
                    <a:cubicBezTo>
                      <a:pt x="295" y="233"/>
                      <a:pt x="296" y="239"/>
                      <a:pt x="300" y="244"/>
                    </a:cubicBezTo>
                    <a:cubicBezTo>
                      <a:pt x="300" y="245"/>
                      <a:pt x="300" y="246"/>
                      <a:pt x="301" y="246"/>
                    </a:cubicBezTo>
                    <a:lnTo>
                      <a:pt x="301" y="246"/>
                    </a:lnTo>
                    <a:cubicBezTo>
                      <a:pt x="302" y="248"/>
                      <a:pt x="304" y="249"/>
                      <a:pt x="306" y="251"/>
                    </a:cubicBezTo>
                    <a:cubicBezTo>
                      <a:pt x="308" y="253"/>
                      <a:pt x="310" y="252"/>
                      <a:pt x="313" y="252"/>
                    </a:cubicBezTo>
                    <a:cubicBezTo>
                      <a:pt x="313" y="252"/>
                      <a:pt x="314" y="252"/>
                      <a:pt x="315" y="252"/>
                    </a:cubicBezTo>
                    <a:cubicBezTo>
                      <a:pt x="322" y="250"/>
                      <a:pt x="325" y="241"/>
                      <a:pt x="327" y="233"/>
                    </a:cubicBezTo>
                    <a:lnTo>
                      <a:pt x="327" y="233"/>
                    </a:lnTo>
                    <a:cubicBezTo>
                      <a:pt x="329" y="222"/>
                      <a:pt x="330" y="211"/>
                      <a:pt x="330" y="200"/>
                    </a:cubicBezTo>
                    <a:cubicBezTo>
                      <a:pt x="330" y="182"/>
                      <a:pt x="328" y="165"/>
                      <a:pt x="322" y="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0"/>
              <p:cNvSpPr/>
              <p:nvPr/>
            </p:nvSpPr>
            <p:spPr>
              <a:xfrm>
                <a:off x="1428852" y="4598829"/>
                <a:ext cx="174475" cy="140442"/>
              </a:xfrm>
              <a:custGeom>
                <a:avLst/>
                <a:gdLst/>
                <a:ahLst/>
                <a:cxnLst/>
                <a:rect l="l" t="t" r="r" b="b"/>
                <a:pathLst>
                  <a:path w="446" h="359" extrusionOk="0">
                    <a:moveTo>
                      <a:pt x="124" y="358"/>
                    </a:moveTo>
                    <a:lnTo>
                      <a:pt x="124" y="358"/>
                    </a:lnTo>
                    <a:cubicBezTo>
                      <a:pt x="102" y="358"/>
                      <a:pt x="79" y="352"/>
                      <a:pt x="60" y="340"/>
                    </a:cubicBezTo>
                    <a:cubicBezTo>
                      <a:pt x="40" y="329"/>
                      <a:pt x="24" y="313"/>
                      <a:pt x="13" y="294"/>
                    </a:cubicBezTo>
                    <a:cubicBezTo>
                      <a:pt x="4" y="279"/>
                      <a:pt x="0" y="265"/>
                      <a:pt x="2" y="252"/>
                    </a:cubicBezTo>
                    <a:cubicBezTo>
                      <a:pt x="5" y="220"/>
                      <a:pt x="38" y="200"/>
                      <a:pt x="66" y="195"/>
                    </a:cubicBezTo>
                    <a:lnTo>
                      <a:pt x="66" y="195"/>
                    </a:lnTo>
                    <a:cubicBezTo>
                      <a:pt x="61" y="177"/>
                      <a:pt x="58" y="158"/>
                      <a:pt x="58" y="139"/>
                    </a:cubicBezTo>
                    <a:cubicBezTo>
                      <a:pt x="58" y="122"/>
                      <a:pt x="60" y="106"/>
                      <a:pt x="64" y="90"/>
                    </a:cubicBezTo>
                    <a:cubicBezTo>
                      <a:pt x="75" y="50"/>
                      <a:pt x="99" y="20"/>
                      <a:pt x="129" y="9"/>
                    </a:cubicBezTo>
                    <a:cubicBezTo>
                      <a:pt x="151" y="0"/>
                      <a:pt x="177" y="1"/>
                      <a:pt x="202" y="12"/>
                    </a:cubicBezTo>
                    <a:cubicBezTo>
                      <a:pt x="222" y="19"/>
                      <a:pt x="241" y="32"/>
                      <a:pt x="262" y="52"/>
                    </a:cubicBezTo>
                    <a:lnTo>
                      <a:pt x="262" y="52"/>
                    </a:lnTo>
                    <a:cubicBezTo>
                      <a:pt x="274" y="64"/>
                      <a:pt x="285" y="77"/>
                      <a:pt x="296" y="90"/>
                    </a:cubicBezTo>
                    <a:lnTo>
                      <a:pt x="296" y="90"/>
                    </a:lnTo>
                    <a:cubicBezTo>
                      <a:pt x="301" y="85"/>
                      <a:pt x="306" y="81"/>
                      <a:pt x="312" y="77"/>
                    </a:cubicBezTo>
                    <a:cubicBezTo>
                      <a:pt x="317" y="74"/>
                      <a:pt x="323" y="72"/>
                      <a:pt x="328" y="70"/>
                    </a:cubicBezTo>
                    <a:lnTo>
                      <a:pt x="328" y="70"/>
                    </a:lnTo>
                    <a:cubicBezTo>
                      <a:pt x="335" y="68"/>
                      <a:pt x="342" y="67"/>
                      <a:pt x="350" y="67"/>
                    </a:cubicBezTo>
                    <a:cubicBezTo>
                      <a:pt x="359" y="67"/>
                      <a:pt x="369" y="69"/>
                      <a:pt x="378" y="72"/>
                    </a:cubicBezTo>
                    <a:lnTo>
                      <a:pt x="378" y="72"/>
                    </a:lnTo>
                    <a:cubicBezTo>
                      <a:pt x="384" y="74"/>
                      <a:pt x="389" y="77"/>
                      <a:pt x="394" y="80"/>
                    </a:cubicBezTo>
                    <a:cubicBezTo>
                      <a:pt x="410" y="89"/>
                      <a:pt x="423" y="102"/>
                      <a:pt x="432" y="118"/>
                    </a:cubicBezTo>
                    <a:cubicBezTo>
                      <a:pt x="441" y="133"/>
                      <a:pt x="445" y="150"/>
                      <a:pt x="445" y="168"/>
                    </a:cubicBezTo>
                    <a:lnTo>
                      <a:pt x="445" y="168"/>
                    </a:lnTo>
                    <a:lnTo>
                      <a:pt x="445" y="168"/>
                    </a:lnTo>
                    <a:cubicBezTo>
                      <a:pt x="445" y="170"/>
                      <a:pt x="444" y="171"/>
                      <a:pt x="444" y="172"/>
                    </a:cubicBezTo>
                    <a:cubicBezTo>
                      <a:pt x="443" y="173"/>
                      <a:pt x="443" y="175"/>
                      <a:pt x="442" y="175"/>
                    </a:cubicBezTo>
                    <a:cubicBezTo>
                      <a:pt x="441" y="176"/>
                      <a:pt x="439" y="176"/>
                      <a:pt x="438" y="176"/>
                    </a:cubicBezTo>
                    <a:lnTo>
                      <a:pt x="438" y="176"/>
                    </a:lnTo>
                    <a:lnTo>
                      <a:pt x="438" y="176"/>
                    </a:lnTo>
                    <a:cubicBezTo>
                      <a:pt x="437" y="176"/>
                      <a:pt x="436" y="176"/>
                      <a:pt x="434" y="175"/>
                    </a:cubicBezTo>
                    <a:cubicBezTo>
                      <a:pt x="433" y="175"/>
                      <a:pt x="432" y="173"/>
                      <a:pt x="432" y="172"/>
                    </a:cubicBezTo>
                    <a:cubicBezTo>
                      <a:pt x="431" y="171"/>
                      <a:pt x="431" y="169"/>
                      <a:pt x="431" y="168"/>
                    </a:cubicBezTo>
                    <a:lnTo>
                      <a:pt x="431" y="168"/>
                    </a:lnTo>
                    <a:lnTo>
                      <a:pt x="431" y="168"/>
                    </a:lnTo>
                    <a:cubicBezTo>
                      <a:pt x="431" y="153"/>
                      <a:pt x="427" y="138"/>
                      <a:pt x="419" y="125"/>
                    </a:cubicBezTo>
                    <a:cubicBezTo>
                      <a:pt x="411" y="111"/>
                      <a:pt x="400" y="101"/>
                      <a:pt x="387" y="93"/>
                    </a:cubicBezTo>
                    <a:cubicBezTo>
                      <a:pt x="383" y="91"/>
                      <a:pt x="378" y="88"/>
                      <a:pt x="373" y="86"/>
                    </a:cubicBezTo>
                    <a:lnTo>
                      <a:pt x="373" y="86"/>
                    </a:lnTo>
                    <a:cubicBezTo>
                      <a:pt x="366" y="84"/>
                      <a:pt x="358" y="82"/>
                      <a:pt x="350" y="82"/>
                    </a:cubicBezTo>
                    <a:cubicBezTo>
                      <a:pt x="344" y="82"/>
                      <a:pt x="338" y="83"/>
                      <a:pt x="332" y="84"/>
                    </a:cubicBezTo>
                    <a:lnTo>
                      <a:pt x="332" y="84"/>
                    </a:lnTo>
                    <a:cubicBezTo>
                      <a:pt x="328" y="86"/>
                      <a:pt x="324" y="88"/>
                      <a:pt x="320" y="90"/>
                    </a:cubicBezTo>
                    <a:cubicBezTo>
                      <a:pt x="314" y="93"/>
                      <a:pt x="309" y="98"/>
                      <a:pt x="304" y="103"/>
                    </a:cubicBezTo>
                    <a:cubicBezTo>
                      <a:pt x="324" y="133"/>
                      <a:pt x="335" y="165"/>
                      <a:pt x="336" y="196"/>
                    </a:cubicBezTo>
                    <a:cubicBezTo>
                      <a:pt x="337" y="213"/>
                      <a:pt x="332" y="224"/>
                      <a:pt x="322" y="230"/>
                    </a:cubicBezTo>
                    <a:lnTo>
                      <a:pt x="322" y="230"/>
                    </a:lnTo>
                    <a:cubicBezTo>
                      <a:pt x="318" y="233"/>
                      <a:pt x="313" y="234"/>
                      <a:pt x="309" y="234"/>
                    </a:cubicBezTo>
                    <a:cubicBezTo>
                      <a:pt x="304" y="234"/>
                      <a:pt x="299" y="233"/>
                      <a:pt x="294" y="230"/>
                    </a:cubicBezTo>
                    <a:cubicBezTo>
                      <a:pt x="293" y="229"/>
                      <a:pt x="292" y="228"/>
                      <a:pt x="290" y="227"/>
                    </a:cubicBezTo>
                    <a:lnTo>
                      <a:pt x="290" y="227"/>
                    </a:lnTo>
                    <a:cubicBezTo>
                      <a:pt x="286" y="223"/>
                      <a:pt x="282" y="219"/>
                      <a:pt x="279" y="214"/>
                    </a:cubicBezTo>
                    <a:cubicBezTo>
                      <a:pt x="277" y="210"/>
                      <a:pt x="276" y="207"/>
                      <a:pt x="275" y="203"/>
                    </a:cubicBezTo>
                    <a:lnTo>
                      <a:pt x="275" y="203"/>
                    </a:lnTo>
                    <a:cubicBezTo>
                      <a:pt x="270" y="190"/>
                      <a:pt x="268" y="177"/>
                      <a:pt x="268" y="163"/>
                    </a:cubicBezTo>
                    <a:cubicBezTo>
                      <a:pt x="268" y="154"/>
                      <a:pt x="269" y="144"/>
                      <a:pt x="271" y="135"/>
                    </a:cubicBezTo>
                    <a:lnTo>
                      <a:pt x="271" y="135"/>
                    </a:lnTo>
                    <a:cubicBezTo>
                      <a:pt x="273" y="126"/>
                      <a:pt x="277" y="117"/>
                      <a:pt x="282" y="108"/>
                    </a:cubicBezTo>
                    <a:cubicBezTo>
                      <a:pt x="283" y="106"/>
                      <a:pt x="285" y="104"/>
                      <a:pt x="286" y="102"/>
                    </a:cubicBezTo>
                    <a:lnTo>
                      <a:pt x="286" y="102"/>
                    </a:lnTo>
                    <a:cubicBezTo>
                      <a:pt x="276" y="88"/>
                      <a:pt x="264" y="75"/>
                      <a:pt x="252" y="63"/>
                    </a:cubicBezTo>
                    <a:cubicBezTo>
                      <a:pt x="232" y="44"/>
                      <a:pt x="215" y="32"/>
                      <a:pt x="197" y="25"/>
                    </a:cubicBezTo>
                    <a:cubicBezTo>
                      <a:pt x="175" y="16"/>
                      <a:pt x="153" y="15"/>
                      <a:pt x="134" y="22"/>
                    </a:cubicBezTo>
                    <a:cubicBezTo>
                      <a:pt x="109" y="32"/>
                      <a:pt x="88" y="58"/>
                      <a:pt x="78" y="93"/>
                    </a:cubicBezTo>
                    <a:lnTo>
                      <a:pt x="78" y="93"/>
                    </a:lnTo>
                    <a:cubicBezTo>
                      <a:pt x="74" y="108"/>
                      <a:pt x="72" y="123"/>
                      <a:pt x="72" y="139"/>
                    </a:cubicBezTo>
                    <a:cubicBezTo>
                      <a:pt x="72" y="157"/>
                      <a:pt x="75" y="176"/>
                      <a:pt x="81" y="194"/>
                    </a:cubicBezTo>
                    <a:cubicBezTo>
                      <a:pt x="136" y="192"/>
                      <a:pt x="191" y="225"/>
                      <a:pt x="211" y="276"/>
                    </a:cubicBezTo>
                    <a:lnTo>
                      <a:pt x="211" y="276"/>
                    </a:lnTo>
                    <a:cubicBezTo>
                      <a:pt x="214" y="279"/>
                      <a:pt x="215" y="284"/>
                      <a:pt x="215" y="288"/>
                    </a:cubicBezTo>
                    <a:cubicBezTo>
                      <a:pt x="215" y="291"/>
                      <a:pt x="214" y="294"/>
                      <a:pt x="213" y="297"/>
                    </a:cubicBezTo>
                    <a:cubicBezTo>
                      <a:pt x="208" y="311"/>
                      <a:pt x="190" y="312"/>
                      <a:pt x="175" y="307"/>
                    </a:cubicBezTo>
                    <a:lnTo>
                      <a:pt x="175" y="307"/>
                    </a:lnTo>
                    <a:cubicBezTo>
                      <a:pt x="165" y="303"/>
                      <a:pt x="155" y="299"/>
                      <a:pt x="145" y="293"/>
                    </a:cubicBezTo>
                    <a:cubicBezTo>
                      <a:pt x="119" y="278"/>
                      <a:pt x="97" y="256"/>
                      <a:pt x="82" y="230"/>
                    </a:cubicBezTo>
                    <a:cubicBezTo>
                      <a:pt x="80" y="226"/>
                      <a:pt x="78" y="223"/>
                      <a:pt x="77" y="220"/>
                    </a:cubicBezTo>
                    <a:cubicBezTo>
                      <a:pt x="75" y="217"/>
                      <a:pt x="73" y="213"/>
                      <a:pt x="72" y="209"/>
                    </a:cubicBezTo>
                    <a:lnTo>
                      <a:pt x="69" y="210"/>
                    </a:lnTo>
                    <a:cubicBezTo>
                      <a:pt x="45" y="214"/>
                      <a:pt x="19" y="229"/>
                      <a:pt x="16" y="253"/>
                    </a:cubicBezTo>
                    <a:lnTo>
                      <a:pt x="16" y="253"/>
                    </a:lnTo>
                    <a:cubicBezTo>
                      <a:pt x="16" y="254"/>
                      <a:pt x="16" y="255"/>
                      <a:pt x="16" y="256"/>
                    </a:cubicBezTo>
                    <a:cubicBezTo>
                      <a:pt x="16" y="266"/>
                      <a:pt x="19" y="275"/>
                      <a:pt x="24" y="284"/>
                    </a:cubicBezTo>
                    <a:cubicBezTo>
                      <a:pt x="24" y="285"/>
                      <a:pt x="25" y="285"/>
                      <a:pt x="25" y="286"/>
                    </a:cubicBezTo>
                    <a:lnTo>
                      <a:pt x="25" y="286"/>
                    </a:lnTo>
                    <a:cubicBezTo>
                      <a:pt x="35" y="303"/>
                      <a:pt x="50" y="317"/>
                      <a:pt x="67" y="327"/>
                    </a:cubicBezTo>
                    <a:cubicBezTo>
                      <a:pt x="85" y="337"/>
                      <a:pt x="104" y="343"/>
                      <a:pt x="125" y="343"/>
                    </a:cubicBezTo>
                    <a:cubicBezTo>
                      <a:pt x="130" y="343"/>
                      <a:pt x="134" y="343"/>
                      <a:pt x="139" y="342"/>
                    </a:cubicBezTo>
                    <a:lnTo>
                      <a:pt x="139" y="342"/>
                    </a:lnTo>
                    <a:lnTo>
                      <a:pt x="140" y="342"/>
                    </a:lnTo>
                    <a:cubicBezTo>
                      <a:pt x="141" y="342"/>
                      <a:pt x="143" y="342"/>
                      <a:pt x="144" y="343"/>
                    </a:cubicBezTo>
                    <a:cubicBezTo>
                      <a:pt x="145" y="344"/>
                      <a:pt x="146" y="344"/>
                      <a:pt x="147" y="346"/>
                    </a:cubicBezTo>
                    <a:cubicBezTo>
                      <a:pt x="147" y="346"/>
                      <a:pt x="147" y="347"/>
                      <a:pt x="147" y="348"/>
                    </a:cubicBezTo>
                    <a:lnTo>
                      <a:pt x="147" y="348"/>
                    </a:lnTo>
                    <a:cubicBezTo>
                      <a:pt x="148" y="349"/>
                      <a:pt x="148" y="349"/>
                      <a:pt x="148" y="349"/>
                    </a:cubicBezTo>
                    <a:cubicBezTo>
                      <a:pt x="148" y="351"/>
                      <a:pt x="147" y="352"/>
                      <a:pt x="147" y="353"/>
                    </a:cubicBezTo>
                    <a:cubicBezTo>
                      <a:pt x="146" y="354"/>
                      <a:pt x="145" y="356"/>
                      <a:pt x="144" y="356"/>
                    </a:cubicBezTo>
                    <a:cubicBezTo>
                      <a:pt x="143" y="357"/>
                      <a:pt x="142" y="357"/>
                      <a:pt x="141" y="357"/>
                    </a:cubicBezTo>
                    <a:lnTo>
                      <a:pt x="141" y="357"/>
                    </a:lnTo>
                    <a:cubicBezTo>
                      <a:pt x="136" y="358"/>
                      <a:pt x="130" y="358"/>
                      <a:pt x="124" y="358"/>
                    </a:cubicBezTo>
                    <a:moveTo>
                      <a:pt x="87" y="209"/>
                    </a:moveTo>
                    <a:cubicBezTo>
                      <a:pt x="88" y="210"/>
                      <a:pt x="89" y="212"/>
                      <a:pt x="90" y="214"/>
                    </a:cubicBezTo>
                    <a:lnTo>
                      <a:pt x="90" y="214"/>
                    </a:lnTo>
                    <a:cubicBezTo>
                      <a:pt x="91" y="217"/>
                      <a:pt x="92" y="220"/>
                      <a:pt x="94" y="223"/>
                    </a:cubicBezTo>
                    <a:cubicBezTo>
                      <a:pt x="107" y="247"/>
                      <a:pt x="128" y="267"/>
                      <a:pt x="152" y="281"/>
                    </a:cubicBezTo>
                    <a:cubicBezTo>
                      <a:pt x="161" y="286"/>
                      <a:pt x="170" y="290"/>
                      <a:pt x="180" y="293"/>
                    </a:cubicBezTo>
                    <a:cubicBezTo>
                      <a:pt x="187" y="296"/>
                      <a:pt x="198" y="297"/>
                      <a:pt x="200" y="292"/>
                    </a:cubicBezTo>
                    <a:lnTo>
                      <a:pt x="200" y="292"/>
                    </a:lnTo>
                    <a:cubicBezTo>
                      <a:pt x="200" y="291"/>
                      <a:pt x="200" y="290"/>
                      <a:pt x="200" y="289"/>
                    </a:cubicBezTo>
                    <a:cubicBezTo>
                      <a:pt x="200" y="287"/>
                      <a:pt x="199" y="284"/>
                      <a:pt x="198" y="282"/>
                    </a:cubicBezTo>
                    <a:cubicBezTo>
                      <a:pt x="180" y="238"/>
                      <a:pt x="134" y="209"/>
                      <a:pt x="87" y="209"/>
                    </a:cubicBezTo>
                    <a:moveTo>
                      <a:pt x="295" y="116"/>
                    </a:moveTo>
                    <a:lnTo>
                      <a:pt x="295" y="116"/>
                    </a:lnTo>
                    <a:cubicBezTo>
                      <a:pt x="294" y="116"/>
                      <a:pt x="294" y="116"/>
                      <a:pt x="294" y="116"/>
                    </a:cubicBezTo>
                    <a:cubicBezTo>
                      <a:pt x="290" y="123"/>
                      <a:pt x="287" y="131"/>
                      <a:pt x="285" y="139"/>
                    </a:cubicBezTo>
                    <a:lnTo>
                      <a:pt x="285" y="139"/>
                    </a:lnTo>
                    <a:cubicBezTo>
                      <a:pt x="283" y="147"/>
                      <a:pt x="282" y="155"/>
                      <a:pt x="282" y="164"/>
                    </a:cubicBezTo>
                    <a:cubicBezTo>
                      <a:pt x="282" y="175"/>
                      <a:pt x="284" y="187"/>
                      <a:pt x="288" y="198"/>
                    </a:cubicBezTo>
                    <a:lnTo>
                      <a:pt x="288" y="198"/>
                    </a:lnTo>
                    <a:cubicBezTo>
                      <a:pt x="289" y="201"/>
                      <a:pt x="290" y="204"/>
                      <a:pt x="292" y="207"/>
                    </a:cubicBezTo>
                    <a:cubicBezTo>
                      <a:pt x="294" y="210"/>
                      <a:pt x="296" y="213"/>
                      <a:pt x="299" y="216"/>
                    </a:cubicBezTo>
                    <a:lnTo>
                      <a:pt x="299" y="216"/>
                    </a:lnTo>
                    <a:cubicBezTo>
                      <a:pt x="300" y="217"/>
                      <a:pt x="300" y="218"/>
                      <a:pt x="301" y="218"/>
                    </a:cubicBezTo>
                    <a:cubicBezTo>
                      <a:pt x="303" y="220"/>
                      <a:pt x="306" y="220"/>
                      <a:pt x="308" y="220"/>
                    </a:cubicBezTo>
                    <a:cubicBezTo>
                      <a:pt x="311" y="220"/>
                      <a:pt x="313" y="219"/>
                      <a:pt x="314" y="218"/>
                    </a:cubicBezTo>
                    <a:cubicBezTo>
                      <a:pt x="320" y="215"/>
                      <a:pt x="321" y="205"/>
                      <a:pt x="321" y="197"/>
                    </a:cubicBezTo>
                    <a:lnTo>
                      <a:pt x="321" y="197"/>
                    </a:lnTo>
                    <a:cubicBezTo>
                      <a:pt x="320" y="170"/>
                      <a:pt x="312" y="145"/>
                      <a:pt x="299" y="122"/>
                    </a:cubicBezTo>
                    <a:cubicBezTo>
                      <a:pt x="297" y="120"/>
                      <a:pt x="296" y="118"/>
                      <a:pt x="295" y="1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0"/>
              <p:cNvSpPr/>
              <p:nvPr/>
            </p:nvSpPr>
            <p:spPr>
              <a:xfrm>
                <a:off x="1752766" y="4566750"/>
                <a:ext cx="53986" cy="154916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96" extrusionOk="0">
                    <a:moveTo>
                      <a:pt x="26" y="395"/>
                    </a:moveTo>
                    <a:lnTo>
                      <a:pt x="26" y="395"/>
                    </a:lnTo>
                    <a:cubicBezTo>
                      <a:pt x="25" y="395"/>
                      <a:pt x="23" y="395"/>
                      <a:pt x="22" y="394"/>
                    </a:cubicBezTo>
                    <a:cubicBezTo>
                      <a:pt x="21" y="394"/>
                      <a:pt x="20" y="392"/>
                      <a:pt x="20" y="391"/>
                    </a:cubicBezTo>
                    <a:cubicBezTo>
                      <a:pt x="19" y="390"/>
                      <a:pt x="19" y="389"/>
                      <a:pt x="19" y="388"/>
                    </a:cubicBezTo>
                    <a:cubicBezTo>
                      <a:pt x="0" y="107"/>
                      <a:pt x="120" y="5"/>
                      <a:pt x="125" y="1"/>
                    </a:cubicBezTo>
                    <a:lnTo>
                      <a:pt x="125" y="1"/>
                    </a:lnTo>
                    <a:lnTo>
                      <a:pt x="126" y="1"/>
                    </a:lnTo>
                    <a:cubicBezTo>
                      <a:pt x="127" y="0"/>
                      <a:pt x="128" y="0"/>
                      <a:pt x="130" y="0"/>
                    </a:cubicBezTo>
                    <a:cubicBezTo>
                      <a:pt x="131" y="0"/>
                      <a:pt x="131" y="1"/>
                      <a:pt x="133" y="1"/>
                    </a:cubicBezTo>
                    <a:cubicBezTo>
                      <a:pt x="134" y="2"/>
                      <a:pt x="135" y="2"/>
                      <a:pt x="136" y="3"/>
                    </a:cubicBezTo>
                    <a:cubicBezTo>
                      <a:pt x="137" y="4"/>
                      <a:pt x="137" y="6"/>
                      <a:pt x="137" y="7"/>
                    </a:cubicBezTo>
                    <a:cubicBezTo>
                      <a:pt x="137" y="8"/>
                      <a:pt x="137" y="9"/>
                      <a:pt x="136" y="11"/>
                    </a:cubicBezTo>
                    <a:cubicBezTo>
                      <a:pt x="136" y="11"/>
                      <a:pt x="135" y="12"/>
                      <a:pt x="134" y="13"/>
                    </a:cubicBezTo>
                    <a:cubicBezTo>
                      <a:pt x="133" y="14"/>
                      <a:pt x="15" y="114"/>
                      <a:pt x="33" y="387"/>
                    </a:cubicBezTo>
                    <a:lnTo>
                      <a:pt x="33" y="387"/>
                    </a:lnTo>
                    <a:lnTo>
                      <a:pt x="33" y="387"/>
                    </a:lnTo>
                    <a:cubicBezTo>
                      <a:pt x="33" y="389"/>
                      <a:pt x="32" y="390"/>
                      <a:pt x="32" y="391"/>
                    </a:cubicBezTo>
                    <a:cubicBezTo>
                      <a:pt x="31" y="392"/>
                      <a:pt x="31" y="394"/>
                      <a:pt x="30" y="394"/>
                    </a:cubicBezTo>
                    <a:cubicBezTo>
                      <a:pt x="29" y="395"/>
                      <a:pt x="28" y="395"/>
                      <a:pt x="27" y="395"/>
                    </a:cubicBezTo>
                    <a:lnTo>
                      <a:pt x="26" y="3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0"/>
              <p:cNvSpPr/>
              <p:nvPr/>
            </p:nvSpPr>
            <p:spPr>
              <a:xfrm>
                <a:off x="1018873" y="4654771"/>
                <a:ext cx="111883" cy="132618"/>
              </a:xfrm>
              <a:custGeom>
                <a:avLst/>
                <a:gdLst/>
                <a:ahLst/>
                <a:cxnLst/>
                <a:rect l="l" t="t" r="r" b="b"/>
                <a:pathLst>
                  <a:path w="286" h="339" extrusionOk="0">
                    <a:moveTo>
                      <a:pt x="8" y="338"/>
                    </a:moveTo>
                    <a:lnTo>
                      <a:pt x="7" y="338"/>
                    </a:lnTo>
                    <a:lnTo>
                      <a:pt x="7" y="338"/>
                    </a:lnTo>
                    <a:cubicBezTo>
                      <a:pt x="6" y="337"/>
                      <a:pt x="5" y="338"/>
                      <a:pt x="4" y="337"/>
                    </a:cubicBezTo>
                    <a:cubicBezTo>
                      <a:pt x="3" y="336"/>
                      <a:pt x="1" y="335"/>
                      <a:pt x="1" y="334"/>
                    </a:cubicBezTo>
                    <a:cubicBezTo>
                      <a:pt x="0" y="333"/>
                      <a:pt x="0" y="332"/>
                      <a:pt x="0" y="330"/>
                    </a:cubicBezTo>
                    <a:cubicBezTo>
                      <a:pt x="0" y="330"/>
                      <a:pt x="1" y="330"/>
                      <a:pt x="1" y="329"/>
                    </a:cubicBezTo>
                    <a:cubicBezTo>
                      <a:pt x="45" y="31"/>
                      <a:pt x="274" y="0"/>
                      <a:pt x="277" y="0"/>
                    </a:cubicBezTo>
                    <a:lnTo>
                      <a:pt x="277" y="0"/>
                    </a:lnTo>
                    <a:lnTo>
                      <a:pt x="278" y="0"/>
                    </a:lnTo>
                    <a:cubicBezTo>
                      <a:pt x="279" y="0"/>
                      <a:pt x="279" y="0"/>
                      <a:pt x="281" y="1"/>
                    </a:cubicBezTo>
                    <a:cubicBezTo>
                      <a:pt x="282" y="2"/>
                      <a:pt x="283" y="3"/>
                      <a:pt x="284" y="4"/>
                    </a:cubicBezTo>
                    <a:cubicBezTo>
                      <a:pt x="284" y="6"/>
                      <a:pt x="285" y="6"/>
                      <a:pt x="285" y="7"/>
                    </a:cubicBezTo>
                    <a:cubicBezTo>
                      <a:pt x="285" y="9"/>
                      <a:pt x="284" y="10"/>
                      <a:pt x="284" y="11"/>
                    </a:cubicBezTo>
                    <a:cubicBezTo>
                      <a:pt x="283" y="12"/>
                      <a:pt x="283" y="13"/>
                      <a:pt x="281" y="14"/>
                    </a:cubicBezTo>
                    <a:cubicBezTo>
                      <a:pt x="280" y="14"/>
                      <a:pt x="279" y="14"/>
                      <a:pt x="278" y="15"/>
                    </a:cubicBezTo>
                    <a:cubicBezTo>
                      <a:pt x="269" y="16"/>
                      <a:pt x="57" y="44"/>
                      <a:pt x="15" y="331"/>
                    </a:cubicBezTo>
                    <a:lnTo>
                      <a:pt x="15" y="331"/>
                    </a:lnTo>
                    <a:cubicBezTo>
                      <a:pt x="15" y="332"/>
                      <a:pt x="15" y="333"/>
                      <a:pt x="14" y="334"/>
                    </a:cubicBezTo>
                    <a:cubicBezTo>
                      <a:pt x="13" y="335"/>
                      <a:pt x="12" y="337"/>
                      <a:pt x="11" y="337"/>
                    </a:cubicBezTo>
                    <a:cubicBezTo>
                      <a:pt x="9" y="338"/>
                      <a:pt x="9" y="338"/>
                      <a:pt x="8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0"/>
              <p:cNvSpPr/>
              <p:nvPr/>
            </p:nvSpPr>
            <p:spPr>
              <a:xfrm>
                <a:off x="1198434" y="2658466"/>
                <a:ext cx="41076" cy="41076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05" extrusionOk="0">
                    <a:moveTo>
                      <a:pt x="104" y="52"/>
                    </a:moveTo>
                    <a:cubicBezTo>
                      <a:pt x="104" y="61"/>
                      <a:pt x="101" y="70"/>
                      <a:pt x="97" y="78"/>
                    </a:cubicBezTo>
                    <a:cubicBezTo>
                      <a:pt x="92" y="86"/>
                      <a:pt x="86" y="92"/>
                      <a:pt x="78" y="97"/>
                    </a:cubicBezTo>
                    <a:cubicBezTo>
                      <a:pt x="70" y="101"/>
                      <a:pt x="61" y="104"/>
                      <a:pt x="52" y="104"/>
                    </a:cubicBezTo>
                    <a:cubicBezTo>
                      <a:pt x="43" y="104"/>
                      <a:pt x="34" y="101"/>
                      <a:pt x="26" y="97"/>
                    </a:cubicBezTo>
                    <a:cubicBezTo>
                      <a:pt x="18" y="92"/>
                      <a:pt x="11" y="86"/>
                      <a:pt x="7" y="78"/>
                    </a:cubicBezTo>
                    <a:cubicBezTo>
                      <a:pt x="2" y="70"/>
                      <a:pt x="0" y="61"/>
                      <a:pt x="0" y="52"/>
                    </a:cubicBezTo>
                    <a:cubicBezTo>
                      <a:pt x="0" y="43"/>
                      <a:pt x="2" y="34"/>
                      <a:pt x="7" y="26"/>
                    </a:cubicBezTo>
                    <a:cubicBezTo>
                      <a:pt x="11" y="18"/>
                      <a:pt x="18" y="12"/>
                      <a:pt x="26" y="7"/>
                    </a:cubicBezTo>
                    <a:cubicBezTo>
                      <a:pt x="34" y="2"/>
                      <a:pt x="43" y="0"/>
                      <a:pt x="52" y="0"/>
                    </a:cubicBezTo>
                    <a:cubicBezTo>
                      <a:pt x="61" y="0"/>
                      <a:pt x="70" y="2"/>
                      <a:pt x="78" y="7"/>
                    </a:cubicBezTo>
                    <a:cubicBezTo>
                      <a:pt x="86" y="12"/>
                      <a:pt x="92" y="18"/>
                      <a:pt x="97" y="26"/>
                    </a:cubicBezTo>
                    <a:cubicBezTo>
                      <a:pt x="101" y="34"/>
                      <a:pt x="104" y="43"/>
                      <a:pt x="104" y="52"/>
                    </a:cubicBezTo>
                    <a:close/>
                  </a:path>
                </a:pathLst>
              </a:custGeom>
              <a:solidFill>
                <a:srgbClr val="D284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0"/>
              <p:cNvSpPr/>
              <p:nvPr/>
            </p:nvSpPr>
            <p:spPr>
              <a:xfrm>
                <a:off x="371828" y="2683112"/>
                <a:ext cx="471787" cy="471399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205" extrusionOk="0">
                    <a:moveTo>
                      <a:pt x="603" y="0"/>
                    </a:moveTo>
                    <a:cubicBezTo>
                      <a:pt x="270" y="0"/>
                      <a:pt x="0" y="270"/>
                      <a:pt x="0" y="602"/>
                    </a:cubicBezTo>
                    <a:cubicBezTo>
                      <a:pt x="0" y="934"/>
                      <a:pt x="270" y="1204"/>
                      <a:pt x="603" y="1204"/>
                    </a:cubicBezTo>
                    <a:cubicBezTo>
                      <a:pt x="935" y="1204"/>
                      <a:pt x="1205" y="934"/>
                      <a:pt x="1205" y="602"/>
                    </a:cubicBezTo>
                    <a:cubicBezTo>
                      <a:pt x="1205" y="270"/>
                      <a:pt x="935" y="0"/>
                      <a:pt x="603" y="0"/>
                    </a:cubicBezTo>
                    <a:moveTo>
                      <a:pt x="603" y="1091"/>
                    </a:moveTo>
                    <a:lnTo>
                      <a:pt x="603" y="1091"/>
                    </a:lnTo>
                    <a:lnTo>
                      <a:pt x="603" y="1091"/>
                    </a:lnTo>
                    <a:cubicBezTo>
                      <a:pt x="517" y="1091"/>
                      <a:pt x="432" y="1068"/>
                      <a:pt x="358" y="1025"/>
                    </a:cubicBezTo>
                    <a:cubicBezTo>
                      <a:pt x="283" y="982"/>
                      <a:pt x="221" y="920"/>
                      <a:pt x="179" y="846"/>
                    </a:cubicBezTo>
                    <a:cubicBezTo>
                      <a:pt x="136" y="772"/>
                      <a:pt x="114" y="688"/>
                      <a:pt x="114" y="602"/>
                    </a:cubicBezTo>
                    <a:cubicBezTo>
                      <a:pt x="114" y="516"/>
                      <a:pt x="136" y="432"/>
                      <a:pt x="179" y="358"/>
                    </a:cubicBezTo>
                    <a:cubicBezTo>
                      <a:pt x="221" y="283"/>
                      <a:pt x="283" y="222"/>
                      <a:pt x="358" y="179"/>
                    </a:cubicBezTo>
                    <a:cubicBezTo>
                      <a:pt x="432" y="136"/>
                      <a:pt x="517" y="113"/>
                      <a:pt x="603" y="113"/>
                    </a:cubicBezTo>
                    <a:cubicBezTo>
                      <a:pt x="688" y="113"/>
                      <a:pt x="773" y="136"/>
                      <a:pt x="847" y="179"/>
                    </a:cubicBezTo>
                    <a:cubicBezTo>
                      <a:pt x="921" y="222"/>
                      <a:pt x="983" y="283"/>
                      <a:pt x="1026" y="358"/>
                    </a:cubicBezTo>
                    <a:cubicBezTo>
                      <a:pt x="1069" y="432"/>
                      <a:pt x="1091" y="516"/>
                      <a:pt x="1091" y="602"/>
                    </a:cubicBezTo>
                    <a:lnTo>
                      <a:pt x="1091" y="602"/>
                    </a:lnTo>
                    <a:cubicBezTo>
                      <a:pt x="1091" y="688"/>
                      <a:pt x="1069" y="772"/>
                      <a:pt x="1026" y="846"/>
                    </a:cubicBezTo>
                    <a:cubicBezTo>
                      <a:pt x="983" y="920"/>
                      <a:pt x="921" y="982"/>
                      <a:pt x="847" y="1025"/>
                    </a:cubicBezTo>
                    <a:cubicBezTo>
                      <a:pt x="772" y="1068"/>
                      <a:pt x="688" y="1090"/>
                      <a:pt x="603" y="1090"/>
                    </a:cubicBezTo>
                    <a:lnTo>
                      <a:pt x="603" y="109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0"/>
              <p:cNvSpPr/>
              <p:nvPr/>
            </p:nvSpPr>
            <p:spPr>
              <a:xfrm>
                <a:off x="414077" y="2724970"/>
                <a:ext cx="387288" cy="387290"/>
              </a:xfrm>
              <a:custGeom>
                <a:avLst/>
                <a:gdLst/>
                <a:ahLst/>
                <a:cxnLst/>
                <a:rect l="l" t="t" r="r" b="b"/>
                <a:pathLst>
                  <a:path w="990" h="990" extrusionOk="0">
                    <a:moveTo>
                      <a:pt x="543" y="9"/>
                    </a:moveTo>
                    <a:cubicBezTo>
                      <a:pt x="628" y="17"/>
                      <a:pt x="710" y="48"/>
                      <a:pt x="780" y="98"/>
                    </a:cubicBezTo>
                    <a:cubicBezTo>
                      <a:pt x="849" y="148"/>
                      <a:pt x="905" y="216"/>
                      <a:pt x="940" y="294"/>
                    </a:cubicBezTo>
                    <a:cubicBezTo>
                      <a:pt x="975" y="372"/>
                      <a:pt x="989" y="457"/>
                      <a:pt x="981" y="543"/>
                    </a:cubicBezTo>
                    <a:cubicBezTo>
                      <a:pt x="972" y="628"/>
                      <a:pt x="941" y="710"/>
                      <a:pt x="891" y="780"/>
                    </a:cubicBezTo>
                    <a:cubicBezTo>
                      <a:pt x="841" y="849"/>
                      <a:pt x="774" y="905"/>
                      <a:pt x="696" y="940"/>
                    </a:cubicBezTo>
                    <a:cubicBezTo>
                      <a:pt x="618" y="975"/>
                      <a:pt x="532" y="989"/>
                      <a:pt x="446" y="981"/>
                    </a:cubicBezTo>
                    <a:cubicBezTo>
                      <a:pt x="361" y="972"/>
                      <a:pt x="279" y="942"/>
                      <a:pt x="210" y="892"/>
                    </a:cubicBezTo>
                    <a:cubicBezTo>
                      <a:pt x="140" y="842"/>
                      <a:pt x="84" y="774"/>
                      <a:pt x="49" y="696"/>
                    </a:cubicBezTo>
                    <a:cubicBezTo>
                      <a:pt x="13" y="618"/>
                      <a:pt x="0" y="532"/>
                      <a:pt x="8" y="446"/>
                    </a:cubicBezTo>
                    <a:cubicBezTo>
                      <a:pt x="17" y="361"/>
                      <a:pt x="48" y="279"/>
                      <a:pt x="98" y="210"/>
                    </a:cubicBezTo>
                    <a:cubicBezTo>
                      <a:pt x="148" y="140"/>
                      <a:pt x="215" y="85"/>
                      <a:pt x="293" y="50"/>
                    </a:cubicBezTo>
                    <a:cubicBezTo>
                      <a:pt x="372" y="14"/>
                      <a:pt x="458" y="0"/>
                      <a:pt x="543" y="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0"/>
              <p:cNvSpPr/>
              <p:nvPr/>
            </p:nvSpPr>
            <p:spPr>
              <a:xfrm>
                <a:off x="523222" y="2762526"/>
                <a:ext cx="168607" cy="312571"/>
              </a:xfrm>
              <a:custGeom>
                <a:avLst/>
                <a:gdLst/>
                <a:ahLst/>
                <a:cxnLst/>
                <a:rect l="l" t="t" r="r" b="b"/>
                <a:pathLst>
                  <a:path w="431" h="799" extrusionOk="0">
                    <a:moveTo>
                      <a:pt x="430" y="540"/>
                    </a:moveTo>
                    <a:cubicBezTo>
                      <a:pt x="430" y="591"/>
                      <a:pt x="414" y="633"/>
                      <a:pt x="382" y="664"/>
                    </a:cubicBezTo>
                    <a:cubicBezTo>
                      <a:pt x="354" y="691"/>
                      <a:pt x="316" y="709"/>
                      <a:pt x="271" y="716"/>
                    </a:cubicBezTo>
                    <a:lnTo>
                      <a:pt x="271" y="798"/>
                    </a:lnTo>
                    <a:lnTo>
                      <a:pt x="172" y="798"/>
                    </a:lnTo>
                    <a:lnTo>
                      <a:pt x="172" y="717"/>
                    </a:lnTo>
                    <a:cubicBezTo>
                      <a:pt x="126" y="709"/>
                      <a:pt x="86" y="691"/>
                      <a:pt x="54" y="661"/>
                    </a:cubicBezTo>
                    <a:cubicBezTo>
                      <a:pt x="18" y="627"/>
                      <a:pt x="0" y="578"/>
                      <a:pt x="1" y="514"/>
                    </a:cubicBezTo>
                    <a:lnTo>
                      <a:pt x="1" y="511"/>
                    </a:lnTo>
                    <a:lnTo>
                      <a:pt x="7" y="495"/>
                    </a:lnTo>
                    <a:lnTo>
                      <a:pt x="150" y="495"/>
                    </a:lnTo>
                    <a:lnTo>
                      <a:pt x="150" y="512"/>
                    </a:lnTo>
                    <a:cubicBezTo>
                      <a:pt x="150" y="543"/>
                      <a:pt x="157" y="565"/>
                      <a:pt x="169" y="577"/>
                    </a:cubicBezTo>
                    <a:lnTo>
                      <a:pt x="169" y="577"/>
                    </a:lnTo>
                    <a:cubicBezTo>
                      <a:pt x="173" y="581"/>
                      <a:pt x="177" y="583"/>
                      <a:pt x="182" y="586"/>
                    </a:cubicBezTo>
                    <a:cubicBezTo>
                      <a:pt x="193" y="591"/>
                      <a:pt x="205" y="596"/>
                      <a:pt x="218" y="596"/>
                    </a:cubicBezTo>
                    <a:cubicBezTo>
                      <a:pt x="218" y="596"/>
                      <a:pt x="219" y="596"/>
                      <a:pt x="220" y="596"/>
                    </a:cubicBezTo>
                    <a:cubicBezTo>
                      <a:pt x="240" y="596"/>
                      <a:pt x="254" y="590"/>
                      <a:pt x="264" y="581"/>
                    </a:cubicBezTo>
                    <a:cubicBezTo>
                      <a:pt x="274" y="571"/>
                      <a:pt x="279" y="558"/>
                      <a:pt x="279" y="541"/>
                    </a:cubicBezTo>
                    <a:cubicBezTo>
                      <a:pt x="279" y="524"/>
                      <a:pt x="274" y="510"/>
                      <a:pt x="264" y="500"/>
                    </a:cubicBezTo>
                    <a:cubicBezTo>
                      <a:pt x="254" y="488"/>
                      <a:pt x="234" y="477"/>
                      <a:pt x="207" y="466"/>
                    </a:cubicBezTo>
                    <a:cubicBezTo>
                      <a:pt x="146" y="444"/>
                      <a:pt x="100" y="418"/>
                      <a:pt x="69" y="390"/>
                    </a:cubicBezTo>
                    <a:cubicBezTo>
                      <a:pt x="37" y="360"/>
                      <a:pt x="21" y="318"/>
                      <a:pt x="21" y="265"/>
                    </a:cubicBezTo>
                    <a:cubicBezTo>
                      <a:pt x="21" y="215"/>
                      <a:pt x="37" y="174"/>
                      <a:pt x="69" y="142"/>
                    </a:cubicBezTo>
                    <a:cubicBezTo>
                      <a:pt x="97" y="114"/>
                      <a:pt x="135" y="96"/>
                      <a:pt x="180" y="88"/>
                    </a:cubicBezTo>
                    <a:lnTo>
                      <a:pt x="180" y="0"/>
                    </a:lnTo>
                    <a:lnTo>
                      <a:pt x="279" y="0"/>
                    </a:lnTo>
                    <a:lnTo>
                      <a:pt x="279" y="90"/>
                    </a:lnTo>
                    <a:cubicBezTo>
                      <a:pt x="323" y="100"/>
                      <a:pt x="359" y="121"/>
                      <a:pt x="385" y="153"/>
                    </a:cubicBezTo>
                    <a:cubicBezTo>
                      <a:pt x="415" y="188"/>
                      <a:pt x="429" y="234"/>
                      <a:pt x="429" y="290"/>
                    </a:cubicBezTo>
                    <a:lnTo>
                      <a:pt x="429" y="294"/>
                    </a:lnTo>
                    <a:lnTo>
                      <a:pt x="420" y="309"/>
                    </a:lnTo>
                    <a:lnTo>
                      <a:pt x="279" y="309"/>
                    </a:lnTo>
                    <a:lnTo>
                      <a:pt x="279" y="291"/>
                    </a:lnTo>
                    <a:cubicBezTo>
                      <a:pt x="279" y="264"/>
                      <a:pt x="274" y="243"/>
                      <a:pt x="263" y="229"/>
                    </a:cubicBezTo>
                    <a:lnTo>
                      <a:pt x="263" y="229"/>
                    </a:lnTo>
                    <a:cubicBezTo>
                      <a:pt x="259" y="224"/>
                      <a:pt x="254" y="219"/>
                      <a:pt x="249" y="216"/>
                    </a:cubicBezTo>
                    <a:cubicBezTo>
                      <a:pt x="242" y="212"/>
                      <a:pt x="234" y="210"/>
                      <a:pt x="226" y="210"/>
                    </a:cubicBezTo>
                    <a:cubicBezTo>
                      <a:pt x="225" y="210"/>
                      <a:pt x="224" y="210"/>
                      <a:pt x="224" y="210"/>
                    </a:cubicBezTo>
                    <a:cubicBezTo>
                      <a:pt x="206" y="210"/>
                      <a:pt x="193" y="214"/>
                      <a:pt x="185" y="224"/>
                    </a:cubicBezTo>
                    <a:cubicBezTo>
                      <a:pt x="177" y="234"/>
                      <a:pt x="173" y="248"/>
                      <a:pt x="173" y="265"/>
                    </a:cubicBezTo>
                    <a:cubicBezTo>
                      <a:pt x="173" y="282"/>
                      <a:pt x="177" y="295"/>
                      <a:pt x="186" y="304"/>
                    </a:cubicBezTo>
                    <a:cubicBezTo>
                      <a:pt x="193" y="312"/>
                      <a:pt x="209" y="324"/>
                      <a:pt x="245" y="338"/>
                    </a:cubicBezTo>
                    <a:cubicBezTo>
                      <a:pt x="306" y="362"/>
                      <a:pt x="352" y="389"/>
                      <a:pt x="382" y="416"/>
                    </a:cubicBezTo>
                    <a:cubicBezTo>
                      <a:pt x="414" y="446"/>
                      <a:pt x="430" y="488"/>
                      <a:pt x="430" y="5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0"/>
              <p:cNvSpPr/>
              <p:nvPr/>
            </p:nvSpPr>
            <p:spPr>
              <a:xfrm>
                <a:off x="369089" y="2679982"/>
                <a:ext cx="477264" cy="477658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1221" extrusionOk="0">
                    <a:moveTo>
                      <a:pt x="610" y="1220"/>
                    </a:moveTo>
                    <a:cubicBezTo>
                      <a:pt x="273" y="1220"/>
                      <a:pt x="0" y="946"/>
                      <a:pt x="0" y="610"/>
                    </a:cubicBezTo>
                    <a:cubicBezTo>
                      <a:pt x="0" y="274"/>
                      <a:pt x="273" y="0"/>
                      <a:pt x="610" y="0"/>
                    </a:cubicBezTo>
                    <a:cubicBezTo>
                      <a:pt x="946" y="0"/>
                      <a:pt x="1219" y="274"/>
                      <a:pt x="1219" y="610"/>
                    </a:cubicBezTo>
                    <a:cubicBezTo>
                      <a:pt x="1219" y="946"/>
                      <a:pt x="946" y="1220"/>
                      <a:pt x="610" y="1220"/>
                    </a:cubicBezTo>
                    <a:moveTo>
                      <a:pt x="610" y="15"/>
                    </a:moveTo>
                    <a:cubicBezTo>
                      <a:pt x="282" y="15"/>
                      <a:pt x="15" y="282"/>
                      <a:pt x="15" y="610"/>
                    </a:cubicBezTo>
                    <a:cubicBezTo>
                      <a:pt x="15" y="938"/>
                      <a:pt x="282" y="1205"/>
                      <a:pt x="610" y="1205"/>
                    </a:cubicBezTo>
                    <a:cubicBezTo>
                      <a:pt x="938" y="1205"/>
                      <a:pt x="1205" y="938"/>
                      <a:pt x="1205" y="610"/>
                    </a:cubicBezTo>
                    <a:cubicBezTo>
                      <a:pt x="1205" y="282"/>
                      <a:pt x="938" y="15"/>
                      <a:pt x="610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0"/>
              <p:cNvSpPr/>
              <p:nvPr/>
            </p:nvSpPr>
            <p:spPr>
              <a:xfrm>
                <a:off x="413686" y="2724579"/>
                <a:ext cx="388462" cy="388464"/>
              </a:xfrm>
              <a:custGeom>
                <a:avLst/>
                <a:gdLst/>
                <a:ahLst/>
                <a:cxnLst/>
                <a:rect l="l" t="t" r="r" b="b"/>
                <a:pathLst>
                  <a:path w="993" h="993" extrusionOk="0">
                    <a:moveTo>
                      <a:pt x="496" y="992"/>
                    </a:moveTo>
                    <a:lnTo>
                      <a:pt x="496" y="992"/>
                    </a:lnTo>
                    <a:cubicBezTo>
                      <a:pt x="409" y="992"/>
                      <a:pt x="323" y="968"/>
                      <a:pt x="248" y="925"/>
                    </a:cubicBezTo>
                    <a:cubicBezTo>
                      <a:pt x="172" y="881"/>
                      <a:pt x="109" y="819"/>
                      <a:pt x="66" y="744"/>
                    </a:cubicBezTo>
                    <a:cubicBezTo>
                      <a:pt x="22" y="669"/>
                      <a:pt x="0" y="583"/>
                      <a:pt x="0" y="496"/>
                    </a:cubicBezTo>
                    <a:cubicBezTo>
                      <a:pt x="0" y="409"/>
                      <a:pt x="22" y="323"/>
                      <a:pt x="66" y="248"/>
                    </a:cubicBezTo>
                    <a:cubicBezTo>
                      <a:pt x="109" y="172"/>
                      <a:pt x="172" y="110"/>
                      <a:pt x="248" y="67"/>
                    </a:cubicBezTo>
                    <a:cubicBezTo>
                      <a:pt x="323" y="23"/>
                      <a:pt x="409" y="0"/>
                      <a:pt x="496" y="0"/>
                    </a:cubicBezTo>
                    <a:cubicBezTo>
                      <a:pt x="583" y="0"/>
                      <a:pt x="668" y="23"/>
                      <a:pt x="744" y="67"/>
                    </a:cubicBezTo>
                    <a:cubicBezTo>
                      <a:pt x="819" y="110"/>
                      <a:pt x="881" y="172"/>
                      <a:pt x="925" y="248"/>
                    </a:cubicBezTo>
                    <a:cubicBezTo>
                      <a:pt x="968" y="323"/>
                      <a:pt x="992" y="409"/>
                      <a:pt x="992" y="496"/>
                    </a:cubicBezTo>
                    <a:lnTo>
                      <a:pt x="992" y="496"/>
                    </a:lnTo>
                    <a:lnTo>
                      <a:pt x="992" y="496"/>
                    </a:lnTo>
                    <a:cubicBezTo>
                      <a:pt x="991" y="583"/>
                      <a:pt x="969" y="668"/>
                      <a:pt x="925" y="744"/>
                    </a:cubicBezTo>
                    <a:cubicBezTo>
                      <a:pt x="882" y="819"/>
                      <a:pt x="819" y="881"/>
                      <a:pt x="743" y="925"/>
                    </a:cubicBezTo>
                    <a:cubicBezTo>
                      <a:pt x="668" y="968"/>
                      <a:pt x="583" y="992"/>
                      <a:pt x="496" y="992"/>
                    </a:cubicBezTo>
                    <a:moveTo>
                      <a:pt x="496" y="15"/>
                    </a:moveTo>
                    <a:lnTo>
                      <a:pt x="496" y="15"/>
                    </a:lnTo>
                    <a:lnTo>
                      <a:pt x="496" y="15"/>
                    </a:lnTo>
                    <a:cubicBezTo>
                      <a:pt x="411" y="15"/>
                      <a:pt x="328" y="37"/>
                      <a:pt x="255" y="79"/>
                    </a:cubicBezTo>
                    <a:cubicBezTo>
                      <a:pt x="182" y="121"/>
                      <a:pt x="121" y="182"/>
                      <a:pt x="79" y="255"/>
                    </a:cubicBezTo>
                    <a:cubicBezTo>
                      <a:pt x="37" y="328"/>
                      <a:pt x="14" y="411"/>
                      <a:pt x="14" y="496"/>
                    </a:cubicBezTo>
                    <a:cubicBezTo>
                      <a:pt x="14" y="580"/>
                      <a:pt x="37" y="663"/>
                      <a:pt x="79" y="737"/>
                    </a:cubicBezTo>
                    <a:cubicBezTo>
                      <a:pt x="121" y="810"/>
                      <a:pt x="182" y="871"/>
                      <a:pt x="255" y="913"/>
                    </a:cubicBezTo>
                    <a:cubicBezTo>
                      <a:pt x="328" y="955"/>
                      <a:pt x="411" y="977"/>
                      <a:pt x="496" y="977"/>
                    </a:cubicBezTo>
                    <a:cubicBezTo>
                      <a:pt x="580" y="977"/>
                      <a:pt x="663" y="955"/>
                      <a:pt x="736" y="913"/>
                    </a:cubicBezTo>
                    <a:cubicBezTo>
                      <a:pt x="809" y="871"/>
                      <a:pt x="869" y="810"/>
                      <a:pt x="912" y="737"/>
                    </a:cubicBezTo>
                    <a:cubicBezTo>
                      <a:pt x="954" y="663"/>
                      <a:pt x="977" y="580"/>
                      <a:pt x="977" y="496"/>
                    </a:cubicBezTo>
                    <a:lnTo>
                      <a:pt x="977" y="496"/>
                    </a:lnTo>
                    <a:lnTo>
                      <a:pt x="977" y="496"/>
                    </a:lnTo>
                    <a:cubicBezTo>
                      <a:pt x="977" y="412"/>
                      <a:pt x="954" y="329"/>
                      <a:pt x="912" y="256"/>
                    </a:cubicBezTo>
                    <a:cubicBezTo>
                      <a:pt x="869" y="182"/>
                      <a:pt x="809" y="121"/>
                      <a:pt x="736" y="79"/>
                    </a:cubicBezTo>
                    <a:cubicBezTo>
                      <a:pt x="663" y="36"/>
                      <a:pt x="580" y="15"/>
                      <a:pt x="496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0"/>
              <p:cNvSpPr/>
              <p:nvPr/>
            </p:nvSpPr>
            <p:spPr>
              <a:xfrm>
                <a:off x="413686" y="2724579"/>
                <a:ext cx="388462" cy="388464"/>
              </a:xfrm>
              <a:custGeom>
                <a:avLst/>
                <a:gdLst/>
                <a:ahLst/>
                <a:cxnLst/>
                <a:rect l="l" t="t" r="r" b="b"/>
                <a:pathLst>
                  <a:path w="993" h="993" extrusionOk="0">
                    <a:moveTo>
                      <a:pt x="496" y="992"/>
                    </a:moveTo>
                    <a:lnTo>
                      <a:pt x="496" y="992"/>
                    </a:lnTo>
                    <a:cubicBezTo>
                      <a:pt x="409" y="992"/>
                      <a:pt x="323" y="968"/>
                      <a:pt x="248" y="925"/>
                    </a:cubicBezTo>
                    <a:cubicBezTo>
                      <a:pt x="172" y="881"/>
                      <a:pt x="109" y="819"/>
                      <a:pt x="66" y="744"/>
                    </a:cubicBezTo>
                    <a:cubicBezTo>
                      <a:pt x="22" y="669"/>
                      <a:pt x="0" y="583"/>
                      <a:pt x="0" y="496"/>
                    </a:cubicBezTo>
                    <a:cubicBezTo>
                      <a:pt x="0" y="409"/>
                      <a:pt x="22" y="323"/>
                      <a:pt x="66" y="248"/>
                    </a:cubicBezTo>
                    <a:cubicBezTo>
                      <a:pt x="109" y="172"/>
                      <a:pt x="172" y="110"/>
                      <a:pt x="248" y="67"/>
                    </a:cubicBezTo>
                    <a:cubicBezTo>
                      <a:pt x="323" y="23"/>
                      <a:pt x="409" y="0"/>
                      <a:pt x="496" y="0"/>
                    </a:cubicBezTo>
                    <a:cubicBezTo>
                      <a:pt x="583" y="0"/>
                      <a:pt x="668" y="23"/>
                      <a:pt x="744" y="67"/>
                    </a:cubicBezTo>
                    <a:cubicBezTo>
                      <a:pt x="819" y="110"/>
                      <a:pt x="881" y="172"/>
                      <a:pt x="925" y="248"/>
                    </a:cubicBezTo>
                    <a:cubicBezTo>
                      <a:pt x="968" y="323"/>
                      <a:pt x="992" y="409"/>
                      <a:pt x="992" y="496"/>
                    </a:cubicBezTo>
                    <a:lnTo>
                      <a:pt x="992" y="496"/>
                    </a:lnTo>
                    <a:lnTo>
                      <a:pt x="992" y="496"/>
                    </a:lnTo>
                    <a:cubicBezTo>
                      <a:pt x="991" y="583"/>
                      <a:pt x="969" y="668"/>
                      <a:pt x="925" y="744"/>
                    </a:cubicBezTo>
                    <a:cubicBezTo>
                      <a:pt x="882" y="819"/>
                      <a:pt x="819" y="881"/>
                      <a:pt x="743" y="925"/>
                    </a:cubicBezTo>
                    <a:cubicBezTo>
                      <a:pt x="668" y="968"/>
                      <a:pt x="583" y="992"/>
                      <a:pt x="496" y="992"/>
                    </a:cubicBezTo>
                    <a:moveTo>
                      <a:pt x="496" y="15"/>
                    </a:moveTo>
                    <a:lnTo>
                      <a:pt x="496" y="15"/>
                    </a:lnTo>
                    <a:lnTo>
                      <a:pt x="496" y="15"/>
                    </a:lnTo>
                    <a:cubicBezTo>
                      <a:pt x="411" y="15"/>
                      <a:pt x="328" y="37"/>
                      <a:pt x="255" y="79"/>
                    </a:cubicBezTo>
                    <a:cubicBezTo>
                      <a:pt x="182" y="121"/>
                      <a:pt x="121" y="182"/>
                      <a:pt x="79" y="255"/>
                    </a:cubicBezTo>
                    <a:cubicBezTo>
                      <a:pt x="37" y="328"/>
                      <a:pt x="14" y="411"/>
                      <a:pt x="14" y="496"/>
                    </a:cubicBezTo>
                    <a:cubicBezTo>
                      <a:pt x="14" y="580"/>
                      <a:pt x="37" y="663"/>
                      <a:pt x="79" y="737"/>
                    </a:cubicBezTo>
                    <a:cubicBezTo>
                      <a:pt x="121" y="810"/>
                      <a:pt x="182" y="871"/>
                      <a:pt x="255" y="913"/>
                    </a:cubicBezTo>
                    <a:cubicBezTo>
                      <a:pt x="328" y="955"/>
                      <a:pt x="411" y="977"/>
                      <a:pt x="496" y="977"/>
                    </a:cubicBezTo>
                    <a:cubicBezTo>
                      <a:pt x="580" y="977"/>
                      <a:pt x="663" y="955"/>
                      <a:pt x="736" y="913"/>
                    </a:cubicBezTo>
                    <a:cubicBezTo>
                      <a:pt x="809" y="871"/>
                      <a:pt x="869" y="810"/>
                      <a:pt x="912" y="737"/>
                    </a:cubicBezTo>
                    <a:cubicBezTo>
                      <a:pt x="954" y="663"/>
                      <a:pt x="977" y="580"/>
                      <a:pt x="977" y="496"/>
                    </a:cubicBezTo>
                    <a:lnTo>
                      <a:pt x="977" y="496"/>
                    </a:lnTo>
                    <a:lnTo>
                      <a:pt x="977" y="496"/>
                    </a:lnTo>
                    <a:cubicBezTo>
                      <a:pt x="977" y="412"/>
                      <a:pt x="954" y="329"/>
                      <a:pt x="912" y="256"/>
                    </a:cubicBezTo>
                    <a:cubicBezTo>
                      <a:pt x="869" y="182"/>
                      <a:pt x="809" y="121"/>
                      <a:pt x="736" y="79"/>
                    </a:cubicBezTo>
                    <a:cubicBezTo>
                      <a:pt x="663" y="36"/>
                      <a:pt x="580" y="15"/>
                      <a:pt x="496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0"/>
              <p:cNvSpPr/>
              <p:nvPr/>
            </p:nvSpPr>
            <p:spPr>
              <a:xfrm>
                <a:off x="520484" y="2759787"/>
                <a:ext cx="174475" cy="318048"/>
              </a:xfrm>
              <a:custGeom>
                <a:avLst/>
                <a:gdLst/>
                <a:ahLst/>
                <a:cxnLst/>
                <a:rect l="l" t="t" r="r" b="b"/>
                <a:pathLst>
                  <a:path w="446" h="813" extrusionOk="0">
                    <a:moveTo>
                      <a:pt x="278" y="812"/>
                    </a:moveTo>
                    <a:lnTo>
                      <a:pt x="179" y="812"/>
                    </a:lnTo>
                    <a:lnTo>
                      <a:pt x="179" y="812"/>
                    </a:lnTo>
                    <a:lnTo>
                      <a:pt x="179" y="812"/>
                    </a:lnTo>
                    <a:cubicBezTo>
                      <a:pt x="178" y="812"/>
                      <a:pt x="177" y="811"/>
                      <a:pt x="176" y="811"/>
                    </a:cubicBezTo>
                    <a:cubicBezTo>
                      <a:pt x="175" y="810"/>
                      <a:pt x="174" y="809"/>
                      <a:pt x="173" y="808"/>
                    </a:cubicBezTo>
                    <a:cubicBezTo>
                      <a:pt x="172" y="806"/>
                      <a:pt x="172" y="806"/>
                      <a:pt x="172" y="805"/>
                    </a:cubicBezTo>
                    <a:lnTo>
                      <a:pt x="172" y="805"/>
                    </a:lnTo>
                    <a:lnTo>
                      <a:pt x="172" y="730"/>
                    </a:lnTo>
                    <a:lnTo>
                      <a:pt x="172" y="730"/>
                    </a:lnTo>
                    <a:cubicBezTo>
                      <a:pt x="145" y="725"/>
                      <a:pt x="119" y="716"/>
                      <a:pt x="96" y="703"/>
                    </a:cubicBezTo>
                    <a:cubicBezTo>
                      <a:pt x="81" y="694"/>
                      <a:pt x="68" y="684"/>
                      <a:pt x="56" y="673"/>
                    </a:cubicBezTo>
                    <a:cubicBezTo>
                      <a:pt x="18" y="638"/>
                      <a:pt x="0" y="587"/>
                      <a:pt x="1" y="521"/>
                    </a:cubicBezTo>
                    <a:lnTo>
                      <a:pt x="1" y="518"/>
                    </a:lnTo>
                    <a:lnTo>
                      <a:pt x="1" y="518"/>
                    </a:lnTo>
                    <a:cubicBezTo>
                      <a:pt x="1" y="517"/>
                      <a:pt x="1" y="516"/>
                      <a:pt x="1" y="515"/>
                    </a:cubicBezTo>
                    <a:lnTo>
                      <a:pt x="8" y="500"/>
                    </a:lnTo>
                    <a:lnTo>
                      <a:pt x="8" y="500"/>
                    </a:lnTo>
                    <a:cubicBezTo>
                      <a:pt x="8" y="499"/>
                      <a:pt x="8" y="499"/>
                      <a:pt x="8" y="499"/>
                    </a:cubicBezTo>
                    <a:cubicBezTo>
                      <a:pt x="9" y="498"/>
                      <a:pt x="10" y="497"/>
                      <a:pt x="11" y="496"/>
                    </a:cubicBezTo>
                    <a:cubicBezTo>
                      <a:pt x="12" y="495"/>
                      <a:pt x="13" y="495"/>
                      <a:pt x="14" y="495"/>
                    </a:cubicBezTo>
                    <a:lnTo>
                      <a:pt x="14" y="495"/>
                    </a:lnTo>
                    <a:lnTo>
                      <a:pt x="157" y="495"/>
                    </a:lnTo>
                    <a:lnTo>
                      <a:pt x="157" y="495"/>
                    </a:lnTo>
                    <a:lnTo>
                      <a:pt x="157" y="495"/>
                    </a:lnTo>
                    <a:cubicBezTo>
                      <a:pt x="158" y="495"/>
                      <a:pt x="160" y="495"/>
                      <a:pt x="161" y="496"/>
                    </a:cubicBezTo>
                    <a:cubicBezTo>
                      <a:pt x="162" y="497"/>
                      <a:pt x="163" y="498"/>
                      <a:pt x="164" y="499"/>
                    </a:cubicBezTo>
                    <a:cubicBezTo>
                      <a:pt x="164" y="500"/>
                      <a:pt x="165" y="501"/>
                      <a:pt x="165" y="502"/>
                    </a:cubicBezTo>
                    <a:lnTo>
                      <a:pt x="165" y="502"/>
                    </a:lnTo>
                    <a:lnTo>
                      <a:pt x="165" y="519"/>
                    </a:lnTo>
                    <a:cubicBezTo>
                      <a:pt x="165" y="548"/>
                      <a:pt x="170" y="568"/>
                      <a:pt x="181" y="579"/>
                    </a:cubicBezTo>
                    <a:lnTo>
                      <a:pt x="181" y="579"/>
                    </a:lnTo>
                    <a:cubicBezTo>
                      <a:pt x="185" y="582"/>
                      <a:pt x="189" y="584"/>
                      <a:pt x="193" y="587"/>
                    </a:cubicBezTo>
                    <a:cubicBezTo>
                      <a:pt x="202" y="592"/>
                      <a:pt x="213" y="595"/>
                      <a:pt x="225" y="595"/>
                    </a:cubicBezTo>
                    <a:cubicBezTo>
                      <a:pt x="226" y="595"/>
                      <a:pt x="226" y="595"/>
                      <a:pt x="227" y="595"/>
                    </a:cubicBezTo>
                    <a:cubicBezTo>
                      <a:pt x="245" y="595"/>
                      <a:pt x="258" y="591"/>
                      <a:pt x="266" y="583"/>
                    </a:cubicBezTo>
                    <a:cubicBezTo>
                      <a:pt x="274" y="575"/>
                      <a:pt x="278" y="563"/>
                      <a:pt x="278" y="548"/>
                    </a:cubicBezTo>
                    <a:cubicBezTo>
                      <a:pt x="278" y="533"/>
                      <a:pt x="274" y="521"/>
                      <a:pt x="266" y="512"/>
                    </a:cubicBezTo>
                    <a:cubicBezTo>
                      <a:pt x="256" y="501"/>
                      <a:pt x="238" y="490"/>
                      <a:pt x="211" y="480"/>
                    </a:cubicBezTo>
                    <a:cubicBezTo>
                      <a:pt x="149" y="457"/>
                      <a:pt x="102" y="431"/>
                      <a:pt x="71" y="403"/>
                    </a:cubicBezTo>
                    <a:cubicBezTo>
                      <a:pt x="37" y="371"/>
                      <a:pt x="20" y="327"/>
                      <a:pt x="20" y="272"/>
                    </a:cubicBezTo>
                    <a:cubicBezTo>
                      <a:pt x="20" y="221"/>
                      <a:pt x="37" y="178"/>
                      <a:pt x="71" y="144"/>
                    </a:cubicBezTo>
                    <a:cubicBezTo>
                      <a:pt x="99" y="116"/>
                      <a:pt x="136" y="98"/>
                      <a:pt x="180" y="89"/>
                    </a:cubicBezTo>
                    <a:lnTo>
                      <a:pt x="180" y="7"/>
                    </a:lnTo>
                    <a:lnTo>
                      <a:pt x="180" y="7"/>
                    </a:lnTo>
                    <a:lnTo>
                      <a:pt x="180" y="7"/>
                    </a:lnTo>
                    <a:cubicBezTo>
                      <a:pt x="180" y="6"/>
                      <a:pt x="180" y="4"/>
                      <a:pt x="181" y="3"/>
                    </a:cubicBezTo>
                    <a:cubicBezTo>
                      <a:pt x="181" y="1"/>
                      <a:pt x="181" y="1"/>
                      <a:pt x="183" y="1"/>
                    </a:cubicBezTo>
                    <a:cubicBezTo>
                      <a:pt x="184" y="0"/>
                      <a:pt x="186" y="0"/>
                      <a:pt x="187" y="0"/>
                    </a:cubicBezTo>
                    <a:lnTo>
                      <a:pt x="187" y="0"/>
                    </a:lnTo>
                    <a:lnTo>
                      <a:pt x="286" y="0"/>
                    </a:lnTo>
                    <a:lnTo>
                      <a:pt x="286" y="0"/>
                    </a:lnTo>
                    <a:cubicBezTo>
                      <a:pt x="287" y="0"/>
                      <a:pt x="288" y="0"/>
                      <a:pt x="289" y="1"/>
                    </a:cubicBezTo>
                    <a:cubicBezTo>
                      <a:pt x="290" y="1"/>
                      <a:pt x="291" y="1"/>
                      <a:pt x="292" y="3"/>
                    </a:cubicBezTo>
                    <a:cubicBezTo>
                      <a:pt x="293" y="4"/>
                      <a:pt x="293" y="6"/>
                      <a:pt x="293" y="7"/>
                    </a:cubicBezTo>
                    <a:lnTo>
                      <a:pt x="293" y="7"/>
                    </a:lnTo>
                    <a:lnTo>
                      <a:pt x="293" y="92"/>
                    </a:lnTo>
                    <a:lnTo>
                      <a:pt x="293" y="92"/>
                    </a:lnTo>
                    <a:cubicBezTo>
                      <a:pt x="312" y="96"/>
                      <a:pt x="330" y="103"/>
                      <a:pt x="347" y="113"/>
                    </a:cubicBezTo>
                    <a:cubicBezTo>
                      <a:pt x="367" y="124"/>
                      <a:pt x="384" y="138"/>
                      <a:pt x="398" y="155"/>
                    </a:cubicBezTo>
                    <a:cubicBezTo>
                      <a:pt x="428" y="192"/>
                      <a:pt x="444" y="239"/>
                      <a:pt x="443" y="297"/>
                    </a:cubicBezTo>
                    <a:lnTo>
                      <a:pt x="443" y="301"/>
                    </a:lnTo>
                    <a:lnTo>
                      <a:pt x="443" y="301"/>
                    </a:lnTo>
                    <a:cubicBezTo>
                      <a:pt x="443" y="303"/>
                      <a:pt x="443" y="304"/>
                      <a:pt x="442" y="305"/>
                    </a:cubicBezTo>
                    <a:lnTo>
                      <a:pt x="442" y="305"/>
                    </a:lnTo>
                    <a:lnTo>
                      <a:pt x="434" y="319"/>
                    </a:lnTo>
                    <a:lnTo>
                      <a:pt x="434" y="319"/>
                    </a:lnTo>
                    <a:cubicBezTo>
                      <a:pt x="433" y="320"/>
                      <a:pt x="432" y="321"/>
                      <a:pt x="431" y="322"/>
                    </a:cubicBezTo>
                    <a:cubicBezTo>
                      <a:pt x="430" y="323"/>
                      <a:pt x="429" y="323"/>
                      <a:pt x="427" y="323"/>
                    </a:cubicBezTo>
                    <a:lnTo>
                      <a:pt x="286" y="323"/>
                    </a:lnTo>
                    <a:lnTo>
                      <a:pt x="286" y="323"/>
                    </a:lnTo>
                    <a:lnTo>
                      <a:pt x="286" y="323"/>
                    </a:lnTo>
                    <a:cubicBezTo>
                      <a:pt x="285" y="323"/>
                      <a:pt x="283" y="323"/>
                      <a:pt x="282" y="322"/>
                    </a:cubicBezTo>
                    <a:cubicBezTo>
                      <a:pt x="280" y="321"/>
                      <a:pt x="280" y="320"/>
                      <a:pt x="280" y="319"/>
                    </a:cubicBezTo>
                    <a:cubicBezTo>
                      <a:pt x="279" y="318"/>
                      <a:pt x="279" y="317"/>
                      <a:pt x="279" y="316"/>
                    </a:cubicBezTo>
                    <a:lnTo>
                      <a:pt x="279" y="316"/>
                    </a:lnTo>
                    <a:lnTo>
                      <a:pt x="279" y="298"/>
                    </a:lnTo>
                    <a:cubicBezTo>
                      <a:pt x="279" y="273"/>
                      <a:pt x="274" y="253"/>
                      <a:pt x="264" y="240"/>
                    </a:cubicBezTo>
                    <a:lnTo>
                      <a:pt x="264" y="240"/>
                    </a:lnTo>
                    <a:cubicBezTo>
                      <a:pt x="261" y="236"/>
                      <a:pt x="257" y="231"/>
                      <a:pt x="252" y="229"/>
                    </a:cubicBezTo>
                    <a:cubicBezTo>
                      <a:pt x="246" y="225"/>
                      <a:pt x="240" y="224"/>
                      <a:pt x="233" y="224"/>
                    </a:cubicBezTo>
                    <a:cubicBezTo>
                      <a:pt x="232" y="224"/>
                      <a:pt x="231" y="224"/>
                      <a:pt x="231" y="224"/>
                    </a:cubicBezTo>
                    <a:cubicBezTo>
                      <a:pt x="215" y="224"/>
                      <a:pt x="204" y="228"/>
                      <a:pt x="198" y="236"/>
                    </a:cubicBezTo>
                    <a:cubicBezTo>
                      <a:pt x="190" y="244"/>
                      <a:pt x="187" y="256"/>
                      <a:pt x="187" y="272"/>
                    </a:cubicBezTo>
                    <a:cubicBezTo>
                      <a:pt x="187" y="287"/>
                      <a:pt x="190" y="298"/>
                      <a:pt x="198" y="307"/>
                    </a:cubicBezTo>
                    <a:cubicBezTo>
                      <a:pt x="203" y="312"/>
                      <a:pt x="217" y="324"/>
                      <a:pt x="255" y="339"/>
                    </a:cubicBezTo>
                    <a:cubicBezTo>
                      <a:pt x="316" y="363"/>
                      <a:pt x="363" y="389"/>
                      <a:pt x="394" y="418"/>
                    </a:cubicBezTo>
                    <a:cubicBezTo>
                      <a:pt x="428" y="449"/>
                      <a:pt x="445" y="493"/>
                      <a:pt x="445" y="547"/>
                    </a:cubicBezTo>
                    <a:cubicBezTo>
                      <a:pt x="445" y="600"/>
                      <a:pt x="428" y="644"/>
                      <a:pt x="394" y="676"/>
                    </a:cubicBezTo>
                    <a:cubicBezTo>
                      <a:pt x="366" y="704"/>
                      <a:pt x="329" y="721"/>
                      <a:pt x="285" y="729"/>
                    </a:cubicBezTo>
                    <a:lnTo>
                      <a:pt x="285" y="805"/>
                    </a:lnTo>
                    <a:lnTo>
                      <a:pt x="285" y="805"/>
                    </a:lnTo>
                    <a:lnTo>
                      <a:pt x="285" y="805"/>
                    </a:lnTo>
                    <a:cubicBezTo>
                      <a:pt x="285" y="806"/>
                      <a:pt x="285" y="806"/>
                      <a:pt x="284" y="808"/>
                    </a:cubicBezTo>
                    <a:cubicBezTo>
                      <a:pt x="283" y="809"/>
                      <a:pt x="282" y="810"/>
                      <a:pt x="281" y="811"/>
                    </a:cubicBezTo>
                    <a:cubicBezTo>
                      <a:pt x="280" y="811"/>
                      <a:pt x="279" y="812"/>
                      <a:pt x="278" y="812"/>
                    </a:cubicBezTo>
                    <a:moveTo>
                      <a:pt x="187" y="797"/>
                    </a:moveTo>
                    <a:lnTo>
                      <a:pt x="270" y="797"/>
                    </a:lnTo>
                    <a:lnTo>
                      <a:pt x="270" y="723"/>
                    </a:lnTo>
                    <a:lnTo>
                      <a:pt x="270" y="723"/>
                    </a:lnTo>
                    <a:cubicBezTo>
                      <a:pt x="270" y="722"/>
                      <a:pt x="271" y="721"/>
                      <a:pt x="271" y="720"/>
                    </a:cubicBezTo>
                    <a:cubicBezTo>
                      <a:pt x="272" y="717"/>
                      <a:pt x="273" y="718"/>
                      <a:pt x="274" y="717"/>
                    </a:cubicBezTo>
                    <a:cubicBezTo>
                      <a:pt x="275" y="716"/>
                      <a:pt x="276" y="716"/>
                      <a:pt x="276" y="716"/>
                    </a:cubicBezTo>
                    <a:cubicBezTo>
                      <a:pt x="321" y="709"/>
                      <a:pt x="357" y="692"/>
                      <a:pt x="384" y="666"/>
                    </a:cubicBezTo>
                    <a:cubicBezTo>
                      <a:pt x="415" y="636"/>
                      <a:pt x="430" y="596"/>
                      <a:pt x="430" y="547"/>
                    </a:cubicBezTo>
                    <a:cubicBezTo>
                      <a:pt x="430" y="497"/>
                      <a:pt x="415" y="457"/>
                      <a:pt x="384" y="428"/>
                    </a:cubicBezTo>
                    <a:cubicBezTo>
                      <a:pt x="355" y="401"/>
                      <a:pt x="309" y="375"/>
                      <a:pt x="249" y="352"/>
                    </a:cubicBezTo>
                    <a:cubicBezTo>
                      <a:pt x="219" y="340"/>
                      <a:pt x="197" y="327"/>
                      <a:pt x="187" y="316"/>
                    </a:cubicBezTo>
                    <a:cubicBezTo>
                      <a:pt x="176" y="304"/>
                      <a:pt x="172" y="291"/>
                      <a:pt x="172" y="272"/>
                    </a:cubicBezTo>
                    <a:cubicBezTo>
                      <a:pt x="172" y="253"/>
                      <a:pt x="177" y="237"/>
                      <a:pt x="187" y="226"/>
                    </a:cubicBezTo>
                    <a:cubicBezTo>
                      <a:pt x="197" y="214"/>
                      <a:pt x="211" y="209"/>
                      <a:pt x="231" y="209"/>
                    </a:cubicBezTo>
                    <a:lnTo>
                      <a:pt x="231" y="209"/>
                    </a:lnTo>
                    <a:cubicBezTo>
                      <a:pt x="231" y="209"/>
                      <a:pt x="232" y="209"/>
                      <a:pt x="233" y="209"/>
                    </a:cubicBezTo>
                    <a:cubicBezTo>
                      <a:pt x="242" y="209"/>
                      <a:pt x="251" y="212"/>
                      <a:pt x="260" y="217"/>
                    </a:cubicBezTo>
                    <a:cubicBezTo>
                      <a:pt x="266" y="220"/>
                      <a:pt x="271" y="225"/>
                      <a:pt x="276" y="231"/>
                    </a:cubicBezTo>
                    <a:cubicBezTo>
                      <a:pt x="288" y="247"/>
                      <a:pt x="293" y="269"/>
                      <a:pt x="293" y="298"/>
                    </a:cubicBezTo>
                    <a:lnTo>
                      <a:pt x="293" y="308"/>
                    </a:lnTo>
                    <a:lnTo>
                      <a:pt x="423" y="308"/>
                    </a:lnTo>
                    <a:lnTo>
                      <a:pt x="428" y="299"/>
                    </a:lnTo>
                    <a:lnTo>
                      <a:pt x="428" y="296"/>
                    </a:lnTo>
                    <a:cubicBezTo>
                      <a:pt x="429" y="243"/>
                      <a:pt x="415" y="198"/>
                      <a:pt x="386" y="164"/>
                    </a:cubicBezTo>
                    <a:cubicBezTo>
                      <a:pt x="361" y="133"/>
                      <a:pt x="326" y="113"/>
                      <a:pt x="284" y="105"/>
                    </a:cubicBezTo>
                    <a:lnTo>
                      <a:pt x="284" y="105"/>
                    </a:lnTo>
                    <a:cubicBezTo>
                      <a:pt x="283" y="104"/>
                      <a:pt x="283" y="104"/>
                      <a:pt x="282" y="104"/>
                    </a:cubicBezTo>
                    <a:cubicBezTo>
                      <a:pt x="281" y="103"/>
                      <a:pt x="279" y="102"/>
                      <a:pt x="279" y="101"/>
                    </a:cubicBezTo>
                    <a:cubicBezTo>
                      <a:pt x="278" y="100"/>
                      <a:pt x="278" y="99"/>
                      <a:pt x="278" y="97"/>
                    </a:cubicBezTo>
                    <a:lnTo>
                      <a:pt x="278" y="97"/>
                    </a:lnTo>
                    <a:lnTo>
                      <a:pt x="278" y="14"/>
                    </a:lnTo>
                    <a:lnTo>
                      <a:pt x="195" y="14"/>
                    </a:lnTo>
                    <a:lnTo>
                      <a:pt x="195" y="96"/>
                    </a:lnTo>
                    <a:lnTo>
                      <a:pt x="195" y="96"/>
                    </a:lnTo>
                    <a:cubicBezTo>
                      <a:pt x="195" y="97"/>
                      <a:pt x="194" y="98"/>
                      <a:pt x="194" y="99"/>
                    </a:cubicBezTo>
                    <a:cubicBezTo>
                      <a:pt x="193" y="100"/>
                      <a:pt x="192" y="101"/>
                      <a:pt x="191" y="102"/>
                    </a:cubicBezTo>
                    <a:cubicBezTo>
                      <a:pt x="190" y="102"/>
                      <a:pt x="189" y="103"/>
                      <a:pt x="189" y="103"/>
                    </a:cubicBezTo>
                    <a:cubicBezTo>
                      <a:pt x="145" y="110"/>
                      <a:pt x="109" y="127"/>
                      <a:pt x="81" y="154"/>
                    </a:cubicBezTo>
                    <a:cubicBezTo>
                      <a:pt x="51" y="185"/>
                      <a:pt x="36" y="225"/>
                      <a:pt x="36" y="272"/>
                    </a:cubicBezTo>
                    <a:cubicBezTo>
                      <a:pt x="36" y="323"/>
                      <a:pt x="51" y="363"/>
                      <a:pt x="82" y="392"/>
                    </a:cubicBezTo>
                    <a:cubicBezTo>
                      <a:pt x="111" y="419"/>
                      <a:pt x="157" y="444"/>
                      <a:pt x="217" y="466"/>
                    </a:cubicBezTo>
                    <a:cubicBezTo>
                      <a:pt x="246" y="477"/>
                      <a:pt x="266" y="489"/>
                      <a:pt x="277" y="502"/>
                    </a:cubicBezTo>
                    <a:cubicBezTo>
                      <a:pt x="288" y="514"/>
                      <a:pt x="293" y="529"/>
                      <a:pt x="293" y="548"/>
                    </a:cubicBezTo>
                    <a:cubicBezTo>
                      <a:pt x="293" y="567"/>
                      <a:pt x="288" y="581"/>
                      <a:pt x="277" y="593"/>
                    </a:cubicBezTo>
                    <a:cubicBezTo>
                      <a:pt x="266" y="604"/>
                      <a:pt x="249" y="610"/>
                      <a:pt x="228" y="610"/>
                    </a:cubicBezTo>
                    <a:lnTo>
                      <a:pt x="228" y="610"/>
                    </a:lnTo>
                    <a:cubicBezTo>
                      <a:pt x="227" y="610"/>
                      <a:pt x="226" y="610"/>
                      <a:pt x="225" y="610"/>
                    </a:cubicBezTo>
                    <a:cubicBezTo>
                      <a:pt x="211" y="610"/>
                      <a:pt x="197" y="606"/>
                      <a:pt x="186" y="600"/>
                    </a:cubicBezTo>
                    <a:cubicBezTo>
                      <a:pt x="181" y="597"/>
                      <a:pt x="176" y="593"/>
                      <a:pt x="172" y="589"/>
                    </a:cubicBezTo>
                    <a:cubicBezTo>
                      <a:pt x="157" y="576"/>
                      <a:pt x="150" y="552"/>
                      <a:pt x="150" y="519"/>
                    </a:cubicBezTo>
                    <a:lnTo>
                      <a:pt x="150" y="510"/>
                    </a:lnTo>
                    <a:lnTo>
                      <a:pt x="19" y="510"/>
                    </a:lnTo>
                    <a:lnTo>
                      <a:pt x="15" y="521"/>
                    </a:lnTo>
                    <a:cubicBezTo>
                      <a:pt x="14" y="583"/>
                      <a:pt x="31" y="630"/>
                      <a:pt x="66" y="663"/>
                    </a:cubicBezTo>
                    <a:cubicBezTo>
                      <a:pt x="97" y="691"/>
                      <a:pt x="135" y="709"/>
                      <a:pt x="181" y="716"/>
                    </a:cubicBezTo>
                    <a:lnTo>
                      <a:pt x="181" y="716"/>
                    </a:lnTo>
                    <a:cubicBezTo>
                      <a:pt x="181" y="717"/>
                      <a:pt x="182" y="716"/>
                      <a:pt x="183" y="717"/>
                    </a:cubicBezTo>
                    <a:cubicBezTo>
                      <a:pt x="184" y="717"/>
                      <a:pt x="185" y="718"/>
                      <a:pt x="186" y="720"/>
                    </a:cubicBezTo>
                    <a:cubicBezTo>
                      <a:pt x="186" y="721"/>
                      <a:pt x="187" y="722"/>
                      <a:pt x="187" y="724"/>
                    </a:cubicBezTo>
                    <a:lnTo>
                      <a:pt x="187" y="79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0"/>
              <p:cNvSpPr/>
              <p:nvPr/>
            </p:nvSpPr>
            <p:spPr>
              <a:xfrm>
                <a:off x="618284" y="2826292"/>
                <a:ext cx="279708" cy="267191"/>
              </a:xfrm>
              <a:custGeom>
                <a:avLst/>
                <a:gdLst/>
                <a:ahLst/>
                <a:cxnLst/>
                <a:rect l="l" t="t" r="r" b="b"/>
                <a:pathLst>
                  <a:path w="715" h="683" extrusionOk="0">
                    <a:moveTo>
                      <a:pt x="482" y="0"/>
                    </a:moveTo>
                    <a:lnTo>
                      <a:pt x="482" y="0"/>
                    </a:lnTo>
                    <a:cubicBezTo>
                      <a:pt x="484" y="0"/>
                      <a:pt x="487" y="0"/>
                      <a:pt x="490" y="0"/>
                    </a:cubicBezTo>
                    <a:cubicBezTo>
                      <a:pt x="498" y="0"/>
                      <a:pt x="505" y="2"/>
                      <a:pt x="512" y="6"/>
                    </a:cubicBezTo>
                    <a:cubicBezTo>
                      <a:pt x="519" y="10"/>
                      <a:pt x="525" y="16"/>
                      <a:pt x="529" y="23"/>
                    </a:cubicBezTo>
                    <a:cubicBezTo>
                      <a:pt x="530" y="24"/>
                      <a:pt x="531" y="26"/>
                      <a:pt x="532" y="28"/>
                    </a:cubicBezTo>
                    <a:lnTo>
                      <a:pt x="543" y="56"/>
                    </a:lnTo>
                    <a:lnTo>
                      <a:pt x="668" y="351"/>
                    </a:lnTo>
                    <a:lnTo>
                      <a:pt x="671" y="359"/>
                    </a:lnTo>
                    <a:lnTo>
                      <a:pt x="714" y="377"/>
                    </a:lnTo>
                    <a:lnTo>
                      <a:pt x="652" y="488"/>
                    </a:lnTo>
                    <a:lnTo>
                      <a:pt x="545" y="682"/>
                    </a:lnTo>
                    <a:lnTo>
                      <a:pt x="473" y="667"/>
                    </a:lnTo>
                    <a:lnTo>
                      <a:pt x="473" y="667"/>
                    </a:lnTo>
                    <a:cubicBezTo>
                      <a:pt x="428" y="657"/>
                      <a:pt x="383" y="642"/>
                      <a:pt x="341" y="623"/>
                    </a:cubicBezTo>
                    <a:cubicBezTo>
                      <a:pt x="339" y="622"/>
                      <a:pt x="337" y="621"/>
                      <a:pt x="334" y="620"/>
                    </a:cubicBezTo>
                    <a:cubicBezTo>
                      <a:pt x="327" y="616"/>
                      <a:pt x="319" y="612"/>
                      <a:pt x="311" y="609"/>
                    </a:cubicBezTo>
                    <a:lnTo>
                      <a:pt x="207" y="555"/>
                    </a:lnTo>
                    <a:lnTo>
                      <a:pt x="91" y="496"/>
                    </a:lnTo>
                    <a:lnTo>
                      <a:pt x="91" y="496"/>
                    </a:lnTo>
                    <a:cubicBezTo>
                      <a:pt x="91" y="496"/>
                      <a:pt x="91" y="495"/>
                      <a:pt x="90" y="495"/>
                    </a:cubicBezTo>
                    <a:cubicBezTo>
                      <a:pt x="84" y="491"/>
                      <a:pt x="79" y="487"/>
                      <a:pt x="76" y="482"/>
                    </a:cubicBezTo>
                    <a:cubicBezTo>
                      <a:pt x="73" y="476"/>
                      <a:pt x="71" y="470"/>
                      <a:pt x="71" y="463"/>
                    </a:cubicBezTo>
                    <a:lnTo>
                      <a:pt x="71" y="463"/>
                    </a:lnTo>
                    <a:lnTo>
                      <a:pt x="71" y="463"/>
                    </a:lnTo>
                    <a:lnTo>
                      <a:pt x="71" y="463"/>
                    </a:lnTo>
                    <a:cubicBezTo>
                      <a:pt x="71" y="459"/>
                      <a:pt x="72" y="455"/>
                      <a:pt x="73" y="451"/>
                    </a:cubicBezTo>
                    <a:lnTo>
                      <a:pt x="73" y="451"/>
                    </a:lnTo>
                    <a:cubicBezTo>
                      <a:pt x="74" y="449"/>
                      <a:pt x="75" y="447"/>
                      <a:pt x="76" y="445"/>
                    </a:cubicBezTo>
                    <a:cubicBezTo>
                      <a:pt x="79" y="439"/>
                      <a:pt x="84" y="434"/>
                      <a:pt x="90" y="431"/>
                    </a:cubicBezTo>
                    <a:cubicBezTo>
                      <a:pt x="95" y="427"/>
                      <a:pt x="101" y="426"/>
                      <a:pt x="108" y="426"/>
                    </a:cubicBezTo>
                    <a:cubicBezTo>
                      <a:pt x="112" y="426"/>
                      <a:pt x="117" y="427"/>
                      <a:pt x="121" y="429"/>
                    </a:cubicBezTo>
                    <a:lnTo>
                      <a:pt x="249" y="478"/>
                    </a:lnTo>
                    <a:lnTo>
                      <a:pt x="23" y="339"/>
                    </a:lnTo>
                    <a:lnTo>
                      <a:pt x="23" y="339"/>
                    </a:lnTo>
                    <a:cubicBezTo>
                      <a:pt x="16" y="335"/>
                      <a:pt x="10" y="329"/>
                      <a:pt x="6" y="322"/>
                    </a:cubicBezTo>
                    <a:cubicBezTo>
                      <a:pt x="2" y="314"/>
                      <a:pt x="0" y="305"/>
                      <a:pt x="0" y="297"/>
                    </a:cubicBezTo>
                    <a:cubicBezTo>
                      <a:pt x="0" y="288"/>
                      <a:pt x="2" y="280"/>
                      <a:pt x="6" y="273"/>
                    </a:cubicBezTo>
                    <a:cubicBezTo>
                      <a:pt x="10" y="265"/>
                      <a:pt x="16" y="259"/>
                      <a:pt x="24" y="255"/>
                    </a:cubicBezTo>
                    <a:cubicBezTo>
                      <a:pt x="31" y="250"/>
                      <a:pt x="40" y="249"/>
                      <a:pt x="48" y="249"/>
                    </a:cubicBezTo>
                    <a:cubicBezTo>
                      <a:pt x="56" y="249"/>
                      <a:pt x="65" y="251"/>
                      <a:pt x="72" y="255"/>
                    </a:cubicBezTo>
                    <a:lnTo>
                      <a:pt x="294" y="376"/>
                    </a:lnTo>
                    <a:lnTo>
                      <a:pt x="48" y="209"/>
                    </a:lnTo>
                    <a:lnTo>
                      <a:pt x="48" y="209"/>
                    </a:lnTo>
                    <a:cubicBezTo>
                      <a:pt x="41" y="205"/>
                      <a:pt x="35" y="198"/>
                      <a:pt x="31" y="191"/>
                    </a:cubicBezTo>
                    <a:cubicBezTo>
                      <a:pt x="26" y="182"/>
                      <a:pt x="24" y="174"/>
                      <a:pt x="24" y="165"/>
                    </a:cubicBezTo>
                    <a:lnTo>
                      <a:pt x="24" y="164"/>
                    </a:lnTo>
                    <a:lnTo>
                      <a:pt x="24" y="164"/>
                    </a:lnTo>
                    <a:lnTo>
                      <a:pt x="24" y="164"/>
                    </a:lnTo>
                    <a:cubicBezTo>
                      <a:pt x="24" y="155"/>
                      <a:pt x="26" y="146"/>
                      <a:pt x="31" y="138"/>
                    </a:cubicBezTo>
                    <a:cubicBezTo>
                      <a:pt x="32" y="137"/>
                      <a:pt x="32" y="136"/>
                      <a:pt x="33" y="135"/>
                    </a:cubicBezTo>
                    <a:lnTo>
                      <a:pt x="33" y="135"/>
                    </a:lnTo>
                    <a:cubicBezTo>
                      <a:pt x="35" y="132"/>
                      <a:pt x="37" y="129"/>
                      <a:pt x="40" y="126"/>
                    </a:cubicBezTo>
                    <a:lnTo>
                      <a:pt x="40" y="126"/>
                    </a:lnTo>
                    <a:cubicBezTo>
                      <a:pt x="43" y="123"/>
                      <a:pt x="47" y="120"/>
                      <a:pt x="51" y="118"/>
                    </a:cubicBezTo>
                    <a:cubicBezTo>
                      <a:pt x="59" y="113"/>
                      <a:pt x="69" y="111"/>
                      <a:pt x="78" y="111"/>
                    </a:cubicBezTo>
                    <a:cubicBezTo>
                      <a:pt x="87" y="111"/>
                      <a:pt x="97" y="113"/>
                      <a:pt x="105" y="118"/>
                    </a:cubicBezTo>
                    <a:lnTo>
                      <a:pt x="380" y="274"/>
                    </a:lnTo>
                    <a:lnTo>
                      <a:pt x="383" y="275"/>
                    </a:lnTo>
                    <a:lnTo>
                      <a:pt x="380" y="273"/>
                    </a:lnTo>
                    <a:lnTo>
                      <a:pt x="158" y="109"/>
                    </a:lnTo>
                    <a:lnTo>
                      <a:pt x="158" y="109"/>
                    </a:lnTo>
                    <a:cubicBezTo>
                      <a:pt x="153" y="105"/>
                      <a:pt x="148" y="99"/>
                      <a:pt x="144" y="93"/>
                    </a:cubicBezTo>
                    <a:cubicBezTo>
                      <a:pt x="140" y="86"/>
                      <a:pt x="137" y="77"/>
                      <a:pt x="137" y="68"/>
                    </a:cubicBezTo>
                    <a:cubicBezTo>
                      <a:pt x="137" y="59"/>
                      <a:pt x="139" y="50"/>
                      <a:pt x="144" y="43"/>
                    </a:cubicBezTo>
                    <a:cubicBezTo>
                      <a:pt x="148" y="35"/>
                      <a:pt x="155" y="28"/>
                      <a:pt x="163" y="24"/>
                    </a:cubicBezTo>
                    <a:cubicBezTo>
                      <a:pt x="170" y="19"/>
                      <a:pt x="179" y="18"/>
                      <a:pt x="188" y="18"/>
                    </a:cubicBezTo>
                    <a:cubicBezTo>
                      <a:pt x="197" y="18"/>
                      <a:pt x="206" y="20"/>
                      <a:pt x="213" y="24"/>
                    </a:cubicBezTo>
                    <a:cubicBezTo>
                      <a:pt x="214" y="25"/>
                      <a:pt x="214" y="25"/>
                      <a:pt x="215" y="25"/>
                    </a:cubicBezTo>
                    <a:lnTo>
                      <a:pt x="402" y="141"/>
                    </a:lnTo>
                    <a:lnTo>
                      <a:pt x="476" y="187"/>
                    </a:lnTo>
                    <a:lnTo>
                      <a:pt x="445" y="55"/>
                    </a:lnTo>
                    <a:lnTo>
                      <a:pt x="445" y="55"/>
                    </a:lnTo>
                    <a:cubicBezTo>
                      <a:pt x="445" y="52"/>
                      <a:pt x="444" y="48"/>
                      <a:pt x="444" y="45"/>
                    </a:cubicBezTo>
                    <a:lnTo>
                      <a:pt x="444" y="45"/>
                    </a:lnTo>
                    <a:cubicBezTo>
                      <a:pt x="444" y="37"/>
                      <a:pt x="446" y="29"/>
                      <a:pt x="450" y="22"/>
                    </a:cubicBezTo>
                    <a:cubicBezTo>
                      <a:pt x="454" y="16"/>
                      <a:pt x="460" y="10"/>
                      <a:pt x="467" y="6"/>
                    </a:cubicBezTo>
                    <a:cubicBezTo>
                      <a:pt x="471" y="3"/>
                      <a:pt x="476" y="1"/>
                      <a:pt x="482" y="0"/>
                    </a:cubicBezTo>
                    <a:close/>
                  </a:path>
                </a:pathLst>
              </a:custGeom>
              <a:solidFill>
                <a:srgbClr val="EDBA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0"/>
              <p:cNvSpPr/>
              <p:nvPr/>
            </p:nvSpPr>
            <p:spPr>
              <a:xfrm>
                <a:off x="615546" y="2823162"/>
                <a:ext cx="285576" cy="273451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99" extrusionOk="0">
                    <a:moveTo>
                      <a:pt x="552" y="697"/>
                    </a:moveTo>
                    <a:lnTo>
                      <a:pt x="552" y="697"/>
                    </a:lnTo>
                    <a:cubicBezTo>
                      <a:pt x="551" y="698"/>
                      <a:pt x="551" y="698"/>
                      <a:pt x="551" y="698"/>
                    </a:cubicBezTo>
                    <a:cubicBezTo>
                      <a:pt x="550" y="698"/>
                      <a:pt x="550" y="698"/>
                      <a:pt x="550" y="697"/>
                    </a:cubicBezTo>
                    <a:lnTo>
                      <a:pt x="478" y="682"/>
                    </a:lnTo>
                    <a:lnTo>
                      <a:pt x="478" y="682"/>
                    </a:lnTo>
                    <a:cubicBezTo>
                      <a:pt x="433" y="672"/>
                      <a:pt x="388" y="657"/>
                      <a:pt x="345" y="638"/>
                    </a:cubicBezTo>
                    <a:cubicBezTo>
                      <a:pt x="343" y="637"/>
                      <a:pt x="342" y="636"/>
                      <a:pt x="340" y="635"/>
                    </a:cubicBezTo>
                    <a:lnTo>
                      <a:pt x="338" y="635"/>
                    </a:lnTo>
                    <a:cubicBezTo>
                      <a:pt x="331" y="631"/>
                      <a:pt x="323" y="628"/>
                      <a:pt x="316" y="624"/>
                    </a:cubicBezTo>
                    <a:lnTo>
                      <a:pt x="95" y="511"/>
                    </a:lnTo>
                    <a:lnTo>
                      <a:pt x="95" y="511"/>
                    </a:lnTo>
                    <a:cubicBezTo>
                      <a:pt x="94" y="510"/>
                      <a:pt x="94" y="510"/>
                      <a:pt x="93" y="510"/>
                    </a:cubicBezTo>
                    <a:cubicBezTo>
                      <a:pt x="86" y="506"/>
                      <a:pt x="81" y="499"/>
                      <a:pt x="77" y="493"/>
                    </a:cubicBezTo>
                    <a:cubicBezTo>
                      <a:pt x="73" y="486"/>
                      <a:pt x="71" y="479"/>
                      <a:pt x="71" y="471"/>
                    </a:cubicBezTo>
                    <a:lnTo>
                      <a:pt x="71" y="471"/>
                    </a:lnTo>
                    <a:lnTo>
                      <a:pt x="71" y="471"/>
                    </a:lnTo>
                    <a:lnTo>
                      <a:pt x="71" y="471"/>
                    </a:lnTo>
                    <a:cubicBezTo>
                      <a:pt x="71" y="466"/>
                      <a:pt x="72" y="461"/>
                      <a:pt x="73" y="457"/>
                    </a:cubicBezTo>
                    <a:lnTo>
                      <a:pt x="73" y="457"/>
                    </a:lnTo>
                    <a:cubicBezTo>
                      <a:pt x="74" y="454"/>
                      <a:pt x="75" y="452"/>
                      <a:pt x="77" y="449"/>
                    </a:cubicBezTo>
                    <a:cubicBezTo>
                      <a:pt x="81" y="443"/>
                      <a:pt x="86" y="436"/>
                      <a:pt x="93" y="433"/>
                    </a:cubicBezTo>
                    <a:cubicBezTo>
                      <a:pt x="94" y="432"/>
                      <a:pt x="95" y="432"/>
                      <a:pt x="96" y="431"/>
                    </a:cubicBezTo>
                    <a:lnTo>
                      <a:pt x="96" y="431"/>
                    </a:lnTo>
                    <a:cubicBezTo>
                      <a:pt x="102" y="429"/>
                      <a:pt x="108" y="427"/>
                      <a:pt x="115" y="427"/>
                    </a:cubicBezTo>
                    <a:cubicBezTo>
                      <a:pt x="120" y="427"/>
                      <a:pt x="126" y="428"/>
                      <a:pt x="131" y="430"/>
                    </a:cubicBezTo>
                    <a:lnTo>
                      <a:pt x="184" y="451"/>
                    </a:lnTo>
                    <a:lnTo>
                      <a:pt x="26" y="354"/>
                    </a:lnTo>
                    <a:lnTo>
                      <a:pt x="26" y="354"/>
                    </a:lnTo>
                    <a:cubicBezTo>
                      <a:pt x="18" y="349"/>
                      <a:pt x="12" y="342"/>
                      <a:pt x="7" y="334"/>
                    </a:cubicBezTo>
                    <a:cubicBezTo>
                      <a:pt x="2" y="325"/>
                      <a:pt x="0" y="316"/>
                      <a:pt x="0" y="306"/>
                    </a:cubicBezTo>
                    <a:cubicBezTo>
                      <a:pt x="0" y="298"/>
                      <a:pt x="1" y="289"/>
                      <a:pt x="5" y="282"/>
                    </a:cubicBezTo>
                    <a:lnTo>
                      <a:pt x="5" y="282"/>
                    </a:lnTo>
                    <a:cubicBezTo>
                      <a:pt x="6" y="280"/>
                      <a:pt x="6" y="279"/>
                      <a:pt x="7" y="278"/>
                    </a:cubicBezTo>
                    <a:cubicBezTo>
                      <a:pt x="12" y="269"/>
                      <a:pt x="19" y="262"/>
                      <a:pt x="28" y="257"/>
                    </a:cubicBezTo>
                    <a:cubicBezTo>
                      <a:pt x="36" y="252"/>
                      <a:pt x="46" y="250"/>
                      <a:pt x="55" y="250"/>
                    </a:cubicBezTo>
                    <a:cubicBezTo>
                      <a:pt x="65" y="250"/>
                      <a:pt x="74" y="252"/>
                      <a:pt x="82" y="257"/>
                    </a:cubicBezTo>
                    <a:lnTo>
                      <a:pt x="170" y="305"/>
                    </a:lnTo>
                    <a:lnTo>
                      <a:pt x="51" y="224"/>
                    </a:lnTo>
                    <a:lnTo>
                      <a:pt x="51" y="224"/>
                    </a:lnTo>
                    <a:cubicBezTo>
                      <a:pt x="43" y="218"/>
                      <a:pt x="37" y="211"/>
                      <a:pt x="32" y="203"/>
                    </a:cubicBezTo>
                    <a:cubicBezTo>
                      <a:pt x="27" y="194"/>
                      <a:pt x="24" y="184"/>
                      <a:pt x="24" y="173"/>
                    </a:cubicBezTo>
                    <a:lnTo>
                      <a:pt x="24" y="173"/>
                    </a:lnTo>
                    <a:lnTo>
                      <a:pt x="24" y="173"/>
                    </a:lnTo>
                    <a:cubicBezTo>
                      <a:pt x="24" y="162"/>
                      <a:pt x="27" y="151"/>
                      <a:pt x="32" y="142"/>
                    </a:cubicBezTo>
                    <a:cubicBezTo>
                      <a:pt x="35" y="137"/>
                      <a:pt x="38" y="133"/>
                      <a:pt x="42" y="129"/>
                    </a:cubicBezTo>
                    <a:lnTo>
                      <a:pt x="42" y="129"/>
                    </a:lnTo>
                    <a:cubicBezTo>
                      <a:pt x="46" y="126"/>
                      <a:pt x="50" y="122"/>
                      <a:pt x="54" y="120"/>
                    </a:cubicBezTo>
                    <a:cubicBezTo>
                      <a:pt x="64" y="114"/>
                      <a:pt x="74" y="112"/>
                      <a:pt x="85" y="112"/>
                    </a:cubicBezTo>
                    <a:cubicBezTo>
                      <a:pt x="96" y="112"/>
                      <a:pt x="106" y="114"/>
                      <a:pt x="115" y="120"/>
                    </a:cubicBezTo>
                    <a:lnTo>
                      <a:pt x="288" y="218"/>
                    </a:lnTo>
                    <a:lnTo>
                      <a:pt x="161" y="123"/>
                    </a:lnTo>
                    <a:lnTo>
                      <a:pt x="161" y="123"/>
                    </a:lnTo>
                    <a:cubicBezTo>
                      <a:pt x="154" y="118"/>
                      <a:pt x="149" y="112"/>
                      <a:pt x="145" y="105"/>
                    </a:cubicBezTo>
                    <a:cubicBezTo>
                      <a:pt x="140" y="96"/>
                      <a:pt x="137" y="86"/>
                      <a:pt x="137" y="76"/>
                    </a:cubicBezTo>
                    <a:cubicBezTo>
                      <a:pt x="137" y="66"/>
                      <a:pt x="140" y="56"/>
                      <a:pt x="145" y="47"/>
                    </a:cubicBezTo>
                    <a:cubicBezTo>
                      <a:pt x="150" y="38"/>
                      <a:pt x="157" y="31"/>
                      <a:pt x="166" y="26"/>
                    </a:cubicBezTo>
                    <a:cubicBezTo>
                      <a:pt x="175" y="21"/>
                      <a:pt x="185" y="18"/>
                      <a:pt x="195" y="18"/>
                    </a:cubicBezTo>
                    <a:cubicBezTo>
                      <a:pt x="205" y="18"/>
                      <a:pt x="215" y="21"/>
                      <a:pt x="224" y="26"/>
                    </a:cubicBezTo>
                    <a:cubicBezTo>
                      <a:pt x="224" y="26"/>
                      <a:pt x="225" y="27"/>
                      <a:pt x="226" y="27"/>
                    </a:cubicBezTo>
                    <a:lnTo>
                      <a:pt x="471" y="179"/>
                    </a:lnTo>
                    <a:lnTo>
                      <a:pt x="445" y="65"/>
                    </a:lnTo>
                    <a:lnTo>
                      <a:pt x="445" y="65"/>
                    </a:lnTo>
                    <a:cubicBezTo>
                      <a:pt x="444" y="61"/>
                      <a:pt x="444" y="57"/>
                      <a:pt x="444" y="53"/>
                    </a:cubicBezTo>
                    <a:lnTo>
                      <a:pt x="444" y="53"/>
                    </a:lnTo>
                    <a:lnTo>
                      <a:pt x="444" y="53"/>
                    </a:lnTo>
                    <a:cubicBezTo>
                      <a:pt x="444" y="44"/>
                      <a:pt x="446" y="35"/>
                      <a:pt x="451" y="27"/>
                    </a:cubicBezTo>
                    <a:cubicBezTo>
                      <a:pt x="456" y="19"/>
                      <a:pt x="462" y="12"/>
                      <a:pt x="470" y="8"/>
                    </a:cubicBezTo>
                    <a:cubicBezTo>
                      <a:pt x="476" y="4"/>
                      <a:pt x="481" y="2"/>
                      <a:pt x="487" y="1"/>
                    </a:cubicBezTo>
                    <a:lnTo>
                      <a:pt x="487" y="1"/>
                    </a:lnTo>
                    <a:lnTo>
                      <a:pt x="487" y="1"/>
                    </a:lnTo>
                    <a:cubicBezTo>
                      <a:pt x="491" y="1"/>
                      <a:pt x="494" y="0"/>
                      <a:pt x="497" y="0"/>
                    </a:cubicBezTo>
                    <a:cubicBezTo>
                      <a:pt x="506" y="0"/>
                      <a:pt x="515" y="2"/>
                      <a:pt x="523" y="7"/>
                    </a:cubicBezTo>
                    <a:cubicBezTo>
                      <a:pt x="531" y="11"/>
                      <a:pt x="538" y="19"/>
                      <a:pt x="543" y="27"/>
                    </a:cubicBezTo>
                    <a:cubicBezTo>
                      <a:pt x="544" y="29"/>
                      <a:pt x="545" y="31"/>
                      <a:pt x="546" y="33"/>
                    </a:cubicBezTo>
                    <a:lnTo>
                      <a:pt x="557" y="61"/>
                    </a:lnTo>
                    <a:lnTo>
                      <a:pt x="683" y="361"/>
                    </a:lnTo>
                    <a:lnTo>
                      <a:pt x="724" y="378"/>
                    </a:lnTo>
                    <a:lnTo>
                      <a:pt x="724" y="378"/>
                    </a:lnTo>
                    <a:lnTo>
                      <a:pt x="725" y="379"/>
                    </a:lnTo>
                    <a:cubicBezTo>
                      <a:pt x="726" y="379"/>
                      <a:pt x="727" y="379"/>
                      <a:pt x="728" y="381"/>
                    </a:cubicBezTo>
                    <a:cubicBezTo>
                      <a:pt x="728" y="382"/>
                      <a:pt x="728" y="382"/>
                      <a:pt x="728" y="382"/>
                    </a:cubicBezTo>
                    <a:lnTo>
                      <a:pt x="728" y="382"/>
                    </a:lnTo>
                    <a:cubicBezTo>
                      <a:pt x="728" y="383"/>
                      <a:pt x="729" y="384"/>
                      <a:pt x="729" y="385"/>
                    </a:cubicBezTo>
                    <a:cubicBezTo>
                      <a:pt x="729" y="386"/>
                      <a:pt x="728" y="387"/>
                      <a:pt x="728" y="388"/>
                    </a:cubicBezTo>
                    <a:lnTo>
                      <a:pt x="558" y="693"/>
                    </a:lnTo>
                    <a:lnTo>
                      <a:pt x="558" y="693"/>
                    </a:lnTo>
                    <a:cubicBezTo>
                      <a:pt x="558" y="694"/>
                      <a:pt x="558" y="694"/>
                      <a:pt x="558" y="694"/>
                    </a:cubicBezTo>
                    <a:cubicBezTo>
                      <a:pt x="557" y="695"/>
                      <a:pt x="556" y="695"/>
                      <a:pt x="555" y="696"/>
                    </a:cubicBezTo>
                    <a:cubicBezTo>
                      <a:pt x="554" y="696"/>
                      <a:pt x="553" y="697"/>
                      <a:pt x="552" y="697"/>
                    </a:cubicBezTo>
                    <a:moveTo>
                      <a:pt x="115" y="442"/>
                    </a:moveTo>
                    <a:lnTo>
                      <a:pt x="115" y="442"/>
                    </a:lnTo>
                    <a:cubicBezTo>
                      <a:pt x="110" y="442"/>
                      <a:pt x="105" y="443"/>
                      <a:pt x="100" y="446"/>
                    </a:cubicBezTo>
                    <a:cubicBezTo>
                      <a:pt x="96" y="448"/>
                      <a:pt x="92" y="451"/>
                      <a:pt x="89" y="456"/>
                    </a:cubicBezTo>
                    <a:cubicBezTo>
                      <a:pt x="88" y="457"/>
                      <a:pt x="88" y="460"/>
                      <a:pt x="87" y="462"/>
                    </a:cubicBezTo>
                    <a:lnTo>
                      <a:pt x="87" y="462"/>
                    </a:lnTo>
                    <a:cubicBezTo>
                      <a:pt x="86" y="465"/>
                      <a:pt x="86" y="468"/>
                      <a:pt x="86" y="471"/>
                    </a:cubicBezTo>
                    <a:lnTo>
                      <a:pt x="86" y="471"/>
                    </a:lnTo>
                    <a:lnTo>
                      <a:pt x="86" y="471"/>
                    </a:lnTo>
                    <a:lnTo>
                      <a:pt x="86" y="471"/>
                    </a:lnTo>
                    <a:cubicBezTo>
                      <a:pt x="86" y="476"/>
                      <a:pt x="87" y="481"/>
                      <a:pt x="90" y="486"/>
                    </a:cubicBezTo>
                    <a:cubicBezTo>
                      <a:pt x="92" y="490"/>
                      <a:pt x="96" y="494"/>
                      <a:pt x="100" y="497"/>
                    </a:cubicBezTo>
                    <a:cubicBezTo>
                      <a:pt x="101" y="497"/>
                      <a:pt x="101" y="497"/>
                      <a:pt x="101" y="498"/>
                    </a:cubicBezTo>
                    <a:lnTo>
                      <a:pt x="322" y="610"/>
                    </a:lnTo>
                    <a:cubicBezTo>
                      <a:pt x="330" y="614"/>
                      <a:pt x="337" y="618"/>
                      <a:pt x="344" y="621"/>
                    </a:cubicBezTo>
                    <a:lnTo>
                      <a:pt x="346" y="622"/>
                    </a:lnTo>
                    <a:cubicBezTo>
                      <a:pt x="348" y="623"/>
                      <a:pt x="349" y="624"/>
                      <a:pt x="351" y="624"/>
                    </a:cubicBezTo>
                    <a:lnTo>
                      <a:pt x="351" y="624"/>
                    </a:lnTo>
                    <a:cubicBezTo>
                      <a:pt x="393" y="643"/>
                      <a:pt x="437" y="658"/>
                      <a:pt x="482" y="667"/>
                    </a:cubicBezTo>
                    <a:lnTo>
                      <a:pt x="548" y="682"/>
                    </a:lnTo>
                    <a:lnTo>
                      <a:pt x="711" y="388"/>
                    </a:lnTo>
                    <a:lnTo>
                      <a:pt x="675" y="374"/>
                    </a:lnTo>
                    <a:lnTo>
                      <a:pt x="675" y="374"/>
                    </a:lnTo>
                    <a:cubicBezTo>
                      <a:pt x="675" y="373"/>
                      <a:pt x="674" y="373"/>
                      <a:pt x="674" y="373"/>
                    </a:cubicBezTo>
                    <a:cubicBezTo>
                      <a:pt x="673" y="372"/>
                      <a:pt x="672" y="372"/>
                      <a:pt x="671" y="370"/>
                    </a:cubicBezTo>
                    <a:lnTo>
                      <a:pt x="671" y="370"/>
                    </a:lnTo>
                    <a:lnTo>
                      <a:pt x="668" y="363"/>
                    </a:lnTo>
                    <a:lnTo>
                      <a:pt x="532" y="38"/>
                    </a:lnTo>
                    <a:lnTo>
                      <a:pt x="532" y="38"/>
                    </a:lnTo>
                    <a:cubicBezTo>
                      <a:pt x="531" y="37"/>
                      <a:pt x="531" y="36"/>
                      <a:pt x="530" y="34"/>
                    </a:cubicBezTo>
                    <a:cubicBezTo>
                      <a:pt x="526" y="28"/>
                      <a:pt x="522" y="23"/>
                      <a:pt x="516" y="20"/>
                    </a:cubicBezTo>
                    <a:cubicBezTo>
                      <a:pt x="510" y="16"/>
                      <a:pt x="503" y="15"/>
                      <a:pt x="497" y="15"/>
                    </a:cubicBezTo>
                    <a:cubicBezTo>
                      <a:pt x="495" y="15"/>
                      <a:pt x="492" y="15"/>
                      <a:pt x="490" y="16"/>
                    </a:cubicBezTo>
                    <a:lnTo>
                      <a:pt x="490" y="16"/>
                    </a:lnTo>
                    <a:lnTo>
                      <a:pt x="490" y="16"/>
                    </a:lnTo>
                    <a:cubicBezTo>
                      <a:pt x="486" y="16"/>
                      <a:pt x="481" y="18"/>
                      <a:pt x="478" y="20"/>
                    </a:cubicBezTo>
                    <a:cubicBezTo>
                      <a:pt x="472" y="24"/>
                      <a:pt x="467" y="28"/>
                      <a:pt x="464" y="34"/>
                    </a:cubicBezTo>
                    <a:cubicBezTo>
                      <a:pt x="460" y="40"/>
                      <a:pt x="459" y="47"/>
                      <a:pt x="459" y="53"/>
                    </a:cubicBezTo>
                    <a:lnTo>
                      <a:pt x="459" y="53"/>
                    </a:lnTo>
                    <a:cubicBezTo>
                      <a:pt x="459" y="56"/>
                      <a:pt x="459" y="59"/>
                      <a:pt x="460" y="62"/>
                    </a:cubicBezTo>
                    <a:lnTo>
                      <a:pt x="490" y="193"/>
                    </a:lnTo>
                    <a:lnTo>
                      <a:pt x="490" y="193"/>
                    </a:lnTo>
                    <a:cubicBezTo>
                      <a:pt x="490" y="193"/>
                      <a:pt x="490" y="194"/>
                      <a:pt x="490" y="195"/>
                    </a:cubicBezTo>
                    <a:cubicBezTo>
                      <a:pt x="490" y="196"/>
                      <a:pt x="490" y="196"/>
                      <a:pt x="489" y="198"/>
                    </a:cubicBezTo>
                    <a:cubicBezTo>
                      <a:pt x="488" y="199"/>
                      <a:pt x="488" y="200"/>
                      <a:pt x="487" y="201"/>
                    </a:cubicBezTo>
                    <a:lnTo>
                      <a:pt x="487" y="201"/>
                    </a:lnTo>
                    <a:cubicBezTo>
                      <a:pt x="487" y="201"/>
                      <a:pt x="487" y="200"/>
                      <a:pt x="486" y="201"/>
                    </a:cubicBezTo>
                    <a:cubicBezTo>
                      <a:pt x="485" y="201"/>
                      <a:pt x="484" y="202"/>
                      <a:pt x="483" y="202"/>
                    </a:cubicBezTo>
                    <a:cubicBezTo>
                      <a:pt x="482" y="202"/>
                      <a:pt x="480" y="202"/>
                      <a:pt x="479" y="201"/>
                    </a:cubicBezTo>
                    <a:lnTo>
                      <a:pt x="479" y="201"/>
                    </a:lnTo>
                    <a:lnTo>
                      <a:pt x="218" y="40"/>
                    </a:lnTo>
                    <a:lnTo>
                      <a:pt x="218" y="40"/>
                    </a:lnTo>
                    <a:lnTo>
                      <a:pt x="217" y="39"/>
                    </a:lnTo>
                    <a:cubicBezTo>
                      <a:pt x="210" y="35"/>
                      <a:pt x="202" y="33"/>
                      <a:pt x="195" y="33"/>
                    </a:cubicBezTo>
                    <a:cubicBezTo>
                      <a:pt x="187" y="33"/>
                      <a:pt x="180" y="35"/>
                      <a:pt x="174" y="39"/>
                    </a:cubicBezTo>
                    <a:cubicBezTo>
                      <a:pt x="168" y="42"/>
                      <a:pt x="163" y="47"/>
                      <a:pt x="159" y="53"/>
                    </a:cubicBezTo>
                    <a:lnTo>
                      <a:pt x="159" y="53"/>
                    </a:lnTo>
                    <a:cubicBezTo>
                      <a:pt x="159" y="54"/>
                      <a:pt x="158" y="54"/>
                      <a:pt x="158" y="55"/>
                    </a:cubicBezTo>
                    <a:cubicBezTo>
                      <a:pt x="154" y="61"/>
                      <a:pt x="152" y="69"/>
                      <a:pt x="152" y="76"/>
                    </a:cubicBezTo>
                    <a:lnTo>
                      <a:pt x="152" y="76"/>
                    </a:lnTo>
                    <a:lnTo>
                      <a:pt x="152" y="76"/>
                    </a:lnTo>
                    <a:lnTo>
                      <a:pt x="152" y="76"/>
                    </a:lnTo>
                    <a:cubicBezTo>
                      <a:pt x="152" y="84"/>
                      <a:pt x="154" y="91"/>
                      <a:pt x="158" y="98"/>
                    </a:cubicBezTo>
                    <a:cubicBezTo>
                      <a:pt x="161" y="103"/>
                      <a:pt x="165" y="108"/>
                      <a:pt x="170" y="111"/>
                    </a:cubicBezTo>
                    <a:lnTo>
                      <a:pt x="394" y="278"/>
                    </a:lnTo>
                    <a:lnTo>
                      <a:pt x="394" y="278"/>
                    </a:lnTo>
                    <a:cubicBezTo>
                      <a:pt x="395" y="278"/>
                      <a:pt x="395" y="279"/>
                      <a:pt x="396" y="280"/>
                    </a:cubicBezTo>
                    <a:cubicBezTo>
                      <a:pt x="397" y="281"/>
                      <a:pt x="397" y="282"/>
                      <a:pt x="397" y="284"/>
                    </a:cubicBezTo>
                    <a:cubicBezTo>
                      <a:pt x="397" y="285"/>
                      <a:pt x="396" y="286"/>
                      <a:pt x="396" y="287"/>
                    </a:cubicBezTo>
                    <a:cubicBezTo>
                      <a:pt x="395" y="288"/>
                      <a:pt x="395" y="289"/>
                      <a:pt x="394" y="290"/>
                    </a:cubicBezTo>
                    <a:cubicBezTo>
                      <a:pt x="392" y="291"/>
                      <a:pt x="391" y="291"/>
                      <a:pt x="390" y="291"/>
                    </a:cubicBezTo>
                    <a:cubicBezTo>
                      <a:pt x="389" y="291"/>
                      <a:pt x="387" y="291"/>
                      <a:pt x="386" y="290"/>
                    </a:cubicBezTo>
                    <a:lnTo>
                      <a:pt x="386" y="290"/>
                    </a:lnTo>
                    <a:lnTo>
                      <a:pt x="383" y="288"/>
                    </a:lnTo>
                    <a:lnTo>
                      <a:pt x="108" y="132"/>
                    </a:lnTo>
                    <a:lnTo>
                      <a:pt x="108" y="132"/>
                    </a:lnTo>
                    <a:cubicBezTo>
                      <a:pt x="101" y="128"/>
                      <a:pt x="93" y="126"/>
                      <a:pt x="85" y="126"/>
                    </a:cubicBezTo>
                    <a:cubicBezTo>
                      <a:pt x="77" y="126"/>
                      <a:pt x="69" y="128"/>
                      <a:pt x="62" y="132"/>
                    </a:cubicBezTo>
                    <a:cubicBezTo>
                      <a:pt x="58" y="134"/>
                      <a:pt x="55" y="137"/>
                      <a:pt x="53" y="139"/>
                    </a:cubicBezTo>
                    <a:lnTo>
                      <a:pt x="53" y="139"/>
                    </a:lnTo>
                    <a:cubicBezTo>
                      <a:pt x="50" y="142"/>
                      <a:pt x="48" y="144"/>
                      <a:pt x="46" y="147"/>
                    </a:cubicBezTo>
                    <a:lnTo>
                      <a:pt x="46" y="147"/>
                    </a:lnTo>
                    <a:cubicBezTo>
                      <a:pt x="46" y="148"/>
                      <a:pt x="45" y="149"/>
                      <a:pt x="45" y="150"/>
                    </a:cubicBezTo>
                    <a:cubicBezTo>
                      <a:pt x="41" y="156"/>
                      <a:pt x="39" y="164"/>
                      <a:pt x="39" y="172"/>
                    </a:cubicBezTo>
                    <a:lnTo>
                      <a:pt x="39" y="173"/>
                    </a:lnTo>
                    <a:lnTo>
                      <a:pt x="39" y="173"/>
                    </a:lnTo>
                    <a:lnTo>
                      <a:pt x="39" y="173"/>
                    </a:lnTo>
                    <a:cubicBezTo>
                      <a:pt x="39" y="181"/>
                      <a:pt x="41" y="189"/>
                      <a:pt x="45" y="196"/>
                    </a:cubicBezTo>
                    <a:cubicBezTo>
                      <a:pt x="48" y="202"/>
                      <a:pt x="53" y="207"/>
                      <a:pt x="59" y="211"/>
                    </a:cubicBezTo>
                    <a:lnTo>
                      <a:pt x="305" y="378"/>
                    </a:lnTo>
                    <a:lnTo>
                      <a:pt x="305" y="378"/>
                    </a:lnTo>
                    <a:cubicBezTo>
                      <a:pt x="306" y="379"/>
                      <a:pt x="306" y="380"/>
                      <a:pt x="307" y="381"/>
                    </a:cubicBezTo>
                    <a:cubicBezTo>
                      <a:pt x="308" y="382"/>
                      <a:pt x="308" y="384"/>
                      <a:pt x="308" y="385"/>
                    </a:cubicBezTo>
                    <a:cubicBezTo>
                      <a:pt x="308" y="386"/>
                      <a:pt x="307" y="387"/>
                      <a:pt x="307" y="389"/>
                    </a:cubicBezTo>
                    <a:cubicBezTo>
                      <a:pt x="306" y="390"/>
                      <a:pt x="306" y="390"/>
                      <a:pt x="305" y="391"/>
                    </a:cubicBezTo>
                    <a:cubicBezTo>
                      <a:pt x="304" y="391"/>
                      <a:pt x="302" y="392"/>
                      <a:pt x="301" y="392"/>
                    </a:cubicBezTo>
                    <a:cubicBezTo>
                      <a:pt x="300" y="392"/>
                      <a:pt x="298" y="392"/>
                      <a:pt x="297" y="391"/>
                    </a:cubicBezTo>
                    <a:lnTo>
                      <a:pt x="297" y="391"/>
                    </a:lnTo>
                    <a:lnTo>
                      <a:pt x="75" y="269"/>
                    </a:lnTo>
                    <a:lnTo>
                      <a:pt x="75" y="269"/>
                    </a:lnTo>
                    <a:cubicBezTo>
                      <a:pt x="69" y="266"/>
                      <a:pt x="62" y="264"/>
                      <a:pt x="55" y="264"/>
                    </a:cubicBezTo>
                    <a:cubicBezTo>
                      <a:pt x="48" y="264"/>
                      <a:pt x="41" y="266"/>
                      <a:pt x="35" y="270"/>
                    </a:cubicBezTo>
                    <a:cubicBezTo>
                      <a:pt x="29" y="273"/>
                      <a:pt x="23" y="279"/>
                      <a:pt x="20" y="285"/>
                    </a:cubicBezTo>
                    <a:cubicBezTo>
                      <a:pt x="19" y="286"/>
                      <a:pt x="19" y="287"/>
                      <a:pt x="18" y="288"/>
                    </a:cubicBezTo>
                    <a:lnTo>
                      <a:pt x="18" y="288"/>
                    </a:lnTo>
                    <a:cubicBezTo>
                      <a:pt x="16" y="293"/>
                      <a:pt x="14" y="299"/>
                      <a:pt x="14" y="306"/>
                    </a:cubicBezTo>
                    <a:cubicBezTo>
                      <a:pt x="14" y="313"/>
                      <a:pt x="16" y="319"/>
                      <a:pt x="20" y="326"/>
                    </a:cubicBezTo>
                    <a:cubicBezTo>
                      <a:pt x="23" y="331"/>
                      <a:pt x="28" y="337"/>
                      <a:pt x="34" y="341"/>
                    </a:cubicBezTo>
                    <a:lnTo>
                      <a:pt x="260" y="480"/>
                    </a:lnTo>
                    <a:lnTo>
                      <a:pt x="260" y="480"/>
                    </a:lnTo>
                    <a:cubicBezTo>
                      <a:pt x="261" y="481"/>
                      <a:pt x="261" y="481"/>
                      <a:pt x="262" y="483"/>
                    </a:cubicBezTo>
                    <a:cubicBezTo>
                      <a:pt x="262" y="484"/>
                      <a:pt x="263" y="485"/>
                      <a:pt x="263" y="486"/>
                    </a:cubicBezTo>
                    <a:cubicBezTo>
                      <a:pt x="263" y="487"/>
                      <a:pt x="262" y="489"/>
                      <a:pt x="262" y="490"/>
                    </a:cubicBezTo>
                    <a:cubicBezTo>
                      <a:pt x="261" y="491"/>
                      <a:pt x="262" y="492"/>
                      <a:pt x="260" y="493"/>
                    </a:cubicBezTo>
                    <a:cubicBezTo>
                      <a:pt x="258" y="493"/>
                      <a:pt x="257" y="494"/>
                      <a:pt x="256" y="494"/>
                    </a:cubicBezTo>
                    <a:cubicBezTo>
                      <a:pt x="255" y="494"/>
                      <a:pt x="254" y="493"/>
                      <a:pt x="253" y="493"/>
                    </a:cubicBezTo>
                    <a:lnTo>
                      <a:pt x="126" y="444"/>
                    </a:lnTo>
                    <a:lnTo>
                      <a:pt x="126" y="444"/>
                    </a:lnTo>
                    <a:cubicBezTo>
                      <a:pt x="122" y="442"/>
                      <a:pt x="118" y="442"/>
                      <a:pt x="115" y="442"/>
                    </a:cubicBezTo>
                    <a:moveTo>
                      <a:pt x="489" y="8"/>
                    </a:moveTo>
                    <a:lnTo>
                      <a:pt x="489" y="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0"/>
              <p:cNvSpPr/>
              <p:nvPr/>
            </p:nvSpPr>
            <p:spPr>
              <a:xfrm>
                <a:off x="374957" y="2701498"/>
                <a:ext cx="44988" cy="44206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13" extrusionOk="0">
                    <a:moveTo>
                      <a:pt x="106" y="112"/>
                    </a:moveTo>
                    <a:lnTo>
                      <a:pt x="106" y="112"/>
                    </a:lnTo>
                    <a:lnTo>
                      <a:pt x="106" y="112"/>
                    </a:lnTo>
                    <a:cubicBezTo>
                      <a:pt x="105" y="112"/>
                      <a:pt x="104" y="112"/>
                      <a:pt x="102" y="111"/>
                    </a:cubicBezTo>
                    <a:cubicBezTo>
                      <a:pt x="101" y="110"/>
                      <a:pt x="101" y="110"/>
                      <a:pt x="101" y="110"/>
                    </a:cubicBezTo>
                    <a:lnTo>
                      <a:pt x="3" y="13"/>
                    </a:lnTo>
                    <a:lnTo>
                      <a:pt x="3" y="13"/>
                    </a:lnTo>
                    <a:cubicBezTo>
                      <a:pt x="2" y="12"/>
                      <a:pt x="2" y="12"/>
                      <a:pt x="1" y="11"/>
                    </a:cubicBezTo>
                    <a:cubicBezTo>
                      <a:pt x="1" y="10"/>
                      <a:pt x="0" y="9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7" y="0"/>
                      <a:pt x="8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1"/>
                      <a:pt x="12" y="2"/>
                      <a:pt x="13" y="2"/>
                    </a:cubicBezTo>
                    <a:lnTo>
                      <a:pt x="111" y="99"/>
                    </a:lnTo>
                    <a:lnTo>
                      <a:pt x="111" y="99"/>
                    </a:lnTo>
                    <a:cubicBezTo>
                      <a:pt x="112" y="100"/>
                      <a:pt x="112" y="99"/>
                      <a:pt x="113" y="101"/>
                    </a:cubicBezTo>
                    <a:cubicBezTo>
                      <a:pt x="113" y="102"/>
                      <a:pt x="114" y="103"/>
                      <a:pt x="114" y="105"/>
                    </a:cubicBezTo>
                    <a:cubicBezTo>
                      <a:pt x="114" y="106"/>
                      <a:pt x="114" y="107"/>
                      <a:pt x="113" y="108"/>
                    </a:cubicBezTo>
                    <a:cubicBezTo>
                      <a:pt x="112" y="109"/>
                      <a:pt x="111" y="110"/>
                      <a:pt x="110" y="111"/>
                    </a:cubicBezTo>
                    <a:cubicBezTo>
                      <a:pt x="109" y="112"/>
                      <a:pt x="107" y="112"/>
                      <a:pt x="106" y="1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30"/>
              <p:cNvSpPr/>
              <p:nvPr/>
            </p:nvSpPr>
            <p:spPr>
              <a:xfrm>
                <a:off x="420336" y="2688980"/>
                <a:ext cx="23863" cy="37555"/>
              </a:xfrm>
              <a:custGeom>
                <a:avLst/>
                <a:gdLst/>
                <a:ahLst/>
                <a:cxnLst/>
                <a:rect l="l" t="t" r="r" b="b"/>
                <a:pathLst>
                  <a:path w="61" h="96" extrusionOk="0">
                    <a:moveTo>
                      <a:pt x="53" y="95"/>
                    </a:moveTo>
                    <a:lnTo>
                      <a:pt x="53" y="95"/>
                    </a:lnTo>
                    <a:lnTo>
                      <a:pt x="53" y="95"/>
                    </a:lnTo>
                    <a:cubicBezTo>
                      <a:pt x="52" y="95"/>
                      <a:pt x="50" y="94"/>
                      <a:pt x="49" y="94"/>
                    </a:cubicBezTo>
                    <a:cubicBezTo>
                      <a:pt x="48" y="93"/>
                      <a:pt x="47" y="93"/>
                      <a:pt x="47" y="92"/>
                    </a:cubicBezTo>
                    <a:lnTo>
                      <a:pt x="47" y="92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1"/>
                    </a:ln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0" y="4"/>
                      <a:pt x="1" y="3"/>
                    </a:cubicBezTo>
                    <a:cubicBezTo>
                      <a:pt x="2" y="2"/>
                      <a:pt x="2" y="1"/>
                      <a:pt x="4" y="1"/>
                    </a:cubicBezTo>
                    <a:cubicBezTo>
                      <a:pt x="6" y="0"/>
                      <a:pt x="6" y="0"/>
                      <a:pt x="7" y="0"/>
                    </a:cubicBezTo>
                    <a:cubicBezTo>
                      <a:pt x="8" y="0"/>
                      <a:pt x="10" y="0"/>
                      <a:pt x="11" y="1"/>
                    </a:cubicBezTo>
                    <a:cubicBezTo>
                      <a:pt x="12" y="1"/>
                      <a:pt x="13" y="1"/>
                      <a:pt x="14" y="3"/>
                    </a:cubicBezTo>
                    <a:cubicBezTo>
                      <a:pt x="14" y="4"/>
                      <a:pt x="14" y="4"/>
                      <a:pt x="14" y="4"/>
                    </a:cubicBezTo>
                    <a:lnTo>
                      <a:pt x="59" y="84"/>
                    </a:lnTo>
                    <a:lnTo>
                      <a:pt x="59" y="84"/>
                    </a:lnTo>
                    <a:cubicBezTo>
                      <a:pt x="60" y="86"/>
                      <a:pt x="60" y="87"/>
                      <a:pt x="60" y="88"/>
                    </a:cubicBezTo>
                    <a:cubicBezTo>
                      <a:pt x="60" y="89"/>
                      <a:pt x="60" y="91"/>
                      <a:pt x="59" y="92"/>
                    </a:cubicBezTo>
                    <a:cubicBezTo>
                      <a:pt x="58" y="93"/>
                      <a:pt x="58" y="94"/>
                      <a:pt x="57" y="94"/>
                    </a:cubicBezTo>
                    <a:lnTo>
                      <a:pt x="57" y="94"/>
                    </a:lnTo>
                    <a:lnTo>
                      <a:pt x="57" y="94"/>
                    </a:lnTo>
                    <a:cubicBezTo>
                      <a:pt x="55" y="95"/>
                      <a:pt x="54" y="95"/>
                      <a:pt x="53" y="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30"/>
              <p:cNvSpPr/>
              <p:nvPr/>
            </p:nvSpPr>
            <p:spPr>
              <a:xfrm>
                <a:off x="459848" y="2667072"/>
                <a:ext cx="19169" cy="38338"/>
              </a:xfrm>
              <a:custGeom>
                <a:avLst/>
                <a:gdLst/>
                <a:ahLst/>
                <a:cxnLst/>
                <a:rect l="l" t="t" r="r" b="b"/>
                <a:pathLst>
                  <a:path w="49" h="98" extrusionOk="0">
                    <a:moveTo>
                      <a:pt x="41" y="97"/>
                    </a:moveTo>
                    <a:lnTo>
                      <a:pt x="41" y="97"/>
                    </a:lnTo>
                    <a:lnTo>
                      <a:pt x="41" y="97"/>
                    </a:lnTo>
                    <a:cubicBezTo>
                      <a:pt x="40" y="97"/>
                      <a:pt x="39" y="96"/>
                      <a:pt x="38" y="96"/>
                    </a:cubicBezTo>
                    <a:cubicBezTo>
                      <a:pt x="37" y="95"/>
                      <a:pt x="36" y="95"/>
                      <a:pt x="35" y="94"/>
                    </a:cubicBezTo>
                    <a:cubicBezTo>
                      <a:pt x="35" y="93"/>
                      <a:pt x="35" y="93"/>
                      <a:pt x="35" y="93"/>
                    </a:cubicBezTo>
                    <a:lnTo>
                      <a:pt x="1" y="11"/>
                    </a:lnTo>
                    <a:lnTo>
                      <a:pt x="1" y="11"/>
                    </a:lnTo>
                    <a:cubicBezTo>
                      <a:pt x="0" y="10"/>
                      <a:pt x="0" y="9"/>
                      <a:pt x="0" y="8"/>
                    </a:cubicBezTo>
                    <a:cubicBezTo>
                      <a:pt x="0" y="7"/>
                      <a:pt x="0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5" y="0"/>
                      <a:pt x="7" y="0"/>
                    </a:cubicBezTo>
                    <a:cubicBezTo>
                      <a:pt x="8" y="0"/>
                      <a:pt x="10" y="0"/>
                      <a:pt x="11" y="1"/>
                    </a:cubicBezTo>
                    <a:cubicBezTo>
                      <a:pt x="12" y="1"/>
                      <a:pt x="13" y="3"/>
                      <a:pt x="14" y="4"/>
                    </a:cubicBezTo>
                    <a:lnTo>
                      <a:pt x="14" y="5"/>
                    </a:lnTo>
                    <a:lnTo>
                      <a:pt x="48" y="87"/>
                    </a:lnTo>
                    <a:lnTo>
                      <a:pt x="48" y="87"/>
                    </a:lnTo>
                    <a:cubicBezTo>
                      <a:pt x="48" y="88"/>
                      <a:pt x="48" y="89"/>
                      <a:pt x="48" y="90"/>
                    </a:cubicBezTo>
                    <a:cubicBezTo>
                      <a:pt x="48" y="91"/>
                      <a:pt x="48" y="91"/>
                      <a:pt x="48" y="93"/>
                    </a:cubicBezTo>
                    <a:cubicBezTo>
                      <a:pt x="47" y="94"/>
                      <a:pt x="46" y="95"/>
                      <a:pt x="45" y="96"/>
                    </a:cubicBezTo>
                    <a:cubicBezTo>
                      <a:pt x="44" y="96"/>
                      <a:pt x="42" y="97"/>
                      <a:pt x="41" y="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30"/>
              <p:cNvSpPr/>
              <p:nvPr/>
            </p:nvSpPr>
            <p:spPr>
              <a:xfrm>
                <a:off x="351485" y="2742966"/>
                <a:ext cx="41076" cy="26602"/>
              </a:xfrm>
              <a:custGeom>
                <a:avLst/>
                <a:gdLst/>
                <a:ahLst/>
                <a:cxnLst/>
                <a:rect l="l" t="t" r="r" b="b"/>
                <a:pathLst>
                  <a:path w="105" h="68" extrusionOk="0">
                    <a:moveTo>
                      <a:pt x="97" y="67"/>
                    </a:moveTo>
                    <a:lnTo>
                      <a:pt x="97" y="67"/>
                    </a:lnTo>
                    <a:cubicBezTo>
                      <a:pt x="96" y="67"/>
                      <a:pt x="95" y="67"/>
                      <a:pt x="93" y="66"/>
                    </a:cubicBezTo>
                    <a:lnTo>
                      <a:pt x="93" y="66"/>
                    </a:lnTo>
                    <a:lnTo>
                      <a:pt x="4" y="14"/>
                    </a:lnTo>
                    <a:lnTo>
                      <a:pt x="4" y="14"/>
                    </a:lnTo>
                    <a:cubicBezTo>
                      <a:pt x="3" y="13"/>
                      <a:pt x="2" y="12"/>
                      <a:pt x="1" y="11"/>
                    </a:cubicBezTo>
                    <a:cubicBezTo>
                      <a:pt x="1" y="10"/>
                      <a:pt x="0" y="8"/>
                      <a:pt x="0" y="7"/>
                    </a:cubicBezTo>
                    <a:cubicBezTo>
                      <a:pt x="0" y="5"/>
                      <a:pt x="1" y="5"/>
                      <a:pt x="1" y="4"/>
                    </a:cubicBezTo>
                    <a:lnTo>
                      <a:pt x="1" y="4"/>
                    </a:lnTo>
                    <a:lnTo>
                      <a:pt x="1" y="4"/>
                    </a:lnTo>
                    <a:cubicBezTo>
                      <a:pt x="2" y="2"/>
                      <a:pt x="3" y="2"/>
                      <a:pt x="4" y="1"/>
                    </a:cubicBezTo>
                    <a:cubicBezTo>
                      <a:pt x="5" y="0"/>
                      <a:pt x="6" y="0"/>
                      <a:pt x="8" y="0"/>
                    </a:cubicBezTo>
                    <a:cubicBezTo>
                      <a:pt x="9" y="0"/>
                      <a:pt x="10" y="0"/>
                      <a:pt x="11" y="1"/>
                    </a:cubicBezTo>
                    <a:lnTo>
                      <a:pt x="11" y="1"/>
                    </a:lnTo>
                    <a:lnTo>
                      <a:pt x="101" y="54"/>
                    </a:lnTo>
                    <a:lnTo>
                      <a:pt x="101" y="54"/>
                    </a:lnTo>
                    <a:cubicBezTo>
                      <a:pt x="102" y="54"/>
                      <a:pt x="103" y="55"/>
                      <a:pt x="103" y="56"/>
                    </a:cubicBezTo>
                    <a:cubicBezTo>
                      <a:pt x="104" y="57"/>
                      <a:pt x="104" y="59"/>
                      <a:pt x="104" y="60"/>
                    </a:cubicBezTo>
                    <a:cubicBezTo>
                      <a:pt x="104" y="61"/>
                      <a:pt x="104" y="63"/>
                      <a:pt x="103" y="64"/>
                    </a:cubicBezTo>
                    <a:cubicBezTo>
                      <a:pt x="102" y="65"/>
                      <a:pt x="102" y="65"/>
                      <a:pt x="101" y="66"/>
                    </a:cubicBezTo>
                    <a:cubicBezTo>
                      <a:pt x="100" y="66"/>
                      <a:pt x="98" y="67"/>
                      <a:pt x="97" y="6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30"/>
              <p:cNvSpPr/>
              <p:nvPr/>
            </p:nvSpPr>
            <p:spPr>
              <a:xfrm>
                <a:off x="345226" y="2785216"/>
                <a:ext cx="34817" cy="15648"/>
              </a:xfrm>
              <a:custGeom>
                <a:avLst/>
                <a:gdLst/>
                <a:ahLst/>
                <a:cxnLst/>
                <a:rect l="l" t="t" r="r" b="b"/>
                <a:pathLst>
                  <a:path w="89" h="40" extrusionOk="0">
                    <a:moveTo>
                      <a:pt x="81" y="38"/>
                    </a:moveTo>
                    <a:lnTo>
                      <a:pt x="81" y="38"/>
                    </a:lnTo>
                    <a:cubicBezTo>
                      <a:pt x="80" y="38"/>
                      <a:pt x="79" y="38"/>
                      <a:pt x="79" y="38"/>
                    </a:cubicBezTo>
                    <a:lnTo>
                      <a:pt x="5" y="15"/>
                    </a:lnTo>
                    <a:lnTo>
                      <a:pt x="5" y="15"/>
                    </a:lnTo>
                    <a:cubicBezTo>
                      <a:pt x="5" y="14"/>
                      <a:pt x="5" y="14"/>
                      <a:pt x="4" y="14"/>
                    </a:cubicBezTo>
                    <a:cubicBezTo>
                      <a:pt x="3" y="13"/>
                      <a:pt x="2" y="12"/>
                      <a:pt x="1" y="11"/>
                    </a:cubicBezTo>
                    <a:cubicBezTo>
                      <a:pt x="0" y="10"/>
                      <a:pt x="0" y="9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8" y="0"/>
                    </a:cubicBezTo>
                    <a:cubicBezTo>
                      <a:pt x="8" y="0"/>
                      <a:pt x="9" y="0"/>
                      <a:pt x="10" y="1"/>
                    </a:cubicBezTo>
                    <a:lnTo>
                      <a:pt x="83" y="24"/>
                    </a:lnTo>
                    <a:lnTo>
                      <a:pt x="83" y="24"/>
                    </a:lnTo>
                    <a:cubicBezTo>
                      <a:pt x="84" y="24"/>
                      <a:pt x="84" y="24"/>
                      <a:pt x="85" y="25"/>
                    </a:cubicBezTo>
                    <a:cubicBezTo>
                      <a:pt x="86" y="25"/>
                      <a:pt x="86" y="26"/>
                      <a:pt x="87" y="28"/>
                    </a:cubicBezTo>
                    <a:cubicBezTo>
                      <a:pt x="88" y="29"/>
                      <a:pt x="88" y="29"/>
                      <a:pt x="88" y="31"/>
                    </a:cubicBezTo>
                    <a:cubicBezTo>
                      <a:pt x="88" y="32"/>
                      <a:pt x="88" y="34"/>
                      <a:pt x="87" y="35"/>
                    </a:cubicBezTo>
                    <a:cubicBezTo>
                      <a:pt x="86" y="36"/>
                      <a:pt x="87" y="37"/>
                      <a:pt x="85" y="38"/>
                    </a:cubicBezTo>
                    <a:cubicBezTo>
                      <a:pt x="83" y="38"/>
                      <a:pt x="82" y="39"/>
                      <a:pt x="81" y="39"/>
                    </a:cubicBezTo>
                    <a:lnTo>
                      <a:pt x="81" y="39"/>
                    </a:lnTo>
                    <a:lnTo>
                      <a:pt x="81" y="3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634;p30">
            <a:extLst>
              <a:ext uri="{FF2B5EF4-FFF2-40B4-BE49-F238E27FC236}">
                <a16:creationId xmlns:a16="http://schemas.microsoft.com/office/drawing/2014/main" id="{88E3393B-CEAF-5C0E-6188-8D913BDD9DE8}"/>
              </a:ext>
            </a:extLst>
          </p:cNvPr>
          <p:cNvSpPr txBox="1">
            <a:spLocks/>
          </p:cNvSpPr>
          <p:nvPr/>
        </p:nvSpPr>
        <p:spPr>
          <a:xfrm>
            <a:off x="727216" y="3747244"/>
            <a:ext cx="2096776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marL="0" indent="0"/>
            <a:r>
              <a:rPr lang="en-GB" dirty="0"/>
              <a:t>Author: Hailey Zheng</a:t>
            </a:r>
          </a:p>
          <a:p>
            <a:pPr marL="0" indent="0"/>
            <a:r>
              <a:rPr lang="en-GB" dirty="0"/>
              <a:t>ID: 116843193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33"/>
          <p:cNvSpPr txBox="1">
            <a:spLocks noGrp="1"/>
          </p:cNvSpPr>
          <p:nvPr>
            <p:ph type="title"/>
          </p:nvPr>
        </p:nvSpPr>
        <p:spPr>
          <a:xfrm>
            <a:off x="284472" y="154181"/>
            <a:ext cx="659556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Identify the Real World Issue</a:t>
            </a:r>
            <a:endParaRPr b="0" dirty="0"/>
          </a:p>
        </p:txBody>
      </p:sp>
      <p:sp>
        <p:nvSpPr>
          <p:cNvPr id="1954" name="Google Shape;1954;p33"/>
          <p:cNvSpPr txBox="1">
            <a:spLocks noGrp="1"/>
          </p:cNvSpPr>
          <p:nvPr>
            <p:ph type="subTitle" idx="1"/>
          </p:nvPr>
        </p:nvSpPr>
        <p:spPr>
          <a:xfrm>
            <a:off x="499840" y="874211"/>
            <a:ext cx="7973605" cy="17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-US" sz="1400" b="1" dirty="0"/>
              <a:t>Every year, billions of dollars are invested into the film industry. Some movies become massive hits, while others suffer devastating box office failures. </a:t>
            </a:r>
          </a:p>
          <a:p>
            <a:pPr marL="0" indent="0">
              <a:buSzPts val="1100"/>
              <a:buNone/>
            </a:pPr>
            <a:endParaRPr lang="en-US" sz="1400" b="1" dirty="0"/>
          </a:p>
          <a:p>
            <a:pPr marL="0" indent="0">
              <a:buSzPts val="1100"/>
              <a:buNone/>
            </a:pPr>
            <a:r>
              <a:rPr lang="en-US" sz="1400" b="1" dirty="0"/>
              <a:t>Some believe that a bigger budget leads to greater returns.</a:t>
            </a:r>
          </a:p>
          <a:p>
            <a:pPr marL="285750" indent="-285750">
              <a:buSzPts val="1100"/>
            </a:pPr>
            <a:r>
              <a:rPr lang="en-US" sz="1400" dirty="0"/>
              <a:t>Avatar (2009) cost $237 million to produce and became the highest-grossing film of all time. </a:t>
            </a:r>
          </a:p>
          <a:p>
            <a:pPr marL="0" indent="0">
              <a:buSzPts val="1100"/>
              <a:buNone/>
            </a:pPr>
            <a:endParaRPr lang="en-US" sz="1400" b="1" dirty="0"/>
          </a:p>
          <a:p>
            <a:pPr marL="0" indent="0">
              <a:buSzPts val="1100"/>
              <a:buNone/>
            </a:pPr>
            <a:r>
              <a:rPr lang="en-US" sz="1400" b="1" dirty="0"/>
              <a:t>Yet not all high investments guarantee success.</a:t>
            </a:r>
          </a:p>
          <a:p>
            <a:pPr marL="285750" indent="-285750">
              <a:buSzPts val="1100"/>
            </a:pPr>
            <a:r>
              <a:rPr lang="en-US" sz="1400" dirty="0"/>
              <a:t>John Carter (2012) had a $250 million budget but lost over $200 million at the box office.</a:t>
            </a:r>
          </a:p>
          <a:p>
            <a:pPr marL="0" indent="0">
              <a:buSzPts val="1100"/>
              <a:buNone/>
            </a:pPr>
            <a:r>
              <a:rPr lang="en-US" sz="1400" b="1" dirty="0"/>
              <a:t> </a:t>
            </a:r>
          </a:p>
          <a:p>
            <a:pPr marL="0" indent="0">
              <a:buSzPts val="1100"/>
              <a:buNone/>
            </a:pPr>
            <a:r>
              <a:rPr lang="en-US" sz="1400" b="1" dirty="0"/>
              <a:t>Some argue that star power is the key, while others insist that release timing makes all the difference. </a:t>
            </a:r>
          </a:p>
        </p:txBody>
      </p:sp>
      <p:grpSp>
        <p:nvGrpSpPr>
          <p:cNvPr id="1956" name="Google Shape;1956;p33"/>
          <p:cNvGrpSpPr/>
          <p:nvPr/>
        </p:nvGrpSpPr>
        <p:grpSpPr>
          <a:xfrm>
            <a:off x="6714133" y="3647934"/>
            <a:ext cx="2344331" cy="1441353"/>
            <a:chOff x="6520950" y="3579247"/>
            <a:chExt cx="2344331" cy="1441353"/>
          </a:xfrm>
        </p:grpSpPr>
        <p:sp>
          <p:nvSpPr>
            <p:cNvPr id="1957" name="Google Shape;1957;p33"/>
            <p:cNvSpPr/>
            <p:nvPr/>
          </p:nvSpPr>
          <p:spPr>
            <a:xfrm>
              <a:off x="6520950" y="4670450"/>
              <a:ext cx="2344331" cy="350150"/>
            </a:xfrm>
            <a:custGeom>
              <a:avLst/>
              <a:gdLst/>
              <a:ahLst/>
              <a:cxnLst/>
              <a:rect l="l" t="t" r="r" b="b"/>
              <a:pathLst>
                <a:path w="5921" h="645" extrusionOk="0">
                  <a:moveTo>
                    <a:pt x="5920" y="322"/>
                  </a:moveTo>
                  <a:cubicBezTo>
                    <a:pt x="5920" y="379"/>
                    <a:pt x="5782" y="434"/>
                    <a:pt x="5523" y="483"/>
                  </a:cubicBezTo>
                  <a:cubicBezTo>
                    <a:pt x="5263" y="532"/>
                    <a:pt x="4890" y="573"/>
                    <a:pt x="4440" y="601"/>
                  </a:cubicBezTo>
                  <a:cubicBezTo>
                    <a:pt x="3990" y="629"/>
                    <a:pt x="3479" y="644"/>
                    <a:pt x="2960" y="644"/>
                  </a:cubicBezTo>
                  <a:cubicBezTo>
                    <a:pt x="2440" y="644"/>
                    <a:pt x="1930" y="629"/>
                    <a:pt x="1480" y="601"/>
                  </a:cubicBezTo>
                  <a:cubicBezTo>
                    <a:pt x="1030" y="573"/>
                    <a:pt x="657" y="532"/>
                    <a:pt x="397" y="483"/>
                  </a:cubicBezTo>
                  <a:cubicBezTo>
                    <a:pt x="137" y="434"/>
                    <a:pt x="0" y="379"/>
                    <a:pt x="0" y="322"/>
                  </a:cubicBezTo>
                  <a:cubicBezTo>
                    <a:pt x="0" y="266"/>
                    <a:pt x="137" y="210"/>
                    <a:pt x="397" y="161"/>
                  </a:cubicBezTo>
                  <a:cubicBezTo>
                    <a:pt x="657" y="112"/>
                    <a:pt x="1030" y="72"/>
                    <a:pt x="1480" y="43"/>
                  </a:cubicBezTo>
                  <a:cubicBezTo>
                    <a:pt x="1930" y="15"/>
                    <a:pt x="2441" y="0"/>
                    <a:pt x="2960" y="0"/>
                  </a:cubicBezTo>
                  <a:cubicBezTo>
                    <a:pt x="3480" y="0"/>
                    <a:pt x="3990" y="15"/>
                    <a:pt x="4440" y="43"/>
                  </a:cubicBezTo>
                  <a:cubicBezTo>
                    <a:pt x="4890" y="72"/>
                    <a:pt x="5264" y="112"/>
                    <a:pt x="5523" y="161"/>
                  </a:cubicBezTo>
                  <a:cubicBezTo>
                    <a:pt x="5783" y="210"/>
                    <a:pt x="5920" y="266"/>
                    <a:pt x="5920" y="3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8" name="Google Shape;1958;p33"/>
            <p:cNvGrpSpPr/>
            <p:nvPr/>
          </p:nvGrpSpPr>
          <p:grpSpPr>
            <a:xfrm>
              <a:off x="6738666" y="3579247"/>
              <a:ext cx="1780346" cy="1291699"/>
              <a:chOff x="6738666" y="3579247"/>
              <a:chExt cx="1780346" cy="1291699"/>
            </a:xfrm>
          </p:grpSpPr>
          <p:grpSp>
            <p:nvGrpSpPr>
              <p:cNvPr id="1959" name="Google Shape;1959;p33"/>
              <p:cNvGrpSpPr/>
              <p:nvPr/>
            </p:nvGrpSpPr>
            <p:grpSpPr>
              <a:xfrm>
                <a:off x="6738666" y="3579247"/>
                <a:ext cx="1780346" cy="1291699"/>
                <a:chOff x="1699654" y="3579247"/>
                <a:chExt cx="1780346" cy="1291699"/>
              </a:xfrm>
            </p:grpSpPr>
            <p:sp>
              <p:nvSpPr>
                <p:cNvPr id="1960" name="Google Shape;1960;p33"/>
                <p:cNvSpPr/>
                <p:nvPr/>
              </p:nvSpPr>
              <p:spPr>
                <a:xfrm>
                  <a:off x="1759487" y="3665478"/>
                  <a:ext cx="1716406" cy="1201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6" h="2048" extrusionOk="0">
                      <a:moveTo>
                        <a:pt x="1463" y="2047"/>
                      </a:moveTo>
                      <a:lnTo>
                        <a:pt x="0" y="2047"/>
                      </a:lnTo>
                      <a:lnTo>
                        <a:pt x="0" y="0"/>
                      </a:lnTo>
                      <a:lnTo>
                        <a:pt x="2925" y="0"/>
                      </a:lnTo>
                      <a:lnTo>
                        <a:pt x="2925" y="2047"/>
                      </a:lnTo>
                      <a:lnTo>
                        <a:pt x="1463" y="204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1" name="Google Shape;1961;p33"/>
                <p:cNvSpPr/>
                <p:nvPr/>
              </p:nvSpPr>
              <p:spPr>
                <a:xfrm>
                  <a:off x="1755381" y="3661371"/>
                  <a:ext cx="1724619" cy="1209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0" h="2062" extrusionOk="0">
                      <a:moveTo>
                        <a:pt x="2932" y="2061"/>
                      </a:moveTo>
                      <a:lnTo>
                        <a:pt x="7" y="2061"/>
                      </a:lnTo>
                      <a:lnTo>
                        <a:pt x="7" y="2061"/>
                      </a:lnTo>
                      <a:lnTo>
                        <a:pt x="7" y="2061"/>
                      </a:lnTo>
                      <a:cubicBezTo>
                        <a:pt x="6" y="2061"/>
                        <a:pt x="5" y="2060"/>
                        <a:pt x="4" y="2060"/>
                      </a:cubicBezTo>
                      <a:cubicBezTo>
                        <a:pt x="3" y="2059"/>
                        <a:pt x="2" y="2059"/>
                        <a:pt x="1" y="2058"/>
                      </a:cubicBezTo>
                      <a:cubicBezTo>
                        <a:pt x="0" y="2056"/>
                        <a:pt x="0" y="2055"/>
                        <a:pt x="0" y="2054"/>
                      </a:cubicBezTo>
                      <a:lnTo>
                        <a:pt x="0" y="2054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2" y="2"/>
                        <a:pt x="3" y="2"/>
                        <a:pt x="4" y="1"/>
                      </a:cubicBezTo>
                      <a:cubicBezTo>
                        <a:pt x="5" y="0"/>
                        <a:pt x="6" y="0"/>
                        <a:pt x="7" y="0"/>
                      </a:cubicBezTo>
                      <a:lnTo>
                        <a:pt x="7" y="0"/>
                      </a:lnTo>
                      <a:lnTo>
                        <a:pt x="2932" y="0"/>
                      </a:lnTo>
                      <a:lnTo>
                        <a:pt x="2932" y="0"/>
                      </a:lnTo>
                      <a:lnTo>
                        <a:pt x="2932" y="0"/>
                      </a:lnTo>
                      <a:cubicBezTo>
                        <a:pt x="2933" y="0"/>
                        <a:pt x="2934" y="0"/>
                        <a:pt x="2935" y="1"/>
                      </a:cubicBezTo>
                      <a:cubicBezTo>
                        <a:pt x="2936" y="2"/>
                        <a:pt x="2937" y="2"/>
                        <a:pt x="2938" y="4"/>
                      </a:cubicBezTo>
                      <a:cubicBezTo>
                        <a:pt x="2939" y="5"/>
                        <a:pt x="2939" y="6"/>
                        <a:pt x="2939" y="7"/>
                      </a:cubicBezTo>
                      <a:lnTo>
                        <a:pt x="2939" y="7"/>
                      </a:lnTo>
                      <a:lnTo>
                        <a:pt x="2939" y="2054"/>
                      </a:lnTo>
                      <a:lnTo>
                        <a:pt x="2939" y="2054"/>
                      </a:lnTo>
                      <a:lnTo>
                        <a:pt x="2939" y="2054"/>
                      </a:lnTo>
                      <a:cubicBezTo>
                        <a:pt x="2939" y="2055"/>
                        <a:pt x="2939" y="2056"/>
                        <a:pt x="2938" y="2058"/>
                      </a:cubicBezTo>
                      <a:cubicBezTo>
                        <a:pt x="2937" y="2059"/>
                        <a:pt x="2936" y="2059"/>
                        <a:pt x="2935" y="2060"/>
                      </a:cubicBezTo>
                      <a:cubicBezTo>
                        <a:pt x="2934" y="2060"/>
                        <a:pt x="2933" y="2061"/>
                        <a:pt x="2932" y="2061"/>
                      </a:cubicBezTo>
                      <a:moveTo>
                        <a:pt x="14" y="2047"/>
                      </a:moveTo>
                      <a:lnTo>
                        <a:pt x="2925" y="2047"/>
                      </a:lnTo>
                      <a:lnTo>
                        <a:pt x="2925" y="14"/>
                      </a:lnTo>
                      <a:lnTo>
                        <a:pt x="14" y="14"/>
                      </a:lnTo>
                      <a:lnTo>
                        <a:pt x="14" y="204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2" name="Google Shape;1962;p33"/>
                <p:cNvSpPr/>
                <p:nvPr/>
              </p:nvSpPr>
              <p:spPr>
                <a:xfrm>
                  <a:off x="1703760" y="3583353"/>
                  <a:ext cx="1716406" cy="1201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6" h="2048" extrusionOk="0">
                      <a:moveTo>
                        <a:pt x="1463" y="2047"/>
                      </a:moveTo>
                      <a:lnTo>
                        <a:pt x="0" y="2047"/>
                      </a:lnTo>
                      <a:lnTo>
                        <a:pt x="0" y="0"/>
                      </a:lnTo>
                      <a:lnTo>
                        <a:pt x="2925" y="0"/>
                      </a:lnTo>
                      <a:lnTo>
                        <a:pt x="2925" y="2047"/>
                      </a:lnTo>
                      <a:lnTo>
                        <a:pt x="1463" y="204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3" name="Google Shape;1963;p33"/>
                <p:cNvSpPr/>
                <p:nvPr/>
              </p:nvSpPr>
              <p:spPr>
                <a:xfrm>
                  <a:off x="1699654" y="3579247"/>
                  <a:ext cx="1724619" cy="1209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0" h="2062" extrusionOk="0">
                      <a:moveTo>
                        <a:pt x="2932" y="2061"/>
                      </a:moveTo>
                      <a:lnTo>
                        <a:pt x="7" y="2061"/>
                      </a:lnTo>
                      <a:lnTo>
                        <a:pt x="7" y="2061"/>
                      </a:lnTo>
                      <a:lnTo>
                        <a:pt x="7" y="2061"/>
                      </a:lnTo>
                      <a:cubicBezTo>
                        <a:pt x="6" y="2061"/>
                        <a:pt x="5" y="2060"/>
                        <a:pt x="4" y="2060"/>
                      </a:cubicBezTo>
                      <a:cubicBezTo>
                        <a:pt x="3" y="2059"/>
                        <a:pt x="2" y="2059"/>
                        <a:pt x="1" y="2058"/>
                      </a:cubicBezTo>
                      <a:cubicBezTo>
                        <a:pt x="1" y="2057"/>
                        <a:pt x="0" y="2056"/>
                        <a:pt x="0" y="2054"/>
                      </a:cubicBezTo>
                      <a:lnTo>
                        <a:pt x="0" y="2054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2" y="3"/>
                        <a:pt x="3" y="1"/>
                        <a:pt x="4" y="1"/>
                      </a:cubicBezTo>
                      <a:cubicBezTo>
                        <a:pt x="5" y="0"/>
                        <a:pt x="6" y="0"/>
                        <a:pt x="7" y="0"/>
                      </a:cubicBezTo>
                      <a:lnTo>
                        <a:pt x="7" y="0"/>
                      </a:lnTo>
                      <a:lnTo>
                        <a:pt x="2932" y="0"/>
                      </a:lnTo>
                      <a:lnTo>
                        <a:pt x="2932" y="0"/>
                      </a:lnTo>
                      <a:cubicBezTo>
                        <a:pt x="2933" y="0"/>
                        <a:pt x="2934" y="1"/>
                        <a:pt x="2935" y="1"/>
                      </a:cubicBezTo>
                      <a:cubicBezTo>
                        <a:pt x="2937" y="2"/>
                        <a:pt x="2937" y="3"/>
                        <a:pt x="2938" y="4"/>
                      </a:cubicBezTo>
                      <a:cubicBezTo>
                        <a:pt x="2939" y="5"/>
                        <a:pt x="2939" y="6"/>
                        <a:pt x="2939" y="7"/>
                      </a:cubicBezTo>
                      <a:lnTo>
                        <a:pt x="2939" y="7"/>
                      </a:lnTo>
                      <a:lnTo>
                        <a:pt x="2939" y="2054"/>
                      </a:lnTo>
                      <a:lnTo>
                        <a:pt x="2939" y="2054"/>
                      </a:lnTo>
                      <a:cubicBezTo>
                        <a:pt x="2939" y="2056"/>
                        <a:pt x="2939" y="2057"/>
                        <a:pt x="2938" y="2058"/>
                      </a:cubicBezTo>
                      <a:cubicBezTo>
                        <a:pt x="2937" y="2059"/>
                        <a:pt x="2937" y="2059"/>
                        <a:pt x="2935" y="2060"/>
                      </a:cubicBezTo>
                      <a:cubicBezTo>
                        <a:pt x="2934" y="2060"/>
                        <a:pt x="2933" y="2061"/>
                        <a:pt x="2932" y="2061"/>
                      </a:cubicBezTo>
                      <a:moveTo>
                        <a:pt x="14" y="2047"/>
                      </a:moveTo>
                      <a:lnTo>
                        <a:pt x="2925" y="2047"/>
                      </a:lnTo>
                      <a:lnTo>
                        <a:pt x="2925" y="15"/>
                      </a:lnTo>
                      <a:lnTo>
                        <a:pt x="14" y="15"/>
                      </a:lnTo>
                      <a:lnTo>
                        <a:pt x="14" y="204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4" name="Google Shape;1964;p33"/>
                <p:cNvSpPr/>
                <p:nvPr/>
              </p:nvSpPr>
              <p:spPr>
                <a:xfrm>
                  <a:off x="1893233" y="3708300"/>
                  <a:ext cx="1400813" cy="482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8" h="823" extrusionOk="0">
                      <a:moveTo>
                        <a:pt x="1847" y="822"/>
                      </a:moveTo>
                      <a:lnTo>
                        <a:pt x="1847" y="822"/>
                      </a:lnTo>
                      <a:lnTo>
                        <a:pt x="1847" y="822"/>
                      </a:lnTo>
                      <a:cubicBezTo>
                        <a:pt x="1846" y="822"/>
                        <a:pt x="1844" y="822"/>
                        <a:pt x="1843" y="821"/>
                      </a:cubicBezTo>
                      <a:cubicBezTo>
                        <a:pt x="1843" y="821"/>
                        <a:pt x="1842" y="821"/>
                        <a:pt x="1842" y="820"/>
                      </a:cubicBezTo>
                      <a:lnTo>
                        <a:pt x="1212" y="190"/>
                      </a:lnTo>
                      <a:lnTo>
                        <a:pt x="926" y="476"/>
                      </a:lnTo>
                      <a:lnTo>
                        <a:pt x="926" y="476"/>
                      </a:lnTo>
                      <a:lnTo>
                        <a:pt x="925" y="477"/>
                      </a:lnTo>
                      <a:cubicBezTo>
                        <a:pt x="924" y="477"/>
                        <a:pt x="923" y="478"/>
                        <a:pt x="921" y="478"/>
                      </a:cubicBezTo>
                      <a:cubicBezTo>
                        <a:pt x="920" y="478"/>
                        <a:pt x="919" y="477"/>
                        <a:pt x="918" y="477"/>
                      </a:cubicBezTo>
                      <a:cubicBezTo>
                        <a:pt x="917" y="476"/>
                        <a:pt x="917" y="476"/>
                        <a:pt x="916" y="476"/>
                      </a:cubicBezTo>
                      <a:lnTo>
                        <a:pt x="458" y="17"/>
                      </a:lnTo>
                      <a:lnTo>
                        <a:pt x="13" y="462"/>
                      </a:lnTo>
                      <a:lnTo>
                        <a:pt x="13" y="462"/>
                      </a:lnTo>
                      <a:cubicBezTo>
                        <a:pt x="12" y="462"/>
                        <a:pt x="12" y="462"/>
                        <a:pt x="11" y="463"/>
                      </a:cubicBezTo>
                      <a:cubicBezTo>
                        <a:pt x="10" y="463"/>
                        <a:pt x="10" y="464"/>
                        <a:pt x="8" y="464"/>
                      </a:cubicBezTo>
                      <a:cubicBezTo>
                        <a:pt x="7" y="464"/>
                        <a:pt x="5" y="464"/>
                        <a:pt x="4" y="463"/>
                      </a:cubicBezTo>
                      <a:cubicBezTo>
                        <a:pt x="3" y="462"/>
                        <a:pt x="2" y="461"/>
                        <a:pt x="1" y="460"/>
                      </a:cubicBezTo>
                      <a:cubicBezTo>
                        <a:pt x="1" y="459"/>
                        <a:pt x="0" y="458"/>
                        <a:pt x="0" y="457"/>
                      </a:cubicBezTo>
                      <a:cubicBezTo>
                        <a:pt x="0" y="456"/>
                        <a:pt x="0" y="453"/>
                        <a:pt x="1" y="453"/>
                      </a:cubicBezTo>
                      <a:cubicBezTo>
                        <a:pt x="2" y="452"/>
                        <a:pt x="2" y="452"/>
                        <a:pt x="3" y="452"/>
                      </a:cubicBezTo>
                      <a:lnTo>
                        <a:pt x="453" y="2"/>
                      </a:lnTo>
                      <a:lnTo>
                        <a:pt x="453" y="2"/>
                      </a:lnTo>
                      <a:cubicBezTo>
                        <a:pt x="453" y="1"/>
                        <a:pt x="454" y="1"/>
                        <a:pt x="454" y="1"/>
                      </a:cubicBezTo>
                      <a:cubicBezTo>
                        <a:pt x="455" y="0"/>
                        <a:pt x="457" y="0"/>
                        <a:pt x="458" y="0"/>
                      </a:cubicBezTo>
                      <a:cubicBezTo>
                        <a:pt x="460" y="0"/>
                        <a:pt x="460" y="0"/>
                        <a:pt x="461" y="1"/>
                      </a:cubicBezTo>
                      <a:cubicBezTo>
                        <a:pt x="462" y="1"/>
                        <a:pt x="462" y="1"/>
                        <a:pt x="463" y="2"/>
                      </a:cubicBezTo>
                      <a:lnTo>
                        <a:pt x="921" y="461"/>
                      </a:lnTo>
                      <a:lnTo>
                        <a:pt x="1207" y="175"/>
                      </a:lnTo>
                      <a:lnTo>
                        <a:pt x="1207" y="175"/>
                      </a:lnTo>
                      <a:lnTo>
                        <a:pt x="1208" y="174"/>
                      </a:lnTo>
                      <a:cubicBezTo>
                        <a:pt x="1209" y="173"/>
                        <a:pt x="1211" y="173"/>
                        <a:pt x="1212" y="173"/>
                      </a:cubicBezTo>
                      <a:cubicBezTo>
                        <a:pt x="1213" y="173"/>
                        <a:pt x="1214" y="173"/>
                        <a:pt x="1215" y="174"/>
                      </a:cubicBezTo>
                      <a:cubicBezTo>
                        <a:pt x="1216" y="174"/>
                        <a:pt x="1216" y="175"/>
                        <a:pt x="1217" y="175"/>
                      </a:cubicBezTo>
                      <a:lnTo>
                        <a:pt x="1847" y="805"/>
                      </a:lnTo>
                      <a:lnTo>
                        <a:pt x="2375" y="277"/>
                      </a:lnTo>
                      <a:lnTo>
                        <a:pt x="2375" y="277"/>
                      </a:lnTo>
                      <a:cubicBezTo>
                        <a:pt x="2376" y="276"/>
                        <a:pt x="2376" y="276"/>
                        <a:pt x="2377" y="276"/>
                      </a:cubicBezTo>
                      <a:cubicBezTo>
                        <a:pt x="2378" y="275"/>
                        <a:pt x="2379" y="275"/>
                        <a:pt x="2380" y="275"/>
                      </a:cubicBezTo>
                      <a:cubicBezTo>
                        <a:pt x="2382" y="275"/>
                        <a:pt x="2383" y="275"/>
                        <a:pt x="2384" y="276"/>
                      </a:cubicBezTo>
                      <a:cubicBezTo>
                        <a:pt x="2384" y="276"/>
                        <a:pt x="2385" y="276"/>
                        <a:pt x="2385" y="277"/>
                      </a:cubicBezTo>
                      <a:lnTo>
                        <a:pt x="2385" y="277"/>
                      </a:lnTo>
                      <a:cubicBezTo>
                        <a:pt x="2386" y="277"/>
                        <a:pt x="2386" y="278"/>
                        <a:pt x="2386" y="278"/>
                      </a:cubicBezTo>
                      <a:cubicBezTo>
                        <a:pt x="2387" y="279"/>
                        <a:pt x="2387" y="281"/>
                        <a:pt x="2387" y="282"/>
                      </a:cubicBezTo>
                      <a:cubicBezTo>
                        <a:pt x="2387" y="283"/>
                        <a:pt x="2387" y="284"/>
                        <a:pt x="2386" y="285"/>
                      </a:cubicBezTo>
                      <a:cubicBezTo>
                        <a:pt x="2386" y="286"/>
                        <a:pt x="2386" y="286"/>
                        <a:pt x="2385" y="287"/>
                      </a:cubicBezTo>
                      <a:lnTo>
                        <a:pt x="1852" y="820"/>
                      </a:lnTo>
                      <a:lnTo>
                        <a:pt x="1852" y="820"/>
                      </a:lnTo>
                      <a:cubicBezTo>
                        <a:pt x="1852" y="821"/>
                        <a:pt x="1851" y="821"/>
                        <a:pt x="1851" y="821"/>
                      </a:cubicBezTo>
                      <a:cubicBezTo>
                        <a:pt x="1850" y="822"/>
                        <a:pt x="1848" y="822"/>
                        <a:pt x="1847" y="8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5" name="Google Shape;1965;p33"/>
                <p:cNvSpPr/>
                <p:nvPr/>
              </p:nvSpPr>
              <p:spPr>
                <a:xfrm>
                  <a:off x="1845131" y="3928276"/>
                  <a:ext cx="105589" cy="10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80" extrusionOk="0">
                      <a:moveTo>
                        <a:pt x="179" y="90"/>
                      </a:moveTo>
                      <a:lnTo>
                        <a:pt x="179" y="90"/>
                      </a:lnTo>
                      <a:cubicBezTo>
                        <a:pt x="179" y="106"/>
                        <a:pt x="175" y="121"/>
                        <a:pt x="167" y="135"/>
                      </a:cubicBezTo>
                      <a:cubicBezTo>
                        <a:pt x="159" y="148"/>
                        <a:pt x="148" y="159"/>
                        <a:pt x="134" y="167"/>
                      </a:cubicBezTo>
                      <a:cubicBezTo>
                        <a:pt x="121" y="175"/>
                        <a:pt x="106" y="179"/>
                        <a:pt x="90" y="179"/>
                      </a:cubicBezTo>
                      <a:cubicBezTo>
                        <a:pt x="75" y="179"/>
                        <a:pt x="59" y="175"/>
                        <a:pt x="45" y="167"/>
                      </a:cubicBezTo>
                      <a:cubicBezTo>
                        <a:pt x="31" y="159"/>
                        <a:pt x="20" y="148"/>
                        <a:pt x="12" y="135"/>
                      </a:cubicBezTo>
                      <a:cubicBezTo>
                        <a:pt x="4" y="121"/>
                        <a:pt x="0" y="106"/>
                        <a:pt x="0" y="90"/>
                      </a:cubicBezTo>
                      <a:cubicBezTo>
                        <a:pt x="0" y="74"/>
                        <a:pt x="4" y="59"/>
                        <a:pt x="12" y="45"/>
                      </a:cubicBezTo>
                      <a:cubicBezTo>
                        <a:pt x="20" y="31"/>
                        <a:pt x="31" y="19"/>
                        <a:pt x="45" y="12"/>
                      </a:cubicBezTo>
                      <a:cubicBezTo>
                        <a:pt x="59" y="4"/>
                        <a:pt x="74" y="0"/>
                        <a:pt x="90" y="0"/>
                      </a:cubicBezTo>
                      <a:lnTo>
                        <a:pt x="90" y="0"/>
                      </a:lnTo>
                      <a:lnTo>
                        <a:pt x="90" y="0"/>
                      </a:lnTo>
                      <a:lnTo>
                        <a:pt x="90" y="0"/>
                      </a:lnTo>
                      <a:cubicBezTo>
                        <a:pt x="105" y="0"/>
                        <a:pt x="121" y="4"/>
                        <a:pt x="134" y="12"/>
                      </a:cubicBezTo>
                      <a:cubicBezTo>
                        <a:pt x="148" y="20"/>
                        <a:pt x="159" y="31"/>
                        <a:pt x="167" y="45"/>
                      </a:cubicBezTo>
                      <a:cubicBezTo>
                        <a:pt x="175" y="59"/>
                        <a:pt x="179" y="74"/>
                        <a:pt x="179" y="9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6" name="Google Shape;1966;p33"/>
                <p:cNvSpPr/>
                <p:nvPr/>
              </p:nvSpPr>
              <p:spPr>
                <a:xfrm>
                  <a:off x="1841025" y="3924169"/>
                  <a:ext cx="113801" cy="113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194" extrusionOk="0">
                      <a:moveTo>
                        <a:pt x="97" y="193"/>
                      </a:moveTo>
                      <a:lnTo>
                        <a:pt x="97" y="193"/>
                      </a:lnTo>
                      <a:lnTo>
                        <a:pt x="97" y="193"/>
                      </a:lnTo>
                      <a:cubicBezTo>
                        <a:pt x="80" y="193"/>
                        <a:pt x="63" y="188"/>
                        <a:pt x="48" y="180"/>
                      </a:cubicBezTo>
                      <a:cubicBezTo>
                        <a:pt x="34" y="171"/>
                        <a:pt x="22" y="160"/>
                        <a:pt x="13" y="145"/>
                      </a:cubicBezTo>
                      <a:cubicBezTo>
                        <a:pt x="5" y="130"/>
                        <a:pt x="0" y="114"/>
                        <a:pt x="0" y="97"/>
                      </a:cubicBezTo>
                      <a:cubicBezTo>
                        <a:pt x="0" y="80"/>
                        <a:pt x="5" y="62"/>
                        <a:pt x="13" y="48"/>
                      </a:cubicBezTo>
                      <a:cubicBezTo>
                        <a:pt x="22" y="33"/>
                        <a:pt x="34" y="21"/>
                        <a:pt x="48" y="13"/>
                      </a:cubicBezTo>
                      <a:cubicBezTo>
                        <a:pt x="63" y="4"/>
                        <a:pt x="80" y="0"/>
                        <a:pt x="97" y="0"/>
                      </a:cubicBezTo>
                      <a:cubicBezTo>
                        <a:pt x="114" y="0"/>
                        <a:pt x="130" y="4"/>
                        <a:pt x="145" y="13"/>
                      </a:cubicBezTo>
                      <a:cubicBezTo>
                        <a:pt x="160" y="21"/>
                        <a:pt x="172" y="33"/>
                        <a:pt x="180" y="48"/>
                      </a:cubicBezTo>
                      <a:cubicBezTo>
                        <a:pt x="189" y="62"/>
                        <a:pt x="193" y="80"/>
                        <a:pt x="193" y="97"/>
                      </a:cubicBezTo>
                      <a:lnTo>
                        <a:pt x="193" y="97"/>
                      </a:lnTo>
                      <a:lnTo>
                        <a:pt x="193" y="97"/>
                      </a:lnTo>
                      <a:cubicBezTo>
                        <a:pt x="193" y="114"/>
                        <a:pt x="189" y="130"/>
                        <a:pt x="180" y="145"/>
                      </a:cubicBezTo>
                      <a:cubicBezTo>
                        <a:pt x="172" y="160"/>
                        <a:pt x="160" y="171"/>
                        <a:pt x="145" y="180"/>
                      </a:cubicBezTo>
                      <a:cubicBezTo>
                        <a:pt x="130" y="188"/>
                        <a:pt x="114" y="193"/>
                        <a:pt x="97" y="193"/>
                      </a:cubicBezTo>
                      <a:moveTo>
                        <a:pt x="97" y="14"/>
                      </a:moveTo>
                      <a:lnTo>
                        <a:pt x="97" y="14"/>
                      </a:lnTo>
                      <a:lnTo>
                        <a:pt x="97" y="14"/>
                      </a:lnTo>
                      <a:cubicBezTo>
                        <a:pt x="82" y="14"/>
                        <a:pt x="69" y="17"/>
                        <a:pt x="56" y="25"/>
                      </a:cubicBezTo>
                      <a:cubicBezTo>
                        <a:pt x="44" y="32"/>
                        <a:pt x="33" y="43"/>
                        <a:pt x="25" y="56"/>
                      </a:cubicBezTo>
                      <a:cubicBezTo>
                        <a:pt x="18" y="68"/>
                        <a:pt x="14" y="82"/>
                        <a:pt x="14" y="97"/>
                      </a:cubicBezTo>
                      <a:cubicBezTo>
                        <a:pt x="14" y="111"/>
                        <a:pt x="18" y="125"/>
                        <a:pt x="25" y="138"/>
                      </a:cubicBezTo>
                      <a:cubicBezTo>
                        <a:pt x="33" y="150"/>
                        <a:pt x="44" y="161"/>
                        <a:pt x="56" y="168"/>
                      </a:cubicBezTo>
                      <a:cubicBezTo>
                        <a:pt x="69" y="175"/>
                        <a:pt x="83" y="179"/>
                        <a:pt x="97" y="179"/>
                      </a:cubicBezTo>
                      <a:cubicBezTo>
                        <a:pt x="112" y="179"/>
                        <a:pt x="126" y="175"/>
                        <a:pt x="138" y="168"/>
                      </a:cubicBezTo>
                      <a:cubicBezTo>
                        <a:pt x="151" y="161"/>
                        <a:pt x="161" y="150"/>
                        <a:pt x="168" y="138"/>
                      </a:cubicBezTo>
                      <a:cubicBezTo>
                        <a:pt x="175" y="125"/>
                        <a:pt x="179" y="111"/>
                        <a:pt x="179" y="97"/>
                      </a:cubicBezTo>
                      <a:lnTo>
                        <a:pt x="179" y="97"/>
                      </a:lnTo>
                      <a:cubicBezTo>
                        <a:pt x="179" y="82"/>
                        <a:pt x="175" y="68"/>
                        <a:pt x="168" y="56"/>
                      </a:cubicBezTo>
                      <a:cubicBezTo>
                        <a:pt x="161" y="43"/>
                        <a:pt x="150" y="33"/>
                        <a:pt x="138" y="26"/>
                      </a:cubicBezTo>
                      <a:cubicBezTo>
                        <a:pt x="125" y="18"/>
                        <a:pt x="111" y="14"/>
                        <a:pt x="97" y="1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7" name="Google Shape;1967;p33"/>
                <p:cNvSpPr/>
                <p:nvPr/>
              </p:nvSpPr>
              <p:spPr>
                <a:xfrm>
                  <a:off x="2107930" y="3659611"/>
                  <a:ext cx="105589" cy="10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80" extrusionOk="0">
                      <a:moveTo>
                        <a:pt x="179" y="90"/>
                      </a:moveTo>
                      <a:lnTo>
                        <a:pt x="179" y="90"/>
                      </a:lnTo>
                      <a:lnTo>
                        <a:pt x="179" y="90"/>
                      </a:lnTo>
                      <a:cubicBezTo>
                        <a:pt x="179" y="106"/>
                        <a:pt x="175" y="121"/>
                        <a:pt x="167" y="135"/>
                      </a:cubicBezTo>
                      <a:cubicBezTo>
                        <a:pt x="159" y="148"/>
                        <a:pt x="148" y="159"/>
                        <a:pt x="134" y="167"/>
                      </a:cubicBezTo>
                      <a:cubicBezTo>
                        <a:pt x="120" y="175"/>
                        <a:pt x="105" y="179"/>
                        <a:pt x="89" y="179"/>
                      </a:cubicBezTo>
                      <a:cubicBezTo>
                        <a:pt x="74" y="179"/>
                        <a:pt x="59" y="175"/>
                        <a:pt x="45" y="167"/>
                      </a:cubicBezTo>
                      <a:cubicBezTo>
                        <a:pt x="32" y="159"/>
                        <a:pt x="20" y="148"/>
                        <a:pt x="12" y="135"/>
                      </a:cubicBezTo>
                      <a:cubicBezTo>
                        <a:pt x="4" y="121"/>
                        <a:pt x="0" y="106"/>
                        <a:pt x="0" y="90"/>
                      </a:cubicBezTo>
                      <a:cubicBezTo>
                        <a:pt x="0" y="74"/>
                        <a:pt x="4" y="58"/>
                        <a:pt x="12" y="45"/>
                      </a:cubicBezTo>
                      <a:cubicBezTo>
                        <a:pt x="20" y="31"/>
                        <a:pt x="31" y="20"/>
                        <a:pt x="45" y="12"/>
                      </a:cubicBezTo>
                      <a:cubicBezTo>
                        <a:pt x="58" y="5"/>
                        <a:pt x="74" y="0"/>
                        <a:pt x="89" y="0"/>
                      </a:cubicBezTo>
                      <a:lnTo>
                        <a:pt x="89" y="0"/>
                      </a:lnTo>
                      <a:cubicBezTo>
                        <a:pt x="105" y="0"/>
                        <a:pt x="120" y="4"/>
                        <a:pt x="134" y="12"/>
                      </a:cubicBezTo>
                      <a:cubicBezTo>
                        <a:pt x="148" y="19"/>
                        <a:pt x="159" y="32"/>
                        <a:pt x="167" y="45"/>
                      </a:cubicBezTo>
                      <a:cubicBezTo>
                        <a:pt x="175" y="59"/>
                        <a:pt x="179" y="74"/>
                        <a:pt x="179" y="9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8" name="Google Shape;1968;p33"/>
                <p:cNvSpPr/>
                <p:nvPr/>
              </p:nvSpPr>
              <p:spPr>
                <a:xfrm>
                  <a:off x="2103824" y="3655505"/>
                  <a:ext cx="113801" cy="113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194" extrusionOk="0">
                      <a:moveTo>
                        <a:pt x="96" y="193"/>
                      </a:moveTo>
                      <a:lnTo>
                        <a:pt x="96" y="193"/>
                      </a:lnTo>
                      <a:cubicBezTo>
                        <a:pt x="79" y="193"/>
                        <a:pt x="63" y="188"/>
                        <a:pt x="48" y="180"/>
                      </a:cubicBezTo>
                      <a:cubicBezTo>
                        <a:pt x="33" y="171"/>
                        <a:pt x="22" y="160"/>
                        <a:pt x="13" y="145"/>
                      </a:cubicBezTo>
                      <a:cubicBezTo>
                        <a:pt x="5" y="130"/>
                        <a:pt x="0" y="114"/>
                        <a:pt x="0" y="97"/>
                      </a:cubicBezTo>
                      <a:cubicBezTo>
                        <a:pt x="0" y="80"/>
                        <a:pt x="5" y="63"/>
                        <a:pt x="13" y="49"/>
                      </a:cubicBezTo>
                      <a:cubicBezTo>
                        <a:pt x="22" y="34"/>
                        <a:pt x="33" y="21"/>
                        <a:pt x="48" y="13"/>
                      </a:cubicBezTo>
                      <a:cubicBezTo>
                        <a:pt x="63" y="4"/>
                        <a:pt x="79" y="0"/>
                        <a:pt x="96" y="0"/>
                      </a:cubicBezTo>
                      <a:cubicBezTo>
                        <a:pt x="113" y="0"/>
                        <a:pt x="131" y="4"/>
                        <a:pt x="145" y="13"/>
                      </a:cubicBezTo>
                      <a:cubicBezTo>
                        <a:pt x="160" y="21"/>
                        <a:pt x="172" y="34"/>
                        <a:pt x="180" y="49"/>
                      </a:cubicBezTo>
                      <a:cubicBezTo>
                        <a:pt x="189" y="63"/>
                        <a:pt x="193" y="80"/>
                        <a:pt x="193" y="97"/>
                      </a:cubicBezTo>
                      <a:lnTo>
                        <a:pt x="193" y="97"/>
                      </a:lnTo>
                      <a:lnTo>
                        <a:pt x="193" y="97"/>
                      </a:lnTo>
                      <a:cubicBezTo>
                        <a:pt x="193" y="114"/>
                        <a:pt x="189" y="130"/>
                        <a:pt x="180" y="145"/>
                      </a:cubicBezTo>
                      <a:cubicBezTo>
                        <a:pt x="172" y="160"/>
                        <a:pt x="159" y="172"/>
                        <a:pt x="145" y="180"/>
                      </a:cubicBezTo>
                      <a:cubicBezTo>
                        <a:pt x="130" y="189"/>
                        <a:pt x="113" y="193"/>
                        <a:pt x="96" y="193"/>
                      </a:cubicBezTo>
                      <a:moveTo>
                        <a:pt x="96" y="15"/>
                      </a:moveTo>
                      <a:lnTo>
                        <a:pt x="96" y="15"/>
                      </a:lnTo>
                      <a:cubicBezTo>
                        <a:pt x="82" y="15"/>
                        <a:pt x="68" y="18"/>
                        <a:pt x="55" y="26"/>
                      </a:cubicBezTo>
                      <a:cubicBezTo>
                        <a:pt x="43" y="33"/>
                        <a:pt x="32" y="43"/>
                        <a:pt x="25" y="56"/>
                      </a:cubicBezTo>
                      <a:cubicBezTo>
                        <a:pt x="18" y="68"/>
                        <a:pt x="14" y="82"/>
                        <a:pt x="14" y="97"/>
                      </a:cubicBezTo>
                      <a:cubicBezTo>
                        <a:pt x="14" y="111"/>
                        <a:pt x="18" y="125"/>
                        <a:pt x="25" y="138"/>
                      </a:cubicBezTo>
                      <a:cubicBezTo>
                        <a:pt x="32" y="150"/>
                        <a:pt x="43" y="161"/>
                        <a:pt x="55" y="168"/>
                      </a:cubicBezTo>
                      <a:cubicBezTo>
                        <a:pt x="68" y="175"/>
                        <a:pt x="82" y="179"/>
                        <a:pt x="96" y="179"/>
                      </a:cubicBezTo>
                      <a:cubicBezTo>
                        <a:pt x="111" y="179"/>
                        <a:pt x="125" y="175"/>
                        <a:pt x="137" y="168"/>
                      </a:cubicBezTo>
                      <a:cubicBezTo>
                        <a:pt x="150" y="161"/>
                        <a:pt x="161" y="150"/>
                        <a:pt x="168" y="138"/>
                      </a:cubicBezTo>
                      <a:cubicBezTo>
                        <a:pt x="176" y="125"/>
                        <a:pt x="179" y="111"/>
                        <a:pt x="179" y="97"/>
                      </a:cubicBezTo>
                      <a:lnTo>
                        <a:pt x="179" y="97"/>
                      </a:lnTo>
                      <a:lnTo>
                        <a:pt x="179" y="97"/>
                      </a:lnTo>
                      <a:cubicBezTo>
                        <a:pt x="179" y="82"/>
                        <a:pt x="175" y="68"/>
                        <a:pt x="168" y="56"/>
                      </a:cubicBezTo>
                      <a:cubicBezTo>
                        <a:pt x="160" y="43"/>
                        <a:pt x="150" y="33"/>
                        <a:pt x="137" y="26"/>
                      </a:cubicBezTo>
                      <a:cubicBezTo>
                        <a:pt x="125" y="18"/>
                        <a:pt x="111" y="15"/>
                        <a:pt x="96" y="1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9" name="Google Shape;1969;p33"/>
                <p:cNvSpPr/>
                <p:nvPr/>
              </p:nvSpPr>
              <p:spPr>
                <a:xfrm>
                  <a:off x="2380115" y="3928276"/>
                  <a:ext cx="105589" cy="10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80" extrusionOk="0">
                      <a:moveTo>
                        <a:pt x="179" y="90"/>
                      </a:moveTo>
                      <a:lnTo>
                        <a:pt x="179" y="90"/>
                      </a:lnTo>
                      <a:cubicBezTo>
                        <a:pt x="179" y="106"/>
                        <a:pt x="175" y="121"/>
                        <a:pt x="167" y="135"/>
                      </a:cubicBezTo>
                      <a:cubicBezTo>
                        <a:pt x="160" y="148"/>
                        <a:pt x="148" y="159"/>
                        <a:pt x="134" y="167"/>
                      </a:cubicBezTo>
                      <a:cubicBezTo>
                        <a:pt x="121" y="175"/>
                        <a:pt x="105" y="179"/>
                        <a:pt x="89" y="179"/>
                      </a:cubicBezTo>
                      <a:cubicBezTo>
                        <a:pt x="73" y="179"/>
                        <a:pt x="58" y="175"/>
                        <a:pt x="44" y="167"/>
                      </a:cubicBezTo>
                      <a:cubicBezTo>
                        <a:pt x="31" y="159"/>
                        <a:pt x="20" y="148"/>
                        <a:pt x="12" y="135"/>
                      </a:cubicBezTo>
                      <a:cubicBezTo>
                        <a:pt x="4" y="121"/>
                        <a:pt x="0" y="106"/>
                        <a:pt x="0" y="90"/>
                      </a:cubicBezTo>
                      <a:cubicBezTo>
                        <a:pt x="0" y="74"/>
                        <a:pt x="4" y="59"/>
                        <a:pt x="12" y="45"/>
                      </a:cubicBezTo>
                      <a:cubicBezTo>
                        <a:pt x="20" y="31"/>
                        <a:pt x="31" y="19"/>
                        <a:pt x="44" y="12"/>
                      </a:cubicBezTo>
                      <a:cubicBezTo>
                        <a:pt x="58" y="4"/>
                        <a:pt x="73" y="0"/>
                        <a:pt x="89" y="0"/>
                      </a:cubicBezTo>
                      <a:lnTo>
                        <a:pt x="89" y="0"/>
                      </a:lnTo>
                      <a:lnTo>
                        <a:pt x="89" y="0"/>
                      </a:lnTo>
                      <a:cubicBezTo>
                        <a:pt x="105" y="0"/>
                        <a:pt x="120" y="4"/>
                        <a:pt x="134" y="12"/>
                      </a:cubicBezTo>
                      <a:cubicBezTo>
                        <a:pt x="147" y="19"/>
                        <a:pt x="160" y="31"/>
                        <a:pt x="167" y="45"/>
                      </a:cubicBezTo>
                      <a:cubicBezTo>
                        <a:pt x="175" y="59"/>
                        <a:pt x="179" y="74"/>
                        <a:pt x="179" y="9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0" name="Google Shape;1970;p33"/>
                <p:cNvSpPr/>
                <p:nvPr/>
              </p:nvSpPr>
              <p:spPr>
                <a:xfrm>
                  <a:off x="2376009" y="3924169"/>
                  <a:ext cx="113801" cy="113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194" extrusionOk="0">
                      <a:moveTo>
                        <a:pt x="96" y="193"/>
                      </a:moveTo>
                      <a:lnTo>
                        <a:pt x="96" y="193"/>
                      </a:lnTo>
                      <a:cubicBezTo>
                        <a:pt x="79" y="193"/>
                        <a:pt x="63" y="188"/>
                        <a:pt x="48" y="180"/>
                      </a:cubicBezTo>
                      <a:cubicBezTo>
                        <a:pt x="33" y="171"/>
                        <a:pt x="22" y="160"/>
                        <a:pt x="13" y="145"/>
                      </a:cubicBezTo>
                      <a:cubicBezTo>
                        <a:pt x="5" y="130"/>
                        <a:pt x="0" y="114"/>
                        <a:pt x="0" y="97"/>
                      </a:cubicBezTo>
                      <a:cubicBezTo>
                        <a:pt x="0" y="80"/>
                        <a:pt x="5" y="62"/>
                        <a:pt x="13" y="48"/>
                      </a:cubicBezTo>
                      <a:cubicBezTo>
                        <a:pt x="22" y="33"/>
                        <a:pt x="33" y="21"/>
                        <a:pt x="48" y="13"/>
                      </a:cubicBezTo>
                      <a:cubicBezTo>
                        <a:pt x="63" y="4"/>
                        <a:pt x="79" y="0"/>
                        <a:pt x="96" y="0"/>
                      </a:cubicBezTo>
                      <a:cubicBezTo>
                        <a:pt x="113" y="0"/>
                        <a:pt x="130" y="4"/>
                        <a:pt x="144" y="13"/>
                      </a:cubicBezTo>
                      <a:cubicBezTo>
                        <a:pt x="159" y="21"/>
                        <a:pt x="172" y="33"/>
                        <a:pt x="180" y="48"/>
                      </a:cubicBezTo>
                      <a:cubicBezTo>
                        <a:pt x="189" y="62"/>
                        <a:pt x="193" y="80"/>
                        <a:pt x="193" y="97"/>
                      </a:cubicBezTo>
                      <a:lnTo>
                        <a:pt x="193" y="97"/>
                      </a:lnTo>
                      <a:lnTo>
                        <a:pt x="193" y="97"/>
                      </a:lnTo>
                      <a:cubicBezTo>
                        <a:pt x="193" y="114"/>
                        <a:pt x="188" y="130"/>
                        <a:pt x="180" y="145"/>
                      </a:cubicBezTo>
                      <a:cubicBezTo>
                        <a:pt x="171" y="160"/>
                        <a:pt x="159" y="171"/>
                        <a:pt x="144" y="180"/>
                      </a:cubicBezTo>
                      <a:cubicBezTo>
                        <a:pt x="130" y="188"/>
                        <a:pt x="113" y="193"/>
                        <a:pt x="96" y="193"/>
                      </a:cubicBezTo>
                      <a:moveTo>
                        <a:pt x="96" y="14"/>
                      </a:moveTo>
                      <a:lnTo>
                        <a:pt x="96" y="14"/>
                      </a:lnTo>
                      <a:lnTo>
                        <a:pt x="96" y="14"/>
                      </a:lnTo>
                      <a:cubicBezTo>
                        <a:pt x="82" y="14"/>
                        <a:pt x="68" y="17"/>
                        <a:pt x="55" y="25"/>
                      </a:cubicBezTo>
                      <a:cubicBezTo>
                        <a:pt x="43" y="32"/>
                        <a:pt x="32" y="43"/>
                        <a:pt x="25" y="56"/>
                      </a:cubicBezTo>
                      <a:cubicBezTo>
                        <a:pt x="18" y="68"/>
                        <a:pt x="14" y="82"/>
                        <a:pt x="14" y="97"/>
                      </a:cubicBezTo>
                      <a:cubicBezTo>
                        <a:pt x="14" y="111"/>
                        <a:pt x="18" y="125"/>
                        <a:pt x="25" y="138"/>
                      </a:cubicBezTo>
                      <a:cubicBezTo>
                        <a:pt x="32" y="150"/>
                        <a:pt x="43" y="161"/>
                        <a:pt x="55" y="168"/>
                      </a:cubicBezTo>
                      <a:cubicBezTo>
                        <a:pt x="68" y="175"/>
                        <a:pt x="82" y="179"/>
                        <a:pt x="96" y="179"/>
                      </a:cubicBezTo>
                      <a:cubicBezTo>
                        <a:pt x="111" y="179"/>
                        <a:pt x="125" y="175"/>
                        <a:pt x="137" y="168"/>
                      </a:cubicBezTo>
                      <a:cubicBezTo>
                        <a:pt x="150" y="161"/>
                        <a:pt x="160" y="150"/>
                        <a:pt x="167" y="138"/>
                      </a:cubicBezTo>
                      <a:cubicBezTo>
                        <a:pt x="175" y="125"/>
                        <a:pt x="178" y="111"/>
                        <a:pt x="178" y="97"/>
                      </a:cubicBezTo>
                      <a:lnTo>
                        <a:pt x="178" y="97"/>
                      </a:lnTo>
                      <a:cubicBezTo>
                        <a:pt x="178" y="82"/>
                        <a:pt x="175" y="68"/>
                        <a:pt x="167" y="56"/>
                      </a:cubicBezTo>
                      <a:cubicBezTo>
                        <a:pt x="160" y="43"/>
                        <a:pt x="150" y="33"/>
                        <a:pt x="137" y="26"/>
                      </a:cubicBezTo>
                      <a:cubicBezTo>
                        <a:pt x="125" y="18"/>
                        <a:pt x="111" y="14"/>
                        <a:pt x="96" y="1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1" name="Google Shape;1971;p33"/>
                <p:cNvSpPr/>
                <p:nvPr/>
              </p:nvSpPr>
              <p:spPr>
                <a:xfrm>
                  <a:off x="2549644" y="3760507"/>
                  <a:ext cx="105589" cy="10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80" extrusionOk="0">
                      <a:moveTo>
                        <a:pt x="179" y="89"/>
                      </a:moveTo>
                      <a:lnTo>
                        <a:pt x="179" y="89"/>
                      </a:lnTo>
                      <a:cubicBezTo>
                        <a:pt x="179" y="105"/>
                        <a:pt x="175" y="120"/>
                        <a:pt x="167" y="134"/>
                      </a:cubicBezTo>
                      <a:cubicBezTo>
                        <a:pt x="159" y="147"/>
                        <a:pt x="148" y="159"/>
                        <a:pt x="134" y="167"/>
                      </a:cubicBezTo>
                      <a:cubicBezTo>
                        <a:pt x="121" y="174"/>
                        <a:pt x="106" y="179"/>
                        <a:pt x="90" y="179"/>
                      </a:cubicBezTo>
                      <a:cubicBezTo>
                        <a:pt x="75" y="179"/>
                        <a:pt x="59" y="174"/>
                        <a:pt x="45" y="167"/>
                      </a:cubicBezTo>
                      <a:cubicBezTo>
                        <a:pt x="32" y="159"/>
                        <a:pt x="20" y="147"/>
                        <a:pt x="12" y="134"/>
                      </a:cubicBezTo>
                      <a:cubicBezTo>
                        <a:pt x="4" y="120"/>
                        <a:pt x="0" y="105"/>
                        <a:pt x="0" y="89"/>
                      </a:cubicBezTo>
                      <a:cubicBezTo>
                        <a:pt x="0" y="73"/>
                        <a:pt x="4" y="57"/>
                        <a:pt x="12" y="44"/>
                      </a:cubicBezTo>
                      <a:cubicBezTo>
                        <a:pt x="20" y="30"/>
                        <a:pt x="32" y="20"/>
                        <a:pt x="45" y="12"/>
                      </a:cubicBezTo>
                      <a:cubicBezTo>
                        <a:pt x="59" y="4"/>
                        <a:pt x="74" y="0"/>
                        <a:pt x="90" y="0"/>
                      </a:cubicBezTo>
                      <a:lnTo>
                        <a:pt x="90" y="0"/>
                      </a:lnTo>
                      <a:lnTo>
                        <a:pt x="90" y="0"/>
                      </a:lnTo>
                      <a:cubicBezTo>
                        <a:pt x="105" y="0"/>
                        <a:pt x="121" y="4"/>
                        <a:pt x="134" y="12"/>
                      </a:cubicBezTo>
                      <a:cubicBezTo>
                        <a:pt x="148" y="20"/>
                        <a:pt x="159" y="30"/>
                        <a:pt x="167" y="44"/>
                      </a:cubicBezTo>
                      <a:cubicBezTo>
                        <a:pt x="175" y="57"/>
                        <a:pt x="179" y="73"/>
                        <a:pt x="179" y="8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2" name="Google Shape;1972;p33"/>
                <p:cNvSpPr/>
                <p:nvPr/>
              </p:nvSpPr>
              <p:spPr>
                <a:xfrm>
                  <a:off x="2545537" y="3756401"/>
                  <a:ext cx="113801" cy="113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194" extrusionOk="0">
                      <a:moveTo>
                        <a:pt x="96" y="193"/>
                      </a:moveTo>
                      <a:lnTo>
                        <a:pt x="96" y="193"/>
                      </a:lnTo>
                      <a:lnTo>
                        <a:pt x="96" y="193"/>
                      </a:lnTo>
                      <a:cubicBezTo>
                        <a:pt x="79" y="193"/>
                        <a:pt x="63" y="188"/>
                        <a:pt x="48" y="180"/>
                      </a:cubicBezTo>
                      <a:cubicBezTo>
                        <a:pt x="33" y="171"/>
                        <a:pt x="22" y="158"/>
                        <a:pt x="13" y="144"/>
                      </a:cubicBezTo>
                      <a:cubicBezTo>
                        <a:pt x="5" y="129"/>
                        <a:pt x="0" y="113"/>
                        <a:pt x="0" y="96"/>
                      </a:cubicBezTo>
                      <a:cubicBezTo>
                        <a:pt x="0" y="79"/>
                        <a:pt x="5" y="63"/>
                        <a:pt x="13" y="48"/>
                      </a:cubicBezTo>
                      <a:cubicBezTo>
                        <a:pt x="22" y="33"/>
                        <a:pt x="33" y="21"/>
                        <a:pt x="48" y="13"/>
                      </a:cubicBezTo>
                      <a:cubicBezTo>
                        <a:pt x="63" y="4"/>
                        <a:pt x="79" y="0"/>
                        <a:pt x="96" y="0"/>
                      </a:cubicBezTo>
                      <a:cubicBezTo>
                        <a:pt x="113" y="0"/>
                        <a:pt x="131" y="4"/>
                        <a:pt x="145" y="13"/>
                      </a:cubicBezTo>
                      <a:cubicBezTo>
                        <a:pt x="160" y="21"/>
                        <a:pt x="172" y="33"/>
                        <a:pt x="180" y="48"/>
                      </a:cubicBezTo>
                      <a:cubicBezTo>
                        <a:pt x="189" y="63"/>
                        <a:pt x="193" y="79"/>
                        <a:pt x="193" y="96"/>
                      </a:cubicBezTo>
                      <a:lnTo>
                        <a:pt x="193" y="96"/>
                      </a:lnTo>
                      <a:cubicBezTo>
                        <a:pt x="193" y="113"/>
                        <a:pt x="189" y="129"/>
                        <a:pt x="180" y="144"/>
                      </a:cubicBezTo>
                      <a:cubicBezTo>
                        <a:pt x="172" y="158"/>
                        <a:pt x="159" y="171"/>
                        <a:pt x="145" y="180"/>
                      </a:cubicBezTo>
                      <a:cubicBezTo>
                        <a:pt x="130" y="188"/>
                        <a:pt x="113" y="193"/>
                        <a:pt x="96" y="193"/>
                      </a:cubicBezTo>
                      <a:moveTo>
                        <a:pt x="96" y="14"/>
                      </a:moveTo>
                      <a:lnTo>
                        <a:pt x="96" y="14"/>
                      </a:lnTo>
                      <a:lnTo>
                        <a:pt x="96" y="14"/>
                      </a:lnTo>
                      <a:cubicBezTo>
                        <a:pt x="82" y="14"/>
                        <a:pt x="68" y="18"/>
                        <a:pt x="55" y="25"/>
                      </a:cubicBezTo>
                      <a:cubicBezTo>
                        <a:pt x="43" y="32"/>
                        <a:pt x="32" y="42"/>
                        <a:pt x="25" y="55"/>
                      </a:cubicBezTo>
                      <a:cubicBezTo>
                        <a:pt x="18" y="68"/>
                        <a:pt x="14" y="81"/>
                        <a:pt x="14" y="96"/>
                      </a:cubicBezTo>
                      <a:cubicBezTo>
                        <a:pt x="14" y="110"/>
                        <a:pt x="18" y="124"/>
                        <a:pt x="25" y="137"/>
                      </a:cubicBezTo>
                      <a:cubicBezTo>
                        <a:pt x="32" y="149"/>
                        <a:pt x="43" y="159"/>
                        <a:pt x="55" y="167"/>
                      </a:cubicBezTo>
                      <a:cubicBezTo>
                        <a:pt x="68" y="174"/>
                        <a:pt x="82" y="178"/>
                        <a:pt x="96" y="178"/>
                      </a:cubicBezTo>
                      <a:cubicBezTo>
                        <a:pt x="111" y="178"/>
                        <a:pt x="126" y="174"/>
                        <a:pt x="138" y="167"/>
                      </a:cubicBezTo>
                      <a:cubicBezTo>
                        <a:pt x="151" y="159"/>
                        <a:pt x="161" y="149"/>
                        <a:pt x="168" y="137"/>
                      </a:cubicBezTo>
                      <a:cubicBezTo>
                        <a:pt x="175" y="124"/>
                        <a:pt x="179" y="111"/>
                        <a:pt x="179" y="96"/>
                      </a:cubicBezTo>
                      <a:lnTo>
                        <a:pt x="179" y="96"/>
                      </a:lnTo>
                      <a:lnTo>
                        <a:pt x="179" y="96"/>
                      </a:lnTo>
                      <a:cubicBezTo>
                        <a:pt x="179" y="82"/>
                        <a:pt x="175" y="68"/>
                        <a:pt x="168" y="55"/>
                      </a:cubicBezTo>
                      <a:cubicBezTo>
                        <a:pt x="161" y="42"/>
                        <a:pt x="150" y="32"/>
                        <a:pt x="138" y="25"/>
                      </a:cubicBezTo>
                      <a:cubicBezTo>
                        <a:pt x="125" y="18"/>
                        <a:pt x="111" y="14"/>
                        <a:pt x="96" y="1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3" name="Google Shape;1973;p33"/>
                <p:cNvSpPr/>
                <p:nvPr/>
              </p:nvSpPr>
              <p:spPr>
                <a:xfrm>
                  <a:off x="2925657" y="4140626"/>
                  <a:ext cx="105002" cy="10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80" extrusionOk="0">
                      <a:moveTo>
                        <a:pt x="178" y="89"/>
                      </a:moveTo>
                      <a:lnTo>
                        <a:pt x="178" y="89"/>
                      </a:lnTo>
                      <a:cubicBezTo>
                        <a:pt x="178" y="105"/>
                        <a:pt x="174" y="120"/>
                        <a:pt x="166" y="134"/>
                      </a:cubicBezTo>
                      <a:cubicBezTo>
                        <a:pt x="159" y="148"/>
                        <a:pt x="148" y="159"/>
                        <a:pt x="134" y="167"/>
                      </a:cubicBezTo>
                      <a:cubicBezTo>
                        <a:pt x="121" y="175"/>
                        <a:pt x="105" y="179"/>
                        <a:pt x="89" y="179"/>
                      </a:cubicBezTo>
                      <a:cubicBezTo>
                        <a:pt x="73" y="179"/>
                        <a:pt x="58" y="175"/>
                        <a:pt x="44" y="167"/>
                      </a:cubicBezTo>
                      <a:cubicBezTo>
                        <a:pt x="31" y="159"/>
                        <a:pt x="20" y="148"/>
                        <a:pt x="12" y="134"/>
                      </a:cubicBezTo>
                      <a:cubicBezTo>
                        <a:pt x="5" y="120"/>
                        <a:pt x="0" y="104"/>
                        <a:pt x="0" y="89"/>
                      </a:cubicBezTo>
                      <a:cubicBezTo>
                        <a:pt x="0" y="73"/>
                        <a:pt x="5" y="58"/>
                        <a:pt x="12" y="45"/>
                      </a:cubicBezTo>
                      <a:cubicBezTo>
                        <a:pt x="20" y="31"/>
                        <a:pt x="31" y="20"/>
                        <a:pt x="44" y="12"/>
                      </a:cubicBezTo>
                      <a:cubicBezTo>
                        <a:pt x="58" y="4"/>
                        <a:pt x="73" y="0"/>
                        <a:pt x="89" y="0"/>
                      </a:cubicBezTo>
                      <a:lnTo>
                        <a:pt x="89" y="0"/>
                      </a:lnTo>
                      <a:lnTo>
                        <a:pt x="89" y="0"/>
                      </a:lnTo>
                      <a:cubicBezTo>
                        <a:pt x="105" y="0"/>
                        <a:pt x="120" y="4"/>
                        <a:pt x="134" y="12"/>
                      </a:cubicBezTo>
                      <a:cubicBezTo>
                        <a:pt x="147" y="20"/>
                        <a:pt x="158" y="31"/>
                        <a:pt x="166" y="45"/>
                      </a:cubicBezTo>
                      <a:cubicBezTo>
                        <a:pt x="173" y="58"/>
                        <a:pt x="178" y="74"/>
                        <a:pt x="178" y="8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4" name="Google Shape;1974;p33"/>
                <p:cNvSpPr/>
                <p:nvPr/>
              </p:nvSpPr>
              <p:spPr>
                <a:xfrm>
                  <a:off x="2920964" y="4136520"/>
                  <a:ext cx="114388" cy="113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" h="194" extrusionOk="0">
                      <a:moveTo>
                        <a:pt x="97" y="193"/>
                      </a:moveTo>
                      <a:lnTo>
                        <a:pt x="97" y="193"/>
                      </a:lnTo>
                      <a:cubicBezTo>
                        <a:pt x="80" y="193"/>
                        <a:pt x="63" y="188"/>
                        <a:pt x="49" y="180"/>
                      </a:cubicBezTo>
                      <a:cubicBezTo>
                        <a:pt x="34" y="171"/>
                        <a:pt x="22" y="159"/>
                        <a:pt x="13" y="145"/>
                      </a:cubicBezTo>
                      <a:cubicBezTo>
                        <a:pt x="5" y="130"/>
                        <a:pt x="0" y="113"/>
                        <a:pt x="0" y="96"/>
                      </a:cubicBezTo>
                      <a:cubicBezTo>
                        <a:pt x="0" y="79"/>
                        <a:pt x="5" y="63"/>
                        <a:pt x="13" y="48"/>
                      </a:cubicBezTo>
                      <a:cubicBezTo>
                        <a:pt x="22" y="33"/>
                        <a:pt x="35" y="21"/>
                        <a:pt x="49" y="13"/>
                      </a:cubicBezTo>
                      <a:cubicBezTo>
                        <a:pt x="64" y="4"/>
                        <a:pt x="80" y="0"/>
                        <a:pt x="97" y="0"/>
                      </a:cubicBezTo>
                      <a:cubicBezTo>
                        <a:pt x="114" y="0"/>
                        <a:pt x="131" y="4"/>
                        <a:pt x="145" y="13"/>
                      </a:cubicBezTo>
                      <a:cubicBezTo>
                        <a:pt x="160" y="21"/>
                        <a:pt x="173" y="33"/>
                        <a:pt x="181" y="48"/>
                      </a:cubicBezTo>
                      <a:cubicBezTo>
                        <a:pt x="190" y="63"/>
                        <a:pt x="194" y="79"/>
                        <a:pt x="194" y="96"/>
                      </a:cubicBezTo>
                      <a:lnTo>
                        <a:pt x="194" y="96"/>
                      </a:lnTo>
                      <a:lnTo>
                        <a:pt x="194" y="96"/>
                      </a:lnTo>
                      <a:cubicBezTo>
                        <a:pt x="194" y="113"/>
                        <a:pt x="190" y="130"/>
                        <a:pt x="181" y="145"/>
                      </a:cubicBezTo>
                      <a:cubicBezTo>
                        <a:pt x="173" y="159"/>
                        <a:pt x="160" y="171"/>
                        <a:pt x="145" y="180"/>
                      </a:cubicBezTo>
                      <a:cubicBezTo>
                        <a:pt x="131" y="188"/>
                        <a:pt x="114" y="193"/>
                        <a:pt x="97" y="193"/>
                      </a:cubicBezTo>
                      <a:moveTo>
                        <a:pt x="97" y="14"/>
                      </a:moveTo>
                      <a:lnTo>
                        <a:pt x="97" y="14"/>
                      </a:lnTo>
                      <a:cubicBezTo>
                        <a:pt x="83" y="14"/>
                        <a:pt x="68" y="18"/>
                        <a:pt x="56" y="25"/>
                      </a:cubicBezTo>
                      <a:cubicBezTo>
                        <a:pt x="43" y="32"/>
                        <a:pt x="34" y="42"/>
                        <a:pt x="26" y="55"/>
                      </a:cubicBezTo>
                      <a:cubicBezTo>
                        <a:pt x="19" y="67"/>
                        <a:pt x="15" y="81"/>
                        <a:pt x="15" y="96"/>
                      </a:cubicBezTo>
                      <a:cubicBezTo>
                        <a:pt x="15" y="110"/>
                        <a:pt x="19" y="125"/>
                        <a:pt x="26" y="138"/>
                      </a:cubicBezTo>
                      <a:cubicBezTo>
                        <a:pt x="34" y="150"/>
                        <a:pt x="44" y="160"/>
                        <a:pt x="56" y="168"/>
                      </a:cubicBezTo>
                      <a:cubicBezTo>
                        <a:pt x="69" y="175"/>
                        <a:pt x="83" y="179"/>
                        <a:pt x="97" y="179"/>
                      </a:cubicBezTo>
                      <a:cubicBezTo>
                        <a:pt x="111" y="179"/>
                        <a:pt x="126" y="175"/>
                        <a:pt x="138" y="168"/>
                      </a:cubicBezTo>
                      <a:cubicBezTo>
                        <a:pt x="151" y="160"/>
                        <a:pt x="161" y="150"/>
                        <a:pt x="168" y="138"/>
                      </a:cubicBezTo>
                      <a:cubicBezTo>
                        <a:pt x="176" y="125"/>
                        <a:pt x="179" y="111"/>
                        <a:pt x="179" y="96"/>
                      </a:cubicBezTo>
                      <a:lnTo>
                        <a:pt x="179" y="96"/>
                      </a:lnTo>
                      <a:lnTo>
                        <a:pt x="179" y="96"/>
                      </a:lnTo>
                      <a:cubicBezTo>
                        <a:pt x="179" y="82"/>
                        <a:pt x="176" y="68"/>
                        <a:pt x="168" y="55"/>
                      </a:cubicBezTo>
                      <a:cubicBezTo>
                        <a:pt x="161" y="43"/>
                        <a:pt x="151" y="32"/>
                        <a:pt x="138" y="25"/>
                      </a:cubicBezTo>
                      <a:cubicBezTo>
                        <a:pt x="126" y="18"/>
                        <a:pt x="111" y="14"/>
                        <a:pt x="97" y="1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5" name="Google Shape;1975;p33"/>
                <p:cNvSpPr/>
                <p:nvPr/>
              </p:nvSpPr>
              <p:spPr>
                <a:xfrm>
                  <a:off x="3241250" y="3823860"/>
                  <a:ext cx="105589" cy="10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79" extrusionOk="0">
                      <a:moveTo>
                        <a:pt x="179" y="89"/>
                      </a:moveTo>
                      <a:lnTo>
                        <a:pt x="179" y="89"/>
                      </a:lnTo>
                      <a:lnTo>
                        <a:pt x="179" y="89"/>
                      </a:lnTo>
                      <a:cubicBezTo>
                        <a:pt x="179" y="105"/>
                        <a:pt x="175" y="120"/>
                        <a:pt x="167" y="134"/>
                      </a:cubicBezTo>
                      <a:cubicBezTo>
                        <a:pt x="159" y="147"/>
                        <a:pt x="148" y="158"/>
                        <a:pt x="134" y="166"/>
                      </a:cubicBezTo>
                      <a:cubicBezTo>
                        <a:pt x="121" y="173"/>
                        <a:pt x="106" y="178"/>
                        <a:pt x="90" y="178"/>
                      </a:cubicBezTo>
                      <a:cubicBezTo>
                        <a:pt x="75" y="178"/>
                        <a:pt x="59" y="173"/>
                        <a:pt x="45" y="166"/>
                      </a:cubicBezTo>
                      <a:cubicBezTo>
                        <a:pt x="31" y="158"/>
                        <a:pt x="20" y="147"/>
                        <a:pt x="12" y="134"/>
                      </a:cubicBezTo>
                      <a:cubicBezTo>
                        <a:pt x="4" y="120"/>
                        <a:pt x="0" y="105"/>
                        <a:pt x="0" y="89"/>
                      </a:cubicBezTo>
                      <a:cubicBezTo>
                        <a:pt x="0" y="73"/>
                        <a:pt x="4" y="57"/>
                        <a:pt x="12" y="44"/>
                      </a:cubicBezTo>
                      <a:cubicBezTo>
                        <a:pt x="20" y="30"/>
                        <a:pt x="31" y="19"/>
                        <a:pt x="45" y="12"/>
                      </a:cubicBezTo>
                      <a:cubicBezTo>
                        <a:pt x="59" y="4"/>
                        <a:pt x="74" y="0"/>
                        <a:pt x="90" y="0"/>
                      </a:cubicBezTo>
                      <a:lnTo>
                        <a:pt x="90" y="0"/>
                      </a:lnTo>
                      <a:lnTo>
                        <a:pt x="90" y="0"/>
                      </a:lnTo>
                      <a:cubicBezTo>
                        <a:pt x="105" y="0"/>
                        <a:pt x="121" y="4"/>
                        <a:pt x="134" y="12"/>
                      </a:cubicBezTo>
                      <a:cubicBezTo>
                        <a:pt x="148" y="19"/>
                        <a:pt x="159" y="31"/>
                        <a:pt x="167" y="44"/>
                      </a:cubicBezTo>
                      <a:cubicBezTo>
                        <a:pt x="175" y="58"/>
                        <a:pt x="179" y="73"/>
                        <a:pt x="179" y="8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6" name="Google Shape;1976;p33"/>
                <p:cNvSpPr/>
                <p:nvPr/>
              </p:nvSpPr>
              <p:spPr>
                <a:xfrm>
                  <a:off x="3237144" y="3819168"/>
                  <a:ext cx="113801" cy="113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194" extrusionOk="0">
                      <a:moveTo>
                        <a:pt x="97" y="193"/>
                      </a:moveTo>
                      <a:lnTo>
                        <a:pt x="97" y="193"/>
                      </a:lnTo>
                      <a:cubicBezTo>
                        <a:pt x="80" y="193"/>
                        <a:pt x="63" y="189"/>
                        <a:pt x="49" y="181"/>
                      </a:cubicBezTo>
                      <a:cubicBezTo>
                        <a:pt x="34" y="172"/>
                        <a:pt x="22" y="159"/>
                        <a:pt x="13" y="145"/>
                      </a:cubicBezTo>
                      <a:cubicBezTo>
                        <a:pt x="5" y="130"/>
                        <a:pt x="0" y="114"/>
                        <a:pt x="0" y="97"/>
                      </a:cubicBezTo>
                      <a:cubicBezTo>
                        <a:pt x="0" y="80"/>
                        <a:pt x="5" y="63"/>
                        <a:pt x="13" y="49"/>
                      </a:cubicBezTo>
                      <a:cubicBezTo>
                        <a:pt x="22" y="34"/>
                        <a:pt x="35" y="21"/>
                        <a:pt x="49" y="13"/>
                      </a:cubicBezTo>
                      <a:cubicBezTo>
                        <a:pt x="64" y="4"/>
                        <a:pt x="80" y="0"/>
                        <a:pt x="97" y="0"/>
                      </a:cubicBezTo>
                      <a:cubicBezTo>
                        <a:pt x="114" y="0"/>
                        <a:pt x="130" y="4"/>
                        <a:pt x="145" y="13"/>
                      </a:cubicBezTo>
                      <a:cubicBezTo>
                        <a:pt x="160" y="21"/>
                        <a:pt x="171" y="34"/>
                        <a:pt x="180" y="49"/>
                      </a:cubicBezTo>
                      <a:cubicBezTo>
                        <a:pt x="188" y="63"/>
                        <a:pt x="193" y="80"/>
                        <a:pt x="193" y="97"/>
                      </a:cubicBezTo>
                      <a:lnTo>
                        <a:pt x="193" y="97"/>
                      </a:lnTo>
                      <a:cubicBezTo>
                        <a:pt x="193" y="114"/>
                        <a:pt x="188" y="130"/>
                        <a:pt x="180" y="145"/>
                      </a:cubicBezTo>
                      <a:cubicBezTo>
                        <a:pt x="171" y="159"/>
                        <a:pt x="160" y="172"/>
                        <a:pt x="145" y="181"/>
                      </a:cubicBezTo>
                      <a:cubicBezTo>
                        <a:pt x="130" y="189"/>
                        <a:pt x="114" y="193"/>
                        <a:pt x="97" y="193"/>
                      </a:cubicBezTo>
                      <a:moveTo>
                        <a:pt x="97" y="15"/>
                      </a:moveTo>
                      <a:lnTo>
                        <a:pt x="97" y="15"/>
                      </a:lnTo>
                      <a:cubicBezTo>
                        <a:pt x="82" y="15"/>
                        <a:pt x="68" y="19"/>
                        <a:pt x="56" y="26"/>
                      </a:cubicBezTo>
                      <a:cubicBezTo>
                        <a:pt x="43" y="33"/>
                        <a:pt x="33" y="43"/>
                        <a:pt x="26" y="56"/>
                      </a:cubicBezTo>
                      <a:cubicBezTo>
                        <a:pt x="19" y="68"/>
                        <a:pt x="15" y="82"/>
                        <a:pt x="15" y="97"/>
                      </a:cubicBezTo>
                      <a:cubicBezTo>
                        <a:pt x="15" y="111"/>
                        <a:pt x="19" y="125"/>
                        <a:pt x="26" y="138"/>
                      </a:cubicBezTo>
                      <a:cubicBezTo>
                        <a:pt x="33" y="150"/>
                        <a:pt x="44" y="161"/>
                        <a:pt x="56" y="168"/>
                      </a:cubicBezTo>
                      <a:cubicBezTo>
                        <a:pt x="69" y="175"/>
                        <a:pt x="83" y="179"/>
                        <a:pt x="97" y="179"/>
                      </a:cubicBezTo>
                      <a:cubicBezTo>
                        <a:pt x="112" y="179"/>
                        <a:pt x="126" y="175"/>
                        <a:pt x="138" y="168"/>
                      </a:cubicBezTo>
                      <a:cubicBezTo>
                        <a:pt x="151" y="161"/>
                        <a:pt x="161" y="150"/>
                        <a:pt x="168" y="138"/>
                      </a:cubicBezTo>
                      <a:cubicBezTo>
                        <a:pt x="175" y="125"/>
                        <a:pt x="179" y="111"/>
                        <a:pt x="179" y="97"/>
                      </a:cubicBezTo>
                      <a:lnTo>
                        <a:pt x="179" y="97"/>
                      </a:lnTo>
                      <a:cubicBezTo>
                        <a:pt x="179" y="83"/>
                        <a:pt x="175" y="68"/>
                        <a:pt x="168" y="56"/>
                      </a:cubicBezTo>
                      <a:cubicBezTo>
                        <a:pt x="161" y="43"/>
                        <a:pt x="150" y="33"/>
                        <a:pt x="138" y="26"/>
                      </a:cubicBezTo>
                      <a:cubicBezTo>
                        <a:pt x="125" y="19"/>
                        <a:pt x="111" y="15"/>
                        <a:pt x="97" y="1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7" name="Google Shape;1977;p33"/>
                <p:cNvSpPr/>
                <p:nvPr/>
              </p:nvSpPr>
              <p:spPr>
                <a:xfrm>
                  <a:off x="2811856" y="4375854"/>
                  <a:ext cx="42236" cy="354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605" extrusionOk="0">
                      <a:moveTo>
                        <a:pt x="36" y="604"/>
                      </a:moveTo>
                      <a:lnTo>
                        <a:pt x="0" y="604"/>
                      </a:lnTo>
                      <a:lnTo>
                        <a:pt x="0" y="0"/>
                      </a:lnTo>
                      <a:lnTo>
                        <a:pt x="71" y="0"/>
                      </a:lnTo>
                      <a:lnTo>
                        <a:pt x="71" y="604"/>
                      </a:lnTo>
                      <a:lnTo>
                        <a:pt x="36" y="60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8" name="Google Shape;1978;p33"/>
                <p:cNvSpPr/>
                <p:nvPr/>
              </p:nvSpPr>
              <p:spPr>
                <a:xfrm>
                  <a:off x="2811856" y="4517812"/>
                  <a:ext cx="42236" cy="212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363" extrusionOk="0">
                      <a:moveTo>
                        <a:pt x="36" y="362"/>
                      </a:moveTo>
                      <a:lnTo>
                        <a:pt x="0" y="362"/>
                      </a:lnTo>
                      <a:lnTo>
                        <a:pt x="0" y="0"/>
                      </a:lnTo>
                      <a:lnTo>
                        <a:pt x="71" y="0"/>
                      </a:lnTo>
                      <a:lnTo>
                        <a:pt x="71" y="362"/>
                      </a:lnTo>
                      <a:lnTo>
                        <a:pt x="36" y="36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9" name="Google Shape;1979;p33"/>
                <p:cNvSpPr/>
                <p:nvPr/>
              </p:nvSpPr>
              <p:spPr>
                <a:xfrm>
                  <a:off x="2906299" y="4375854"/>
                  <a:ext cx="42236" cy="354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605" extrusionOk="0">
                      <a:moveTo>
                        <a:pt x="35" y="604"/>
                      </a:moveTo>
                      <a:lnTo>
                        <a:pt x="0" y="604"/>
                      </a:lnTo>
                      <a:lnTo>
                        <a:pt x="0" y="0"/>
                      </a:lnTo>
                      <a:lnTo>
                        <a:pt x="71" y="0"/>
                      </a:lnTo>
                      <a:lnTo>
                        <a:pt x="71" y="604"/>
                      </a:lnTo>
                      <a:lnTo>
                        <a:pt x="35" y="60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0" name="Google Shape;1980;p33"/>
                <p:cNvSpPr/>
                <p:nvPr/>
              </p:nvSpPr>
              <p:spPr>
                <a:xfrm>
                  <a:off x="2906299" y="4418676"/>
                  <a:ext cx="42236" cy="312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532" extrusionOk="0">
                      <a:moveTo>
                        <a:pt x="35" y="531"/>
                      </a:moveTo>
                      <a:lnTo>
                        <a:pt x="0" y="531"/>
                      </a:lnTo>
                      <a:lnTo>
                        <a:pt x="0" y="0"/>
                      </a:lnTo>
                      <a:lnTo>
                        <a:pt x="71" y="0"/>
                      </a:lnTo>
                      <a:lnTo>
                        <a:pt x="71" y="531"/>
                      </a:lnTo>
                      <a:lnTo>
                        <a:pt x="35" y="5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1" name="Google Shape;1981;p33"/>
                <p:cNvSpPr/>
                <p:nvPr/>
              </p:nvSpPr>
              <p:spPr>
                <a:xfrm>
                  <a:off x="3000156" y="4375854"/>
                  <a:ext cx="42822" cy="354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605" extrusionOk="0">
                      <a:moveTo>
                        <a:pt x="36" y="604"/>
                      </a:moveTo>
                      <a:lnTo>
                        <a:pt x="0" y="604"/>
                      </a:lnTo>
                      <a:lnTo>
                        <a:pt x="0" y="0"/>
                      </a:lnTo>
                      <a:lnTo>
                        <a:pt x="72" y="0"/>
                      </a:lnTo>
                      <a:lnTo>
                        <a:pt x="72" y="604"/>
                      </a:lnTo>
                      <a:lnTo>
                        <a:pt x="36" y="60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2" name="Google Shape;1982;p33"/>
                <p:cNvSpPr/>
                <p:nvPr/>
              </p:nvSpPr>
              <p:spPr>
                <a:xfrm>
                  <a:off x="3000156" y="4604042"/>
                  <a:ext cx="42822" cy="126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216" extrusionOk="0">
                      <a:moveTo>
                        <a:pt x="36" y="215"/>
                      </a:moveTo>
                      <a:lnTo>
                        <a:pt x="0" y="215"/>
                      </a:lnTo>
                      <a:lnTo>
                        <a:pt x="0" y="0"/>
                      </a:lnTo>
                      <a:lnTo>
                        <a:pt x="72" y="0"/>
                      </a:lnTo>
                      <a:lnTo>
                        <a:pt x="72" y="215"/>
                      </a:lnTo>
                      <a:lnTo>
                        <a:pt x="36" y="2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3" name="Google Shape;1983;p33"/>
                <p:cNvSpPr/>
                <p:nvPr/>
              </p:nvSpPr>
              <p:spPr>
                <a:xfrm>
                  <a:off x="3094599" y="4375854"/>
                  <a:ext cx="42236" cy="354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605" extrusionOk="0">
                      <a:moveTo>
                        <a:pt x="36" y="604"/>
                      </a:moveTo>
                      <a:lnTo>
                        <a:pt x="0" y="604"/>
                      </a:lnTo>
                      <a:lnTo>
                        <a:pt x="0" y="0"/>
                      </a:lnTo>
                      <a:lnTo>
                        <a:pt x="71" y="0"/>
                      </a:lnTo>
                      <a:lnTo>
                        <a:pt x="71" y="604"/>
                      </a:lnTo>
                      <a:lnTo>
                        <a:pt x="36" y="60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4" name="Google Shape;1984;p33"/>
                <p:cNvSpPr/>
                <p:nvPr/>
              </p:nvSpPr>
              <p:spPr>
                <a:xfrm>
                  <a:off x="3094599" y="4546555"/>
                  <a:ext cx="42236" cy="1841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314" extrusionOk="0">
                      <a:moveTo>
                        <a:pt x="36" y="313"/>
                      </a:moveTo>
                      <a:lnTo>
                        <a:pt x="0" y="313"/>
                      </a:lnTo>
                      <a:lnTo>
                        <a:pt x="0" y="0"/>
                      </a:lnTo>
                      <a:lnTo>
                        <a:pt x="71" y="0"/>
                      </a:lnTo>
                      <a:lnTo>
                        <a:pt x="71" y="313"/>
                      </a:lnTo>
                      <a:lnTo>
                        <a:pt x="36" y="31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5" name="Google Shape;1985;p33"/>
                <p:cNvSpPr/>
                <p:nvPr/>
              </p:nvSpPr>
              <p:spPr>
                <a:xfrm>
                  <a:off x="3189043" y="4375854"/>
                  <a:ext cx="42236" cy="354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605" extrusionOk="0">
                      <a:moveTo>
                        <a:pt x="35" y="604"/>
                      </a:moveTo>
                      <a:lnTo>
                        <a:pt x="0" y="604"/>
                      </a:lnTo>
                      <a:lnTo>
                        <a:pt x="0" y="0"/>
                      </a:lnTo>
                      <a:lnTo>
                        <a:pt x="71" y="0"/>
                      </a:lnTo>
                      <a:lnTo>
                        <a:pt x="71" y="604"/>
                      </a:lnTo>
                      <a:lnTo>
                        <a:pt x="35" y="60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6" name="Google Shape;1986;p33"/>
                <p:cNvSpPr/>
                <p:nvPr/>
              </p:nvSpPr>
              <p:spPr>
                <a:xfrm>
                  <a:off x="3189043" y="4453872"/>
                  <a:ext cx="42236" cy="276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472" extrusionOk="0">
                      <a:moveTo>
                        <a:pt x="35" y="471"/>
                      </a:moveTo>
                      <a:lnTo>
                        <a:pt x="0" y="471"/>
                      </a:lnTo>
                      <a:lnTo>
                        <a:pt x="0" y="0"/>
                      </a:lnTo>
                      <a:lnTo>
                        <a:pt x="71" y="0"/>
                      </a:lnTo>
                      <a:lnTo>
                        <a:pt x="71" y="471"/>
                      </a:lnTo>
                      <a:lnTo>
                        <a:pt x="35" y="47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7" name="Google Shape;1987;p33"/>
                <p:cNvSpPr/>
                <p:nvPr/>
              </p:nvSpPr>
              <p:spPr>
                <a:xfrm>
                  <a:off x="3283486" y="4375854"/>
                  <a:ext cx="42236" cy="354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605" extrusionOk="0">
                      <a:moveTo>
                        <a:pt x="35" y="604"/>
                      </a:moveTo>
                      <a:lnTo>
                        <a:pt x="0" y="604"/>
                      </a:lnTo>
                      <a:lnTo>
                        <a:pt x="0" y="0"/>
                      </a:lnTo>
                      <a:lnTo>
                        <a:pt x="71" y="0"/>
                      </a:lnTo>
                      <a:lnTo>
                        <a:pt x="71" y="604"/>
                      </a:lnTo>
                      <a:lnTo>
                        <a:pt x="35" y="60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8" name="Google Shape;1988;p33"/>
                <p:cNvSpPr/>
                <p:nvPr/>
              </p:nvSpPr>
              <p:spPr>
                <a:xfrm>
                  <a:off x="3283486" y="4631026"/>
                  <a:ext cx="42236" cy="99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170" extrusionOk="0">
                      <a:moveTo>
                        <a:pt x="35" y="169"/>
                      </a:moveTo>
                      <a:lnTo>
                        <a:pt x="0" y="169"/>
                      </a:lnTo>
                      <a:lnTo>
                        <a:pt x="0" y="0"/>
                      </a:lnTo>
                      <a:lnTo>
                        <a:pt x="71" y="0"/>
                      </a:lnTo>
                      <a:lnTo>
                        <a:pt x="71" y="169"/>
                      </a:lnTo>
                      <a:lnTo>
                        <a:pt x="35" y="16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9" name="Google Shape;1989;p33"/>
                <p:cNvSpPr/>
                <p:nvPr/>
              </p:nvSpPr>
              <p:spPr>
                <a:xfrm>
                  <a:off x="2807750" y="4371748"/>
                  <a:ext cx="50448" cy="36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619" extrusionOk="0">
                      <a:moveTo>
                        <a:pt x="78" y="618"/>
                      </a:moveTo>
                      <a:lnTo>
                        <a:pt x="7" y="618"/>
                      </a:lnTo>
                      <a:lnTo>
                        <a:pt x="7" y="618"/>
                      </a:lnTo>
                      <a:lnTo>
                        <a:pt x="7" y="618"/>
                      </a:lnTo>
                      <a:cubicBezTo>
                        <a:pt x="6" y="618"/>
                        <a:pt x="4" y="617"/>
                        <a:pt x="3" y="617"/>
                      </a:cubicBezTo>
                      <a:cubicBezTo>
                        <a:pt x="2" y="616"/>
                        <a:pt x="2" y="616"/>
                        <a:pt x="1" y="615"/>
                      </a:cubicBezTo>
                      <a:cubicBezTo>
                        <a:pt x="1" y="614"/>
                        <a:pt x="0" y="613"/>
                        <a:pt x="0" y="611"/>
                      </a:cubicBezTo>
                      <a:lnTo>
                        <a:pt x="0" y="611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cubicBezTo>
                        <a:pt x="0" y="6"/>
                        <a:pt x="1" y="4"/>
                        <a:pt x="1" y="3"/>
                      </a:cubicBezTo>
                      <a:cubicBezTo>
                        <a:pt x="2" y="2"/>
                        <a:pt x="2" y="1"/>
                        <a:pt x="3" y="1"/>
                      </a:cubicBezTo>
                      <a:cubicBezTo>
                        <a:pt x="4" y="0"/>
                        <a:pt x="6" y="0"/>
                        <a:pt x="7" y="0"/>
                      </a:cubicBezTo>
                      <a:lnTo>
                        <a:pt x="78" y="0"/>
                      </a:lnTo>
                      <a:lnTo>
                        <a:pt x="78" y="0"/>
                      </a:lnTo>
                      <a:cubicBezTo>
                        <a:pt x="79" y="0"/>
                        <a:pt x="81" y="0"/>
                        <a:pt x="82" y="1"/>
                      </a:cubicBezTo>
                      <a:cubicBezTo>
                        <a:pt x="83" y="1"/>
                        <a:pt x="84" y="2"/>
                        <a:pt x="84" y="3"/>
                      </a:cubicBezTo>
                      <a:cubicBezTo>
                        <a:pt x="85" y="4"/>
                        <a:pt x="85" y="6"/>
                        <a:pt x="85" y="7"/>
                      </a:cubicBezTo>
                      <a:lnTo>
                        <a:pt x="85" y="7"/>
                      </a:lnTo>
                      <a:lnTo>
                        <a:pt x="85" y="611"/>
                      </a:lnTo>
                      <a:lnTo>
                        <a:pt x="85" y="611"/>
                      </a:lnTo>
                      <a:lnTo>
                        <a:pt x="85" y="611"/>
                      </a:lnTo>
                      <a:cubicBezTo>
                        <a:pt x="85" y="613"/>
                        <a:pt x="85" y="614"/>
                        <a:pt x="84" y="615"/>
                      </a:cubicBezTo>
                      <a:cubicBezTo>
                        <a:pt x="84" y="616"/>
                        <a:pt x="83" y="616"/>
                        <a:pt x="82" y="617"/>
                      </a:cubicBezTo>
                      <a:cubicBezTo>
                        <a:pt x="81" y="617"/>
                        <a:pt x="79" y="618"/>
                        <a:pt x="78" y="618"/>
                      </a:cubicBezTo>
                      <a:moveTo>
                        <a:pt x="14" y="604"/>
                      </a:moveTo>
                      <a:lnTo>
                        <a:pt x="71" y="604"/>
                      </a:lnTo>
                      <a:lnTo>
                        <a:pt x="71" y="14"/>
                      </a:lnTo>
                      <a:lnTo>
                        <a:pt x="14" y="14"/>
                      </a:lnTo>
                      <a:lnTo>
                        <a:pt x="14" y="60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0" name="Google Shape;1990;p33"/>
                <p:cNvSpPr/>
                <p:nvPr/>
              </p:nvSpPr>
              <p:spPr>
                <a:xfrm>
                  <a:off x="2902193" y="4371748"/>
                  <a:ext cx="50448" cy="36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619" extrusionOk="0">
                      <a:moveTo>
                        <a:pt x="78" y="618"/>
                      </a:moveTo>
                      <a:lnTo>
                        <a:pt x="7" y="618"/>
                      </a:lnTo>
                      <a:lnTo>
                        <a:pt x="7" y="618"/>
                      </a:lnTo>
                      <a:lnTo>
                        <a:pt x="7" y="618"/>
                      </a:lnTo>
                      <a:cubicBezTo>
                        <a:pt x="5" y="618"/>
                        <a:pt x="4" y="617"/>
                        <a:pt x="3" y="617"/>
                      </a:cubicBezTo>
                      <a:cubicBezTo>
                        <a:pt x="2" y="616"/>
                        <a:pt x="1" y="616"/>
                        <a:pt x="0" y="615"/>
                      </a:cubicBezTo>
                      <a:cubicBezTo>
                        <a:pt x="0" y="614"/>
                        <a:pt x="0" y="613"/>
                        <a:pt x="0" y="611"/>
                      </a:cubicBezTo>
                      <a:lnTo>
                        <a:pt x="0" y="611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cubicBezTo>
                        <a:pt x="0" y="6"/>
                        <a:pt x="0" y="4"/>
                        <a:pt x="0" y="3"/>
                      </a:cubicBezTo>
                      <a:cubicBezTo>
                        <a:pt x="1" y="2"/>
                        <a:pt x="2" y="1"/>
                        <a:pt x="3" y="1"/>
                      </a:cubicBezTo>
                      <a:cubicBezTo>
                        <a:pt x="4" y="0"/>
                        <a:pt x="5" y="0"/>
                        <a:pt x="7" y="0"/>
                      </a:cubicBezTo>
                      <a:lnTo>
                        <a:pt x="78" y="0"/>
                      </a:lnTo>
                      <a:lnTo>
                        <a:pt x="78" y="0"/>
                      </a:lnTo>
                      <a:cubicBezTo>
                        <a:pt x="79" y="0"/>
                        <a:pt x="80" y="0"/>
                        <a:pt x="81" y="1"/>
                      </a:cubicBezTo>
                      <a:cubicBezTo>
                        <a:pt x="82" y="1"/>
                        <a:pt x="83" y="2"/>
                        <a:pt x="84" y="3"/>
                      </a:cubicBezTo>
                      <a:cubicBezTo>
                        <a:pt x="85" y="4"/>
                        <a:pt x="85" y="6"/>
                        <a:pt x="85" y="7"/>
                      </a:cubicBezTo>
                      <a:lnTo>
                        <a:pt x="85" y="7"/>
                      </a:lnTo>
                      <a:lnTo>
                        <a:pt x="85" y="611"/>
                      </a:lnTo>
                      <a:lnTo>
                        <a:pt x="85" y="611"/>
                      </a:lnTo>
                      <a:lnTo>
                        <a:pt x="85" y="611"/>
                      </a:lnTo>
                      <a:cubicBezTo>
                        <a:pt x="85" y="613"/>
                        <a:pt x="85" y="614"/>
                        <a:pt x="84" y="615"/>
                      </a:cubicBezTo>
                      <a:cubicBezTo>
                        <a:pt x="83" y="616"/>
                        <a:pt x="82" y="616"/>
                        <a:pt x="81" y="617"/>
                      </a:cubicBezTo>
                      <a:cubicBezTo>
                        <a:pt x="80" y="617"/>
                        <a:pt x="79" y="618"/>
                        <a:pt x="78" y="618"/>
                      </a:cubicBezTo>
                      <a:moveTo>
                        <a:pt x="14" y="604"/>
                      </a:moveTo>
                      <a:lnTo>
                        <a:pt x="71" y="604"/>
                      </a:lnTo>
                      <a:lnTo>
                        <a:pt x="71" y="14"/>
                      </a:lnTo>
                      <a:lnTo>
                        <a:pt x="14" y="14"/>
                      </a:lnTo>
                      <a:lnTo>
                        <a:pt x="14" y="60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1" name="Google Shape;1991;p33"/>
                <p:cNvSpPr/>
                <p:nvPr/>
              </p:nvSpPr>
              <p:spPr>
                <a:xfrm>
                  <a:off x="2996050" y="4371748"/>
                  <a:ext cx="51035" cy="36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" h="619" extrusionOk="0">
                      <a:moveTo>
                        <a:pt x="79" y="618"/>
                      </a:moveTo>
                      <a:lnTo>
                        <a:pt x="7" y="618"/>
                      </a:lnTo>
                      <a:lnTo>
                        <a:pt x="7" y="618"/>
                      </a:lnTo>
                      <a:cubicBezTo>
                        <a:pt x="6" y="618"/>
                        <a:pt x="5" y="617"/>
                        <a:pt x="4" y="617"/>
                      </a:cubicBezTo>
                      <a:cubicBezTo>
                        <a:pt x="3" y="616"/>
                        <a:pt x="2" y="616"/>
                        <a:pt x="1" y="615"/>
                      </a:cubicBezTo>
                      <a:cubicBezTo>
                        <a:pt x="1" y="614"/>
                        <a:pt x="0" y="613"/>
                        <a:pt x="0" y="611"/>
                      </a:cubicBezTo>
                      <a:lnTo>
                        <a:pt x="0" y="611"/>
                      </a:lnTo>
                      <a:lnTo>
                        <a:pt x="0" y="7"/>
                      </a:lnTo>
                      <a:lnTo>
                        <a:pt x="0" y="7"/>
                      </a:lnTo>
                      <a:cubicBezTo>
                        <a:pt x="0" y="6"/>
                        <a:pt x="1" y="4"/>
                        <a:pt x="1" y="3"/>
                      </a:cubicBezTo>
                      <a:cubicBezTo>
                        <a:pt x="2" y="1"/>
                        <a:pt x="3" y="1"/>
                        <a:pt x="4" y="1"/>
                      </a:cubicBezTo>
                      <a:cubicBezTo>
                        <a:pt x="5" y="0"/>
                        <a:pt x="6" y="0"/>
                        <a:pt x="7" y="0"/>
                      </a:cubicBezTo>
                      <a:lnTo>
                        <a:pt x="79" y="0"/>
                      </a:lnTo>
                      <a:lnTo>
                        <a:pt x="79" y="0"/>
                      </a:lnTo>
                      <a:cubicBezTo>
                        <a:pt x="80" y="0"/>
                        <a:pt x="81" y="0"/>
                        <a:pt x="82" y="1"/>
                      </a:cubicBezTo>
                      <a:cubicBezTo>
                        <a:pt x="83" y="1"/>
                        <a:pt x="85" y="2"/>
                        <a:pt x="85" y="3"/>
                      </a:cubicBezTo>
                      <a:cubicBezTo>
                        <a:pt x="86" y="4"/>
                        <a:pt x="86" y="6"/>
                        <a:pt x="86" y="7"/>
                      </a:cubicBezTo>
                      <a:lnTo>
                        <a:pt x="86" y="7"/>
                      </a:lnTo>
                      <a:lnTo>
                        <a:pt x="86" y="611"/>
                      </a:lnTo>
                      <a:lnTo>
                        <a:pt x="86" y="611"/>
                      </a:lnTo>
                      <a:lnTo>
                        <a:pt x="86" y="611"/>
                      </a:lnTo>
                      <a:cubicBezTo>
                        <a:pt x="86" y="613"/>
                        <a:pt x="86" y="614"/>
                        <a:pt x="85" y="615"/>
                      </a:cubicBezTo>
                      <a:cubicBezTo>
                        <a:pt x="85" y="616"/>
                        <a:pt x="83" y="616"/>
                        <a:pt x="82" y="617"/>
                      </a:cubicBezTo>
                      <a:cubicBezTo>
                        <a:pt x="81" y="617"/>
                        <a:pt x="80" y="618"/>
                        <a:pt x="79" y="618"/>
                      </a:cubicBezTo>
                      <a:moveTo>
                        <a:pt x="14" y="604"/>
                      </a:moveTo>
                      <a:lnTo>
                        <a:pt x="71" y="604"/>
                      </a:lnTo>
                      <a:lnTo>
                        <a:pt x="71" y="14"/>
                      </a:lnTo>
                      <a:lnTo>
                        <a:pt x="14" y="14"/>
                      </a:lnTo>
                      <a:lnTo>
                        <a:pt x="14" y="60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2" name="Google Shape;1992;p33"/>
                <p:cNvSpPr/>
                <p:nvPr/>
              </p:nvSpPr>
              <p:spPr>
                <a:xfrm>
                  <a:off x="3090493" y="4371748"/>
                  <a:ext cx="50448" cy="36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619" extrusionOk="0">
                      <a:moveTo>
                        <a:pt x="78" y="618"/>
                      </a:moveTo>
                      <a:lnTo>
                        <a:pt x="7" y="618"/>
                      </a:lnTo>
                      <a:lnTo>
                        <a:pt x="7" y="618"/>
                      </a:lnTo>
                      <a:lnTo>
                        <a:pt x="7" y="618"/>
                      </a:lnTo>
                      <a:cubicBezTo>
                        <a:pt x="6" y="618"/>
                        <a:pt x="6" y="617"/>
                        <a:pt x="4" y="617"/>
                      </a:cubicBezTo>
                      <a:cubicBezTo>
                        <a:pt x="2" y="616"/>
                        <a:pt x="2" y="616"/>
                        <a:pt x="1" y="615"/>
                      </a:cubicBezTo>
                      <a:cubicBezTo>
                        <a:pt x="0" y="614"/>
                        <a:pt x="0" y="613"/>
                        <a:pt x="0" y="611"/>
                      </a:cubicBezTo>
                      <a:lnTo>
                        <a:pt x="0" y="611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cubicBezTo>
                        <a:pt x="0" y="6"/>
                        <a:pt x="0" y="4"/>
                        <a:pt x="1" y="3"/>
                      </a:cubicBezTo>
                      <a:cubicBezTo>
                        <a:pt x="2" y="2"/>
                        <a:pt x="2" y="1"/>
                        <a:pt x="4" y="1"/>
                      </a:cubicBezTo>
                      <a:cubicBezTo>
                        <a:pt x="5" y="0"/>
                        <a:pt x="6" y="0"/>
                        <a:pt x="7" y="0"/>
                      </a:cubicBezTo>
                      <a:lnTo>
                        <a:pt x="78" y="0"/>
                      </a:lnTo>
                      <a:lnTo>
                        <a:pt x="78" y="0"/>
                      </a:lnTo>
                      <a:cubicBezTo>
                        <a:pt x="80" y="0"/>
                        <a:pt x="81" y="0"/>
                        <a:pt x="82" y="1"/>
                      </a:cubicBezTo>
                      <a:cubicBezTo>
                        <a:pt x="83" y="1"/>
                        <a:pt x="84" y="2"/>
                        <a:pt x="84" y="3"/>
                      </a:cubicBezTo>
                      <a:cubicBezTo>
                        <a:pt x="85" y="4"/>
                        <a:pt x="85" y="6"/>
                        <a:pt x="85" y="7"/>
                      </a:cubicBezTo>
                      <a:lnTo>
                        <a:pt x="85" y="611"/>
                      </a:lnTo>
                      <a:lnTo>
                        <a:pt x="85" y="611"/>
                      </a:lnTo>
                      <a:cubicBezTo>
                        <a:pt x="85" y="613"/>
                        <a:pt x="85" y="614"/>
                        <a:pt x="84" y="615"/>
                      </a:cubicBezTo>
                      <a:cubicBezTo>
                        <a:pt x="84" y="616"/>
                        <a:pt x="83" y="616"/>
                        <a:pt x="82" y="617"/>
                      </a:cubicBezTo>
                      <a:cubicBezTo>
                        <a:pt x="81" y="617"/>
                        <a:pt x="80" y="618"/>
                        <a:pt x="78" y="618"/>
                      </a:cubicBezTo>
                      <a:moveTo>
                        <a:pt x="14" y="604"/>
                      </a:moveTo>
                      <a:lnTo>
                        <a:pt x="71" y="604"/>
                      </a:lnTo>
                      <a:lnTo>
                        <a:pt x="71" y="14"/>
                      </a:lnTo>
                      <a:lnTo>
                        <a:pt x="14" y="14"/>
                      </a:lnTo>
                      <a:lnTo>
                        <a:pt x="14" y="60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3" name="Google Shape;1993;p33"/>
                <p:cNvSpPr/>
                <p:nvPr/>
              </p:nvSpPr>
              <p:spPr>
                <a:xfrm>
                  <a:off x="3184936" y="4371748"/>
                  <a:ext cx="50448" cy="36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619" extrusionOk="0">
                      <a:moveTo>
                        <a:pt x="78" y="618"/>
                      </a:moveTo>
                      <a:lnTo>
                        <a:pt x="7" y="618"/>
                      </a:lnTo>
                      <a:lnTo>
                        <a:pt x="7" y="618"/>
                      </a:lnTo>
                      <a:cubicBezTo>
                        <a:pt x="6" y="618"/>
                        <a:pt x="4" y="617"/>
                        <a:pt x="3" y="617"/>
                      </a:cubicBezTo>
                      <a:cubicBezTo>
                        <a:pt x="2" y="616"/>
                        <a:pt x="2" y="616"/>
                        <a:pt x="1" y="615"/>
                      </a:cubicBezTo>
                      <a:cubicBezTo>
                        <a:pt x="1" y="614"/>
                        <a:pt x="0" y="613"/>
                        <a:pt x="0" y="611"/>
                      </a:cubicBezTo>
                      <a:lnTo>
                        <a:pt x="0" y="611"/>
                      </a:lnTo>
                      <a:lnTo>
                        <a:pt x="0" y="7"/>
                      </a:lnTo>
                      <a:lnTo>
                        <a:pt x="0" y="7"/>
                      </a:lnTo>
                      <a:cubicBezTo>
                        <a:pt x="0" y="6"/>
                        <a:pt x="0" y="4"/>
                        <a:pt x="1" y="3"/>
                      </a:cubicBezTo>
                      <a:cubicBezTo>
                        <a:pt x="2" y="2"/>
                        <a:pt x="2" y="1"/>
                        <a:pt x="3" y="1"/>
                      </a:cubicBezTo>
                      <a:cubicBezTo>
                        <a:pt x="4" y="0"/>
                        <a:pt x="6" y="0"/>
                        <a:pt x="7" y="0"/>
                      </a:cubicBezTo>
                      <a:lnTo>
                        <a:pt x="78" y="0"/>
                      </a:lnTo>
                      <a:lnTo>
                        <a:pt x="78" y="0"/>
                      </a:lnTo>
                      <a:cubicBezTo>
                        <a:pt x="79" y="0"/>
                        <a:pt x="81" y="0"/>
                        <a:pt x="82" y="1"/>
                      </a:cubicBezTo>
                      <a:cubicBezTo>
                        <a:pt x="83" y="1"/>
                        <a:pt x="84" y="2"/>
                        <a:pt x="84" y="3"/>
                      </a:cubicBezTo>
                      <a:cubicBezTo>
                        <a:pt x="85" y="4"/>
                        <a:pt x="85" y="6"/>
                        <a:pt x="85" y="7"/>
                      </a:cubicBezTo>
                      <a:lnTo>
                        <a:pt x="85" y="7"/>
                      </a:lnTo>
                      <a:lnTo>
                        <a:pt x="85" y="611"/>
                      </a:lnTo>
                      <a:lnTo>
                        <a:pt x="85" y="611"/>
                      </a:lnTo>
                      <a:lnTo>
                        <a:pt x="85" y="611"/>
                      </a:lnTo>
                      <a:cubicBezTo>
                        <a:pt x="85" y="613"/>
                        <a:pt x="85" y="614"/>
                        <a:pt x="84" y="615"/>
                      </a:cubicBezTo>
                      <a:cubicBezTo>
                        <a:pt x="84" y="616"/>
                        <a:pt x="83" y="616"/>
                        <a:pt x="82" y="617"/>
                      </a:cubicBezTo>
                      <a:cubicBezTo>
                        <a:pt x="81" y="617"/>
                        <a:pt x="79" y="618"/>
                        <a:pt x="78" y="618"/>
                      </a:cubicBezTo>
                      <a:moveTo>
                        <a:pt x="14" y="604"/>
                      </a:moveTo>
                      <a:lnTo>
                        <a:pt x="71" y="604"/>
                      </a:lnTo>
                      <a:lnTo>
                        <a:pt x="71" y="14"/>
                      </a:lnTo>
                      <a:lnTo>
                        <a:pt x="14" y="14"/>
                      </a:lnTo>
                      <a:lnTo>
                        <a:pt x="14" y="60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4" name="Google Shape;1994;p33"/>
                <p:cNvSpPr/>
                <p:nvPr/>
              </p:nvSpPr>
              <p:spPr>
                <a:xfrm>
                  <a:off x="3278793" y="4371748"/>
                  <a:ext cx="51035" cy="36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" h="619" extrusionOk="0">
                      <a:moveTo>
                        <a:pt x="79" y="618"/>
                      </a:moveTo>
                      <a:lnTo>
                        <a:pt x="7" y="618"/>
                      </a:lnTo>
                      <a:lnTo>
                        <a:pt x="7" y="618"/>
                      </a:lnTo>
                      <a:lnTo>
                        <a:pt x="7" y="618"/>
                      </a:lnTo>
                      <a:cubicBezTo>
                        <a:pt x="6" y="618"/>
                        <a:pt x="5" y="617"/>
                        <a:pt x="4" y="617"/>
                      </a:cubicBezTo>
                      <a:cubicBezTo>
                        <a:pt x="3" y="616"/>
                        <a:pt x="2" y="616"/>
                        <a:pt x="1" y="615"/>
                      </a:cubicBezTo>
                      <a:cubicBezTo>
                        <a:pt x="1" y="614"/>
                        <a:pt x="0" y="613"/>
                        <a:pt x="0" y="611"/>
                      </a:cubicBezTo>
                      <a:lnTo>
                        <a:pt x="0" y="611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cubicBezTo>
                        <a:pt x="0" y="6"/>
                        <a:pt x="1" y="4"/>
                        <a:pt x="1" y="3"/>
                      </a:cubicBezTo>
                      <a:cubicBezTo>
                        <a:pt x="2" y="2"/>
                        <a:pt x="3" y="1"/>
                        <a:pt x="4" y="1"/>
                      </a:cubicBezTo>
                      <a:cubicBezTo>
                        <a:pt x="5" y="0"/>
                        <a:pt x="6" y="0"/>
                        <a:pt x="7" y="0"/>
                      </a:cubicBezTo>
                      <a:lnTo>
                        <a:pt x="79" y="0"/>
                      </a:lnTo>
                      <a:lnTo>
                        <a:pt x="79" y="0"/>
                      </a:lnTo>
                      <a:cubicBezTo>
                        <a:pt x="80" y="0"/>
                        <a:pt x="81" y="0"/>
                        <a:pt x="82" y="1"/>
                      </a:cubicBezTo>
                      <a:cubicBezTo>
                        <a:pt x="83" y="1"/>
                        <a:pt x="84" y="1"/>
                        <a:pt x="85" y="3"/>
                      </a:cubicBezTo>
                      <a:cubicBezTo>
                        <a:pt x="86" y="4"/>
                        <a:pt x="86" y="6"/>
                        <a:pt x="86" y="7"/>
                      </a:cubicBezTo>
                      <a:lnTo>
                        <a:pt x="86" y="611"/>
                      </a:lnTo>
                      <a:lnTo>
                        <a:pt x="86" y="611"/>
                      </a:lnTo>
                      <a:lnTo>
                        <a:pt x="86" y="611"/>
                      </a:lnTo>
                      <a:cubicBezTo>
                        <a:pt x="86" y="613"/>
                        <a:pt x="86" y="614"/>
                        <a:pt x="85" y="615"/>
                      </a:cubicBezTo>
                      <a:cubicBezTo>
                        <a:pt x="85" y="616"/>
                        <a:pt x="83" y="616"/>
                        <a:pt x="82" y="617"/>
                      </a:cubicBezTo>
                      <a:cubicBezTo>
                        <a:pt x="81" y="617"/>
                        <a:pt x="80" y="618"/>
                        <a:pt x="79" y="618"/>
                      </a:cubicBezTo>
                      <a:moveTo>
                        <a:pt x="15" y="604"/>
                      </a:moveTo>
                      <a:lnTo>
                        <a:pt x="72" y="604"/>
                      </a:lnTo>
                      <a:lnTo>
                        <a:pt x="72" y="14"/>
                      </a:lnTo>
                      <a:lnTo>
                        <a:pt x="15" y="14"/>
                      </a:lnTo>
                      <a:lnTo>
                        <a:pt x="15" y="60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5" name="Google Shape;1995;p33"/>
                <p:cNvSpPr/>
                <p:nvPr/>
              </p:nvSpPr>
              <p:spPr>
                <a:xfrm>
                  <a:off x="1980051" y="4361189"/>
                  <a:ext cx="704513" cy="35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" h="60" extrusionOk="0">
                      <a:moveTo>
                        <a:pt x="600" y="59"/>
                      </a:moveTo>
                      <a:lnTo>
                        <a:pt x="0" y="59"/>
                      </a:lnTo>
                      <a:lnTo>
                        <a:pt x="0" y="0"/>
                      </a:lnTo>
                      <a:lnTo>
                        <a:pt x="1200" y="0"/>
                      </a:lnTo>
                      <a:lnTo>
                        <a:pt x="1200" y="59"/>
                      </a:lnTo>
                      <a:lnTo>
                        <a:pt x="600" y="5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6" name="Google Shape;1996;p33"/>
                <p:cNvSpPr/>
                <p:nvPr/>
              </p:nvSpPr>
              <p:spPr>
                <a:xfrm>
                  <a:off x="1980051" y="4453872"/>
                  <a:ext cx="704513" cy="35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" h="61" extrusionOk="0">
                      <a:moveTo>
                        <a:pt x="600" y="60"/>
                      </a:moveTo>
                      <a:lnTo>
                        <a:pt x="0" y="60"/>
                      </a:lnTo>
                      <a:lnTo>
                        <a:pt x="0" y="0"/>
                      </a:lnTo>
                      <a:lnTo>
                        <a:pt x="1200" y="0"/>
                      </a:lnTo>
                      <a:lnTo>
                        <a:pt x="1200" y="60"/>
                      </a:lnTo>
                      <a:lnTo>
                        <a:pt x="600" y="6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7" name="Google Shape;1997;p33"/>
                <p:cNvSpPr/>
                <p:nvPr/>
              </p:nvSpPr>
              <p:spPr>
                <a:xfrm>
                  <a:off x="1980051" y="4547142"/>
                  <a:ext cx="704513" cy="35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" h="60" extrusionOk="0">
                      <a:moveTo>
                        <a:pt x="600" y="59"/>
                      </a:moveTo>
                      <a:lnTo>
                        <a:pt x="0" y="59"/>
                      </a:lnTo>
                      <a:lnTo>
                        <a:pt x="0" y="0"/>
                      </a:lnTo>
                      <a:lnTo>
                        <a:pt x="1200" y="0"/>
                      </a:lnTo>
                      <a:lnTo>
                        <a:pt x="1200" y="59"/>
                      </a:lnTo>
                      <a:lnTo>
                        <a:pt x="600" y="5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8" name="Google Shape;1998;p33"/>
                <p:cNvSpPr/>
                <p:nvPr/>
              </p:nvSpPr>
              <p:spPr>
                <a:xfrm>
                  <a:off x="1980051" y="4643345"/>
                  <a:ext cx="372494" cy="3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55" extrusionOk="0">
                      <a:moveTo>
                        <a:pt x="317" y="54"/>
                      </a:moveTo>
                      <a:lnTo>
                        <a:pt x="0" y="54"/>
                      </a:lnTo>
                      <a:lnTo>
                        <a:pt x="0" y="0"/>
                      </a:lnTo>
                      <a:lnTo>
                        <a:pt x="634" y="0"/>
                      </a:lnTo>
                      <a:lnTo>
                        <a:pt x="634" y="54"/>
                      </a:lnTo>
                      <a:lnTo>
                        <a:pt x="317" y="5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99" name="Google Shape;1999;p33"/>
              <p:cNvGrpSpPr/>
              <p:nvPr/>
            </p:nvGrpSpPr>
            <p:grpSpPr>
              <a:xfrm>
                <a:off x="7942953" y="3676196"/>
                <a:ext cx="153089" cy="251350"/>
                <a:chOff x="2587197" y="2869324"/>
                <a:chExt cx="110318" cy="181127"/>
              </a:xfrm>
            </p:grpSpPr>
            <p:sp>
              <p:nvSpPr>
                <p:cNvPr id="2000" name="Google Shape;2000;p33"/>
                <p:cNvSpPr/>
                <p:nvPr/>
              </p:nvSpPr>
              <p:spPr>
                <a:xfrm>
                  <a:off x="2587197" y="2869324"/>
                  <a:ext cx="110318" cy="181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463" extrusionOk="0">
                      <a:moveTo>
                        <a:pt x="165" y="462"/>
                      </a:moveTo>
                      <a:lnTo>
                        <a:pt x="121" y="462"/>
                      </a:lnTo>
                      <a:lnTo>
                        <a:pt x="121" y="462"/>
                      </a:lnTo>
                      <a:lnTo>
                        <a:pt x="121" y="462"/>
                      </a:lnTo>
                      <a:cubicBezTo>
                        <a:pt x="119" y="462"/>
                        <a:pt x="118" y="461"/>
                        <a:pt x="117" y="461"/>
                      </a:cubicBezTo>
                      <a:cubicBezTo>
                        <a:pt x="116" y="460"/>
                        <a:pt x="114" y="460"/>
                        <a:pt x="114" y="459"/>
                      </a:cubicBezTo>
                      <a:cubicBezTo>
                        <a:pt x="113" y="457"/>
                        <a:pt x="113" y="456"/>
                        <a:pt x="113" y="455"/>
                      </a:cubicBezTo>
                      <a:lnTo>
                        <a:pt x="113" y="455"/>
                      </a:lnTo>
                      <a:lnTo>
                        <a:pt x="113" y="424"/>
                      </a:lnTo>
                      <a:lnTo>
                        <a:pt x="113" y="424"/>
                      </a:lnTo>
                      <a:cubicBezTo>
                        <a:pt x="76" y="422"/>
                        <a:pt x="40" y="413"/>
                        <a:pt x="6" y="398"/>
                      </a:cubicBezTo>
                      <a:lnTo>
                        <a:pt x="6" y="398"/>
                      </a:lnTo>
                      <a:lnTo>
                        <a:pt x="6" y="398"/>
                      </a:lnTo>
                      <a:cubicBezTo>
                        <a:pt x="5" y="397"/>
                        <a:pt x="4" y="396"/>
                        <a:pt x="3" y="395"/>
                      </a:cubicBezTo>
                      <a:cubicBezTo>
                        <a:pt x="2" y="394"/>
                        <a:pt x="2" y="392"/>
                        <a:pt x="2" y="391"/>
                      </a:cubicBezTo>
                      <a:cubicBezTo>
                        <a:pt x="2" y="390"/>
                        <a:pt x="2" y="390"/>
                        <a:pt x="2" y="389"/>
                      </a:cubicBezTo>
                      <a:lnTo>
                        <a:pt x="24" y="317"/>
                      </a:lnTo>
                      <a:lnTo>
                        <a:pt x="24" y="317"/>
                      </a:lnTo>
                      <a:lnTo>
                        <a:pt x="24" y="316"/>
                      </a:lnTo>
                      <a:cubicBezTo>
                        <a:pt x="25" y="315"/>
                        <a:pt x="26" y="314"/>
                        <a:pt x="27" y="313"/>
                      </a:cubicBezTo>
                      <a:cubicBezTo>
                        <a:pt x="28" y="312"/>
                        <a:pt x="29" y="312"/>
                        <a:pt x="31" y="312"/>
                      </a:cubicBezTo>
                      <a:cubicBezTo>
                        <a:pt x="32" y="312"/>
                        <a:pt x="33" y="312"/>
                        <a:pt x="34" y="313"/>
                      </a:cubicBezTo>
                      <a:lnTo>
                        <a:pt x="34" y="313"/>
                      </a:lnTo>
                      <a:cubicBezTo>
                        <a:pt x="48" y="320"/>
                        <a:pt x="62" y="325"/>
                        <a:pt x="77" y="329"/>
                      </a:cubicBezTo>
                      <a:lnTo>
                        <a:pt x="77" y="329"/>
                      </a:lnTo>
                      <a:cubicBezTo>
                        <a:pt x="89" y="332"/>
                        <a:pt x="101" y="334"/>
                        <a:pt x="113" y="335"/>
                      </a:cubicBezTo>
                      <a:lnTo>
                        <a:pt x="113" y="276"/>
                      </a:lnTo>
                      <a:lnTo>
                        <a:pt x="111" y="275"/>
                      </a:lnTo>
                      <a:cubicBezTo>
                        <a:pt x="76" y="266"/>
                        <a:pt x="48" y="251"/>
                        <a:pt x="29" y="231"/>
                      </a:cubicBezTo>
                      <a:lnTo>
                        <a:pt x="29" y="231"/>
                      </a:lnTo>
                      <a:cubicBezTo>
                        <a:pt x="23" y="225"/>
                        <a:pt x="18" y="217"/>
                        <a:pt x="14" y="210"/>
                      </a:cubicBezTo>
                      <a:cubicBezTo>
                        <a:pt x="5" y="194"/>
                        <a:pt x="0" y="177"/>
                        <a:pt x="0" y="159"/>
                      </a:cubicBezTo>
                      <a:lnTo>
                        <a:pt x="0" y="159"/>
                      </a:lnTo>
                      <a:lnTo>
                        <a:pt x="0" y="159"/>
                      </a:lnTo>
                      <a:cubicBezTo>
                        <a:pt x="0" y="158"/>
                        <a:pt x="0" y="157"/>
                        <a:pt x="0" y="156"/>
                      </a:cubicBezTo>
                      <a:cubicBezTo>
                        <a:pt x="0" y="139"/>
                        <a:pt x="5" y="122"/>
                        <a:pt x="13" y="107"/>
                      </a:cubicBezTo>
                      <a:cubicBezTo>
                        <a:pt x="18" y="98"/>
                        <a:pt x="25" y="90"/>
                        <a:pt x="33" y="83"/>
                      </a:cubicBezTo>
                      <a:cubicBezTo>
                        <a:pt x="53" y="65"/>
                        <a:pt x="80" y="54"/>
                        <a:pt x="113" y="50"/>
                      </a:cubicBezTo>
                      <a:lnTo>
                        <a:pt x="113" y="7"/>
                      </a:lnTo>
                      <a:lnTo>
                        <a:pt x="113" y="7"/>
                      </a:lnTo>
                      <a:lnTo>
                        <a:pt x="113" y="7"/>
                      </a:lnTo>
                      <a:cubicBezTo>
                        <a:pt x="113" y="6"/>
                        <a:pt x="113" y="4"/>
                        <a:pt x="114" y="3"/>
                      </a:cubicBezTo>
                      <a:cubicBezTo>
                        <a:pt x="114" y="2"/>
                        <a:pt x="116" y="1"/>
                        <a:pt x="117" y="1"/>
                      </a:cubicBezTo>
                      <a:cubicBezTo>
                        <a:pt x="118" y="0"/>
                        <a:pt x="119" y="0"/>
                        <a:pt x="121" y="0"/>
                      </a:cubicBezTo>
                      <a:lnTo>
                        <a:pt x="121" y="0"/>
                      </a:lnTo>
                      <a:lnTo>
                        <a:pt x="165" y="0"/>
                      </a:lnTo>
                      <a:lnTo>
                        <a:pt x="165" y="0"/>
                      </a:lnTo>
                      <a:lnTo>
                        <a:pt x="165" y="0"/>
                      </a:lnTo>
                      <a:cubicBezTo>
                        <a:pt x="166" y="0"/>
                        <a:pt x="167" y="0"/>
                        <a:pt x="169" y="1"/>
                      </a:cubicBezTo>
                      <a:cubicBezTo>
                        <a:pt x="170" y="1"/>
                        <a:pt x="170" y="2"/>
                        <a:pt x="171" y="3"/>
                      </a:cubicBezTo>
                      <a:cubicBezTo>
                        <a:pt x="171" y="4"/>
                        <a:pt x="172" y="6"/>
                        <a:pt x="172" y="7"/>
                      </a:cubicBezTo>
                      <a:lnTo>
                        <a:pt x="172" y="7"/>
                      </a:lnTo>
                      <a:lnTo>
                        <a:pt x="172" y="50"/>
                      </a:lnTo>
                      <a:lnTo>
                        <a:pt x="172" y="50"/>
                      </a:lnTo>
                      <a:cubicBezTo>
                        <a:pt x="204" y="53"/>
                        <a:pt x="235" y="62"/>
                        <a:pt x="265" y="75"/>
                      </a:cubicBezTo>
                      <a:lnTo>
                        <a:pt x="265" y="75"/>
                      </a:lnTo>
                      <a:lnTo>
                        <a:pt x="265" y="76"/>
                      </a:lnTo>
                      <a:cubicBezTo>
                        <a:pt x="266" y="76"/>
                        <a:pt x="267" y="77"/>
                        <a:pt x="268" y="78"/>
                      </a:cubicBezTo>
                      <a:cubicBezTo>
                        <a:pt x="269" y="79"/>
                        <a:pt x="269" y="81"/>
                        <a:pt x="269" y="82"/>
                      </a:cubicBezTo>
                      <a:cubicBezTo>
                        <a:pt x="269" y="83"/>
                        <a:pt x="269" y="84"/>
                        <a:pt x="268" y="85"/>
                      </a:cubicBezTo>
                      <a:lnTo>
                        <a:pt x="241" y="155"/>
                      </a:lnTo>
                      <a:lnTo>
                        <a:pt x="241" y="155"/>
                      </a:lnTo>
                      <a:lnTo>
                        <a:pt x="241" y="156"/>
                      </a:lnTo>
                      <a:cubicBezTo>
                        <a:pt x="240" y="157"/>
                        <a:pt x="239" y="157"/>
                        <a:pt x="238" y="158"/>
                      </a:cubicBezTo>
                      <a:cubicBezTo>
                        <a:pt x="237" y="158"/>
                        <a:pt x="235" y="159"/>
                        <a:pt x="234" y="159"/>
                      </a:cubicBezTo>
                      <a:cubicBezTo>
                        <a:pt x="232" y="159"/>
                        <a:pt x="232" y="159"/>
                        <a:pt x="231" y="158"/>
                      </a:cubicBezTo>
                      <a:lnTo>
                        <a:pt x="230" y="158"/>
                      </a:lnTo>
                      <a:cubicBezTo>
                        <a:pt x="216" y="148"/>
                        <a:pt x="196" y="142"/>
                        <a:pt x="172" y="138"/>
                      </a:cubicBezTo>
                      <a:lnTo>
                        <a:pt x="173" y="194"/>
                      </a:lnTo>
                      <a:cubicBezTo>
                        <a:pt x="207" y="203"/>
                        <a:pt x="234" y="217"/>
                        <a:pt x="252" y="237"/>
                      </a:cubicBezTo>
                      <a:lnTo>
                        <a:pt x="252" y="237"/>
                      </a:lnTo>
                      <a:cubicBezTo>
                        <a:pt x="258" y="243"/>
                        <a:pt x="264" y="250"/>
                        <a:pt x="268" y="257"/>
                      </a:cubicBezTo>
                      <a:cubicBezTo>
                        <a:pt x="277" y="272"/>
                        <a:pt x="281" y="290"/>
                        <a:pt x="281" y="307"/>
                      </a:cubicBezTo>
                      <a:cubicBezTo>
                        <a:pt x="281" y="308"/>
                        <a:pt x="281" y="308"/>
                        <a:pt x="281" y="308"/>
                      </a:cubicBezTo>
                      <a:cubicBezTo>
                        <a:pt x="281" y="341"/>
                        <a:pt x="271" y="367"/>
                        <a:pt x="251" y="387"/>
                      </a:cubicBezTo>
                      <a:cubicBezTo>
                        <a:pt x="232" y="405"/>
                        <a:pt x="205" y="417"/>
                        <a:pt x="172" y="422"/>
                      </a:cubicBezTo>
                      <a:lnTo>
                        <a:pt x="172" y="455"/>
                      </a:lnTo>
                      <a:lnTo>
                        <a:pt x="172" y="455"/>
                      </a:lnTo>
                      <a:lnTo>
                        <a:pt x="172" y="455"/>
                      </a:lnTo>
                      <a:cubicBezTo>
                        <a:pt x="172" y="456"/>
                        <a:pt x="171" y="457"/>
                        <a:pt x="171" y="459"/>
                      </a:cubicBezTo>
                      <a:cubicBezTo>
                        <a:pt x="170" y="460"/>
                        <a:pt x="170" y="460"/>
                        <a:pt x="169" y="461"/>
                      </a:cubicBezTo>
                      <a:cubicBezTo>
                        <a:pt x="168" y="461"/>
                        <a:pt x="166" y="462"/>
                        <a:pt x="165" y="462"/>
                      </a:cubicBezTo>
                      <a:moveTo>
                        <a:pt x="128" y="448"/>
                      </a:moveTo>
                      <a:lnTo>
                        <a:pt x="158" y="448"/>
                      </a:lnTo>
                      <a:lnTo>
                        <a:pt x="158" y="416"/>
                      </a:lnTo>
                      <a:lnTo>
                        <a:pt x="158" y="416"/>
                      </a:lnTo>
                      <a:lnTo>
                        <a:pt x="158" y="416"/>
                      </a:lnTo>
                      <a:cubicBezTo>
                        <a:pt x="158" y="414"/>
                        <a:pt x="158" y="413"/>
                        <a:pt x="159" y="412"/>
                      </a:cubicBezTo>
                      <a:cubicBezTo>
                        <a:pt x="159" y="411"/>
                        <a:pt x="160" y="409"/>
                        <a:pt x="161" y="409"/>
                      </a:cubicBezTo>
                      <a:cubicBezTo>
                        <a:pt x="162" y="408"/>
                        <a:pt x="163" y="409"/>
                        <a:pt x="164" y="408"/>
                      </a:cubicBezTo>
                      <a:cubicBezTo>
                        <a:pt x="197" y="405"/>
                        <a:pt x="222" y="394"/>
                        <a:pt x="240" y="377"/>
                      </a:cubicBezTo>
                      <a:cubicBezTo>
                        <a:pt x="257" y="359"/>
                        <a:pt x="267" y="337"/>
                        <a:pt x="267" y="309"/>
                      </a:cubicBezTo>
                      <a:lnTo>
                        <a:pt x="267" y="309"/>
                      </a:lnTo>
                      <a:cubicBezTo>
                        <a:pt x="267" y="308"/>
                        <a:pt x="267" y="308"/>
                        <a:pt x="267" y="307"/>
                      </a:cubicBezTo>
                      <a:cubicBezTo>
                        <a:pt x="267" y="292"/>
                        <a:pt x="262" y="278"/>
                        <a:pt x="255" y="265"/>
                      </a:cubicBezTo>
                      <a:cubicBezTo>
                        <a:pt x="251" y="258"/>
                        <a:pt x="247" y="253"/>
                        <a:pt x="242" y="247"/>
                      </a:cubicBezTo>
                      <a:cubicBezTo>
                        <a:pt x="225" y="230"/>
                        <a:pt x="200" y="217"/>
                        <a:pt x="169" y="209"/>
                      </a:cubicBezTo>
                      <a:lnTo>
                        <a:pt x="163" y="207"/>
                      </a:lnTo>
                      <a:lnTo>
                        <a:pt x="163" y="207"/>
                      </a:lnTo>
                      <a:cubicBezTo>
                        <a:pt x="162" y="207"/>
                        <a:pt x="162" y="207"/>
                        <a:pt x="161" y="207"/>
                      </a:cubicBezTo>
                      <a:cubicBezTo>
                        <a:pt x="160" y="206"/>
                        <a:pt x="158" y="205"/>
                        <a:pt x="158" y="204"/>
                      </a:cubicBezTo>
                      <a:cubicBezTo>
                        <a:pt x="157" y="203"/>
                        <a:pt x="157" y="201"/>
                        <a:pt x="157" y="200"/>
                      </a:cubicBezTo>
                      <a:lnTo>
                        <a:pt x="157" y="130"/>
                      </a:lnTo>
                      <a:lnTo>
                        <a:pt x="157" y="130"/>
                      </a:lnTo>
                      <a:lnTo>
                        <a:pt x="157" y="130"/>
                      </a:lnTo>
                      <a:cubicBezTo>
                        <a:pt x="157" y="129"/>
                        <a:pt x="157" y="127"/>
                        <a:pt x="158" y="126"/>
                      </a:cubicBezTo>
                      <a:cubicBezTo>
                        <a:pt x="158" y="124"/>
                        <a:pt x="160" y="124"/>
                        <a:pt x="161" y="124"/>
                      </a:cubicBezTo>
                      <a:cubicBezTo>
                        <a:pt x="162" y="123"/>
                        <a:pt x="163" y="123"/>
                        <a:pt x="165" y="123"/>
                      </a:cubicBezTo>
                      <a:lnTo>
                        <a:pt x="166" y="123"/>
                      </a:lnTo>
                      <a:lnTo>
                        <a:pt x="166" y="123"/>
                      </a:lnTo>
                      <a:cubicBezTo>
                        <a:pt x="188" y="125"/>
                        <a:pt x="210" y="131"/>
                        <a:pt x="230" y="141"/>
                      </a:cubicBezTo>
                      <a:lnTo>
                        <a:pt x="252" y="86"/>
                      </a:lnTo>
                      <a:lnTo>
                        <a:pt x="252" y="86"/>
                      </a:lnTo>
                      <a:cubicBezTo>
                        <a:pt x="224" y="74"/>
                        <a:pt x="194" y="66"/>
                        <a:pt x="164" y="64"/>
                      </a:cubicBezTo>
                      <a:lnTo>
                        <a:pt x="164" y="64"/>
                      </a:lnTo>
                      <a:cubicBezTo>
                        <a:pt x="163" y="64"/>
                        <a:pt x="162" y="63"/>
                        <a:pt x="161" y="63"/>
                      </a:cubicBezTo>
                      <a:cubicBezTo>
                        <a:pt x="160" y="62"/>
                        <a:pt x="158" y="61"/>
                        <a:pt x="158" y="60"/>
                      </a:cubicBezTo>
                      <a:cubicBezTo>
                        <a:pt x="157" y="59"/>
                        <a:pt x="157" y="58"/>
                        <a:pt x="157" y="57"/>
                      </a:cubicBezTo>
                      <a:lnTo>
                        <a:pt x="157" y="14"/>
                      </a:lnTo>
                      <a:lnTo>
                        <a:pt x="128" y="14"/>
                      </a:lnTo>
                      <a:lnTo>
                        <a:pt x="128" y="57"/>
                      </a:lnTo>
                      <a:lnTo>
                        <a:pt x="128" y="57"/>
                      </a:lnTo>
                      <a:lnTo>
                        <a:pt x="128" y="57"/>
                      </a:lnTo>
                      <a:cubicBezTo>
                        <a:pt x="128" y="58"/>
                        <a:pt x="127" y="59"/>
                        <a:pt x="127" y="60"/>
                      </a:cubicBezTo>
                      <a:cubicBezTo>
                        <a:pt x="126" y="61"/>
                        <a:pt x="125" y="62"/>
                        <a:pt x="124" y="63"/>
                      </a:cubicBezTo>
                      <a:cubicBezTo>
                        <a:pt x="123" y="63"/>
                        <a:pt x="122" y="64"/>
                        <a:pt x="121" y="64"/>
                      </a:cubicBezTo>
                      <a:cubicBezTo>
                        <a:pt x="88" y="67"/>
                        <a:pt x="61" y="77"/>
                        <a:pt x="43" y="94"/>
                      </a:cubicBezTo>
                      <a:lnTo>
                        <a:pt x="43" y="94"/>
                      </a:lnTo>
                      <a:cubicBezTo>
                        <a:pt x="36" y="100"/>
                        <a:pt x="30" y="107"/>
                        <a:pt x="26" y="114"/>
                      </a:cubicBezTo>
                      <a:cubicBezTo>
                        <a:pt x="19" y="127"/>
                        <a:pt x="15" y="141"/>
                        <a:pt x="15" y="155"/>
                      </a:cubicBezTo>
                      <a:cubicBezTo>
                        <a:pt x="15" y="156"/>
                        <a:pt x="15" y="157"/>
                        <a:pt x="15" y="158"/>
                      </a:cubicBezTo>
                      <a:lnTo>
                        <a:pt x="15" y="158"/>
                      </a:lnTo>
                      <a:cubicBezTo>
                        <a:pt x="15" y="159"/>
                        <a:pt x="15" y="159"/>
                        <a:pt x="15" y="160"/>
                      </a:cubicBezTo>
                      <a:cubicBezTo>
                        <a:pt x="15" y="175"/>
                        <a:pt x="19" y="189"/>
                        <a:pt x="27" y="203"/>
                      </a:cubicBezTo>
                      <a:cubicBezTo>
                        <a:pt x="30" y="208"/>
                        <a:pt x="35" y="215"/>
                        <a:pt x="40" y="220"/>
                      </a:cubicBezTo>
                      <a:cubicBezTo>
                        <a:pt x="57" y="238"/>
                        <a:pt x="82" y="252"/>
                        <a:pt x="115" y="261"/>
                      </a:cubicBezTo>
                      <a:lnTo>
                        <a:pt x="122" y="263"/>
                      </a:lnTo>
                      <a:lnTo>
                        <a:pt x="122" y="263"/>
                      </a:lnTo>
                      <a:cubicBezTo>
                        <a:pt x="123" y="263"/>
                        <a:pt x="123" y="263"/>
                        <a:pt x="124" y="264"/>
                      </a:cubicBezTo>
                      <a:cubicBezTo>
                        <a:pt x="124" y="264"/>
                        <a:pt x="126" y="264"/>
                        <a:pt x="127" y="266"/>
                      </a:cubicBezTo>
                      <a:cubicBezTo>
                        <a:pt x="127" y="267"/>
                        <a:pt x="128" y="269"/>
                        <a:pt x="128" y="270"/>
                      </a:cubicBezTo>
                      <a:lnTo>
                        <a:pt x="128" y="270"/>
                      </a:lnTo>
                      <a:lnTo>
                        <a:pt x="128" y="343"/>
                      </a:lnTo>
                      <a:lnTo>
                        <a:pt x="128" y="343"/>
                      </a:lnTo>
                      <a:cubicBezTo>
                        <a:pt x="128" y="344"/>
                        <a:pt x="127" y="346"/>
                        <a:pt x="127" y="347"/>
                      </a:cubicBezTo>
                      <a:cubicBezTo>
                        <a:pt x="126" y="348"/>
                        <a:pt x="126" y="348"/>
                        <a:pt x="125" y="349"/>
                      </a:cubicBezTo>
                      <a:lnTo>
                        <a:pt x="125" y="349"/>
                      </a:lnTo>
                      <a:cubicBezTo>
                        <a:pt x="125" y="349"/>
                        <a:pt x="125" y="348"/>
                        <a:pt x="124" y="349"/>
                      </a:cubicBezTo>
                      <a:cubicBezTo>
                        <a:pt x="123" y="349"/>
                        <a:pt x="122" y="351"/>
                        <a:pt x="120" y="351"/>
                      </a:cubicBezTo>
                      <a:lnTo>
                        <a:pt x="120" y="351"/>
                      </a:lnTo>
                      <a:lnTo>
                        <a:pt x="120" y="351"/>
                      </a:lnTo>
                      <a:cubicBezTo>
                        <a:pt x="104" y="349"/>
                        <a:pt x="89" y="347"/>
                        <a:pt x="74" y="343"/>
                      </a:cubicBezTo>
                      <a:lnTo>
                        <a:pt x="74" y="343"/>
                      </a:lnTo>
                      <a:cubicBezTo>
                        <a:pt x="61" y="340"/>
                        <a:pt x="48" y="335"/>
                        <a:pt x="35" y="330"/>
                      </a:cubicBezTo>
                      <a:lnTo>
                        <a:pt x="18" y="387"/>
                      </a:lnTo>
                      <a:lnTo>
                        <a:pt x="18" y="387"/>
                      </a:lnTo>
                      <a:cubicBezTo>
                        <a:pt x="51" y="401"/>
                        <a:pt x="86" y="408"/>
                        <a:pt x="121" y="410"/>
                      </a:cubicBezTo>
                      <a:lnTo>
                        <a:pt x="121" y="410"/>
                      </a:lnTo>
                      <a:cubicBezTo>
                        <a:pt x="122" y="410"/>
                        <a:pt x="123" y="409"/>
                        <a:pt x="124" y="410"/>
                      </a:cubicBezTo>
                      <a:cubicBezTo>
                        <a:pt x="125" y="410"/>
                        <a:pt x="126" y="412"/>
                        <a:pt x="127" y="413"/>
                      </a:cubicBezTo>
                      <a:cubicBezTo>
                        <a:pt x="128" y="414"/>
                        <a:pt x="128" y="416"/>
                        <a:pt x="128" y="417"/>
                      </a:cubicBezTo>
                      <a:lnTo>
                        <a:pt x="128" y="417"/>
                      </a:lnTo>
                      <a:lnTo>
                        <a:pt x="128" y="4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1" name="Google Shape;2001;p33"/>
                <p:cNvSpPr/>
                <p:nvPr/>
              </p:nvSpPr>
              <p:spPr>
                <a:xfrm>
                  <a:off x="2620840" y="2917442"/>
                  <a:ext cx="16822" cy="28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72" extrusionOk="0">
                      <a:moveTo>
                        <a:pt x="35" y="71"/>
                      </a:moveTo>
                      <a:lnTo>
                        <a:pt x="35" y="71"/>
                      </a:lnTo>
                      <a:cubicBezTo>
                        <a:pt x="34" y="71"/>
                        <a:pt x="33" y="71"/>
                        <a:pt x="32" y="71"/>
                      </a:cubicBezTo>
                      <a:lnTo>
                        <a:pt x="32" y="71"/>
                      </a:lnTo>
                      <a:cubicBezTo>
                        <a:pt x="28" y="70"/>
                        <a:pt x="24" y="68"/>
                        <a:pt x="20" y="66"/>
                      </a:cubicBezTo>
                      <a:cubicBezTo>
                        <a:pt x="16" y="63"/>
                        <a:pt x="11" y="60"/>
                        <a:pt x="8" y="56"/>
                      </a:cubicBezTo>
                      <a:lnTo>
                        <a:pt x="8" y="56"/>
                      </a:lnTo>
                      <a:cubicBezTo>
                        <a:pt x="6" y="55"/>
                        <a:pt x="5" y="53"/>
                        <a:pt x="4" y="51"/>
                      </a:cubicBezTo>
                      <a:cubicBezTo>
                        <a:pt x="2" y="47"/>
                        <a:pt x="0" y="41"/>
                        <a:pt x="0" y="36"/>
                      </a:cubicBezTo>
                      <a:lnTo>
                        <a:pt x="0" y="35"/>
                      </a:lnTo>
                      <a:cubicBezTo>
                        <a:pt x="0" y="22"/>
                        <a:pt x="6" y="6"/>
                        <a:pt x="33" y="0"/>
                      </a:cubicBezTo>
                      <a:lnTo>
                        <a:pt x="33" y="0"/>
                      </a:lnTo>
                      <a:cubicBezTo>
                        <a:pt x="34" y="0"/>
                        <a:pt x="34" y="0"/>
                        <a:pt x="35" y="0"/>
                      </a:cubicBezTo>
                      <a:cubicBezTo>
                        <a:pt x="36" y="0"/>
                        <a:pt x="37" y="0"/>
                        <a:pt x="38" y="1"/>
                      </a:cubicBezTo>
                      <a:cubicBezTo>
                        <a:pt x="39" y="2"/>
                        <a:pt x="40" y="3"/>
                        <a:pt x="41" y="4"/>
                      </a:cubicBezTo>
                      <a:cubicBezTo>
                        <a:pt x="42" y="5"/>
                        <a:pt x="42" y="6"/>
                        <a:pt x="42" y="7"/>
                      </a:cubicBezTo>
                      <a:lnTo>
                        <a:pt x="42" y="7"/>
                      </a:lnTo>
                      <a:lnTo>
                        <a:pt x="42" y="64"/>
                      </a:lnTo>
                      <a:lnTo>
                        <a:pt x="42" y="64"/>
                      </a:lnTo>
                      <a:lnTo>
                        <a:pt x="42" y="64"/>
                      </a:lnTo>
                      <a:cubicBezTo>
                        <a:pt x="42" y="66"/>
                        <a:pt x="42" y="67"/>
                        <a:pt x="41" y="68"/>
                      </a:cubicBezTo>
                      <a:cubicBezTo>
                        <a:pt x="40" y="69"/>
                        <a:pt x="40" y="70"/>
                        <a:pt x="39" y="70"/>
                      </a:cubicBezTo>
                      <a:lnTo>
                        <a:pt x="39" y="70"/>
                      </a:lnTo>
                      <a:lnTo>
                        <a:pt x="39" y="70"/>
                      </a:lnTo>
                      <a:cubicBezTo>
                        <a:pt x="37" y="71"/>
                        <a:pt x="36" y="71"/>
                        <a:pt x="35" y="71"/>
                      </a:cubicBezTo>
                      <a:moveTo>
                        <a:pt x="27" y="17"/>
                      </a:moveTo>
                      <a:lnTo>
                        <a:pt x="27" y="17"/>
                      </a:lnTo>
                      <a:cubicBezTo>
                        <a:pt x="26" y="17"/>
                        <a:pt x="25" y="18"/>
                        <a:pt x="24" y="19"/>
                      </a:cubicBezTo>
                      <a:cubicBezTo>
                        <a:pt x="21" y="20"/>
                        <a:pt x="18" y="22"/>
                        <a:pt x="17" y="25"/>
                      </a:cubicBezTo>
                      <a:cubicBezTo>
                        <a:pt x="15" y="28"/>
                        <a:pt x="15" y="31"/>
                        <a:pt x="15" y="34"/>
                      </a:cubicBezTo>
                      <a:lnTo>
                        <a:pt x="15" y="35"/>
                      </a:lnTo>
                      <a:lnTo>
                        <a:pt x="15" y="35"/>
                      </a:lnTo>
                      <a:lnTo>
                        <a:pt x="15" y="36"/>
                      </a:lnTo>
                      <a:cubicBezTo>
                        <a:pt x="15" y="39"/>
                        <a:pt x="16" y="42"/>
                        <a:pt x="17" y="44"/>
                      </a:cubicBezTo>
                      <a:cubicBezTo>
                        <a:pt x="18" y="45"/>
                        <a:pt x="18" y="46"/>
                        <a:pt x="19" y="46"/>
                      </a:cubicBezTo>
                      <a:lnTo>
                        <a:pt x="19" y="46"/>
                      </a:lnTo>
                      <a:cubicBezTo>
                        <a:pt x="21" y="49"/>
                        <a:pt x="23" y="50"/>
                        <a:pt x="26" y="52"/>
                      </a:cubicBezTo>
                      <a:cubicBezTo>
                        <a:pt x="26" y="52"/>
                        <a:pt x="27" y="52"/>
                        <a:pt x="27" y="53"/>
                      </a:cubicBezTo>
                      <a:lnTo>
                        <a:pt x="27" y="1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2" name="Google Shape;2002;p33"/>
                <p:cNvSpPr/>
                <p:nvPr/>
              </p:nvSpPr>
              <p:spPr>
                <a:xfrm>
                  <a:off x="2649006" y="2977687"/>
                  <a:ext cx="15648" cy="2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1" extrusionOk="0">
                      <a:moveTo>
                        <a:pt x="7" y="70"/>
                      </a:moveTo>
                      <a:lnTo>
                        <a:pt x="7" y="70"/>
                      </a:lnTo>
                      <a:cubicBezTo>
                        <a:pt x="6" y="70"/>
                        <a:pt x="4" y="70"/>
                        <a:pt x="3" y="69"/>
                      </a:cubicBezTo>
                      <a:lnTo>
                        <a:pt x="2" y="69"/>
                      </a:lnTo>
                      <a:lnTo>
                        <a:pt x="2" y="69"/>
                      </a:lnTo>
                      <a:cubicBezTo>
                        <a:pt x="2" y="68"/>
                        <a:pt x="1" y="68"/>
                        <a:pt x="1" y="67"/>
                      </a:cubicBezTo>
                      <a:cubicBezTo>
                        <a:pt x="0" y="65"/>
                        <a:pt x="0" y="64"/>
                        <a:pt x="0" y="63"/>
                      </a:cubicBezTo>
                      <a:lnTo>
                        <a:pt x="0" y="63"/>
                      </a:lnTo>
                      <a:lnTo>
                        <a:pt x="0" y="8"/>
                      </a:lnTo>
                      <a:lnTo>
                        <a:pt x="0" y="8"/>
                      </a:ln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3"/>
                        <a:pt x="2" y="2"/>
                        <a:pt x="3" y="2"/>
                      </a:cubicBezTo>
                      <a:lnTo>
                        <a:pt x="3" y="2"/>
                      </a:lnTo>
                      <a:lnTo>
                        <a:pt x="3" y="1"/>
                      </a:lnTo>
                      <a:cubicBezTo>
                        <a:pt x="4" y="1"/>
                        <a:pt x="6" y="0"/>
                        <a:pt x="7" y="0"/>
                      </a:cubicBezTo>
                      <a:cubicBezTo>
                        <a:pt x="8" y="0"/>
                        <a:pt x="9" y="1"/>
                        <a:pt x="10" y="1"/>
                      </a:cubicBezTo>
                      <a:cubicBezTo>
                        <a:pt x="21" y="5"/>
                        <a:pt x="28" y="10"/>
                        <a:pt x="32" y="16"/>
                      </a:cubicBezTo>
                      <a:lnTo>
                        <a:pt x="32" y="16"/>
                      </a:lnTo>
                      <a:cubicBezTo>
                        <a:pt x="33" y="17"/>
                        <a:pt x="33" y="17"/>
                        <a:pt x="34" y="18"/>
                      </a:cubicBezTo>
                      <a:cubicBezTo>
                        <a:pt x="37" y="23"/>
                        <a:pt x="39" y="30"/>
                        <a:pt x="39" y="37"/>
                      </a:cubicBezTo>
                      <a:lnTo>
                        <a:pt x="39" y="38"/>
                      </a:lnTo>
                      <a:cubicBezTo>
                        <a:pt x="39" y="49"/>
                        <a:pt x="34" y="64"/>
                        <a:pt x="9" y="70"/>
                      </a:cubicBezTo>
                      <a:lnTo>
                        <a:pt x="9" y="70"/>
                      </a:lnTo>
                      <a:cubicBezTo>
                        <a:pt x="8" y="70"/>
                        <a:pt x="8" y="70"/>
                        <a:pt x="7" y="70"/>
                      </a:cubicBezTo>
                      <a:moveTo>
                        <a:pt x="14" y="20"/>
                      </a:moveTo>
                      <a:lnTo>
                        <a:pt x="14" y="53"/>
                      </a:lnTo>
                      <a:lnTo>
                        <a:pt x="14" y="53"/>
                      </a:lnTo>
                      <a:cubicBezTo>
                        <a:pt x="15" y="53"/>
                        <a:pt x="16" y="52"/>
                        <a:pt x="16" y="52"/>
                      </a:cubicBezTo>
                      <a:cubicBezTo>
                        <a:pt x="19" y="50"/>
                        <a:pt x="21" y="48"/>
                        <a:pt x="22" y="46"/>
                      </a:cubicBezTo>
                      <a:cubicBezTo>
                        <a:pt x="23" y="43"/>
                        <a:pt x="24" y="41"/>
                        <a:pt x="24" y="39"/>
                      </a:cubicBezTo>
                      <a:cubicBezTo>
                        <a:pt x="24" y="38"/>
                        <a:pt x="24" y="38"/>
                        <a:pt x="24" y="38"/>
                      </a:cubicBezTo>
                      <a:lnTo>
                        <a:pt x="24" y="38"/>
                      </a:lnTo>
                      <a:lnTo>
                        <a:pt x="24" y="37"/>
                      </a:lnTo>
                      <a:cubicBezTo>
                        <a:pt x="24" y="33"/>
                        <a:pt x="23" y="29"/>
                        <a:pt x="21" y="26"/>
                      </a:cubicBezTo>
                      <a:cubicBezTo>
                        <a:pt x="21" y="25"/>
                        <a:pt x="21" y="25"/>
                        <a:pt x="21" y="25"/>
                      </a:cubicBezTo>
                      <a:lnTo>
                        <a:pt x="21" y="25"/>
                      </a:lnTo>
                      <a:cubicBezTo>
                        <a:pt x="19" y="23"/>
                        <a:pt x="17" y="21"/>
                        <a:pt x="15" y="20"/>
                      </a:cubicBezTo>
                      <a:lnTo>
                        <a:pt x="14" y="2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3F6F6CA-5FE3-BAF8-6F9E-6CFBC39A8784}"/>
              </a:ext>
            </a:extLst>
          </p:cNvPr>
          <p:cNvSpPr txBox="1"/>
          <p:nvPr/>
        </p:nvSpPr>
        <p:spPr>
          <a:xfrm>
            <a:off x="1043895" y="3430882"/>
            <a:ext cx="5561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SzPts val="1100"/>
              <a:buNone/>
            </a:pPr>
            <a:r>
              <a:rPr lang="en-US" sz="1800" b="1" dirty="0">
                <a:solidFill>
                  <a:srgbClr val="FF0000"/>
                </a:solidFill>
              </a:rPr>
              <a:t>So who is right? </a:t>
            </a:r>
          </a:p>
          <a:p>
            <a:pPr marL="0" indent="0" algn="ctr">
              <a:buSzPts val="1100"/>
              <a:buNone/>
            </a:pPr>
            <a:r>
              <a:rPr lang="en-US" sz="1800" b="1" dirty="0">
                <a:solidFill>
                  <a:srgbClr val="FF0000"/>
                </a:solidFill>
              </a:rPr>
              <a:t>Can we use previous data to </a:t>
            </a:r>
          </a:p>
          <a:p>
            <a:pPr marL="0" indent="0" algn="ctr">
              <a:buSzPts val="1100"/>
              <a:buNone/>
            </a:pPr>
            <a:r>
              <a:rPr lang="en-US" sz="1800" b="1" dirty="0">
                <a:solidFill>
                  <a:srgbClr val="FF0000"/>
                </a:solidFill>
              </a:rPr>
              <a:t>predict a future movie’s revenue?</a:t>
            </a:r>
            <a:endParaRPr lang="en-US" altLang="zh-CN" sz="18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D5F3C-0F8A-62B5-E0A2-6182BC0C1447}"/>
              </a:ext>
            </a:extLst>
          </p:cNvPr>
          <p:cNvSpPr txBox="1"/>
          <p:nvPr/>
        </p:nvSpPr>
        <p:spPr>
          <a:xfrm>
            <a:off x="2030568" y="4368609"/>
            <a:ext cx="427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Machine Learning!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p49"/>
          <p:cNvSpPr txBox="1">
            <a:spLocks noGrp="1"/>
          </p:cNvSpPr>
          <p:nvPr>
            <p:ph type="title"/>
          </p:nvPr>
        </p:nvSpPr>
        <p:spPr>
          <a:xfrm>
            <a:off x="381448" y="290168"/>
            <a:ext cx="8650934" cy="7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H</a:t>
            </a:r>
            <a:r>
              <a:rPr lang="en-US" altLang="zh-CN" sz="3600" dirty="0"/>
              <a:t>ow Can Machine Learning help? 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B9F3B-2E8D-36FD-516D-3D6DC3616F48}"/>
              </a:ext>
            </a:extLst>
          </p:cNvPr>
          <p:cNvSpPr txBox="1"/>
          <p:nvPr/>
        </p:nvSpPr>
        <p:spPr>
          <a:xfrm>
            <a:off x="523741" y="1562637"/>
            <a:ext cx="76642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Instead of guessing, we can let the data speak for itself.</a:t>
            </a:r>
          </a:p>
          <a:p>
            <a:endParaRPr lang="en-US" sz="2000" dirty="0"/>
          </a:p>
          <a:p>
            <a:r>
              <a:rPr lang="en-US" sz="2000" dirty="0"/>
              <a:t>Machine Learning allows us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Analyze patterns from thousands of past movies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Identify which features actually drive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Build models that can predict a movie’s box office performance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1" name="Google Shape;2011;p34"/>
          <p:cNvGrpSpPr/>
          <p:nvPr/>
        </p:nvGrpSpPr>
        <p:grpSpPr>
          <a:xfrm>
            <a:off x="7150454" y="2748369"/>
            <a:ext cx="1878600" cy="2239925"/>
            <a:chOff x="4171141" y="2780675"/>
            <a:chExt cx="1878600" cy="2239925"/>
          </a:xfrm>
        </p:grpSpPr>
        <p:grpSp>
          <p:nvGrpSpPr>
            <p:cNvPr id="2012" name="Google Shape;2012;p34"/>
            <p:cNvGrpSpPr/>
            <p:nvPr/>
          </p:nvGrpSpPr>
          <p:grpSpPr>
            <a:xfrm>
              <a:off x="4171141" y="2780675"/>
              <a:ext cx="1878600" cy="2239925"/>
              <a:chOff x="4171141" y="2683475"/>
              <a:chExt cx="1878600" cy="2239925"/>
            </a:xfrm>
          </p:grpSpPr>
          <p:sp>
            <p:nvSpPr>
              <p:cNvPr id="2013" name="Google Shape;2013;p34"/>
              <p:cNvSpPr/>
              <p:nvPr/>
            </p:nvSpPr>
            <p:spPr>
              <a:xfrm>
                <a:off x="4171141" y="4573250"/>
                <a:ext cx="1878600" cy="350150"/>
              </a:xfrm>
              <a:custGeom>
                <a:avLst/>
                <a:gdLst/>
                <a:ahLst/>
                <a:cxnLst/>
                <a:rect l="l" t="t" r="r" b="b"/>
                <a:pathLst>
                  <a:path w="5921" h="645" extrusionOk="0">
                    <a:moveTo>
                      <a:pt x="5920" y="322"/>
                    </a:moveTo>
                    <a:cubicBezTo>
                      <a:pt x="5920" y="379"/>
                      <a:pt x="5782" y="434"/>
                      <a:pt x="5523" y="483"/>
                    </a:cubicBezTo>
                    <a:cubicBezTo>
                      <a:pt x="5263" y="532"/>
                      <a:pt x="4890" y="573"/>
                      <a:pt x="4440" y="601"/>
                    </a:cubicBezTo>
                    <a:cubicBezTo>
                      <a:pt x="3990" y="629"/>
                      <a:pt x="3479" y="644"/>
                      <a:pt x="2960" y="644"/>
                    </a:cubicBezTo>
                    <a:cubicBezTo>
                      <a:pt x="2440" y="644"/>
                      <a:pt x="1930" y="629"/>
                      <a:pt x="1480" y="601"/>
                    </a:cubicBezTo>
                    <a:cubicBezTo>
                      <a:pt x="1030" y="573"/>
                      <a:pt x="657" y="532"/>
                      <a:pt x="397" y="483"/>
                    </a:cubicBezTo>
                    <a:cubicBezTo>
                      <a:pt x="137" y="434"/>
                      <a:pt x="0" y="379"/>
                      <a:pt x="0" y="322"/>
                    </a:cubicBezTo>
                    <a:cubicBezTo>
                      <a:pt x="0" y="266"/>
                      <a:pt x="137" y="210"/>
                      <a:pt x="397" y="161"/>
                    </a:cubicBezTo>
                    <a:cubicBezTo>
                      <a:pt x="657" y="112"/>
                      <a:pt x="1030" y="72"/>
                      <a:pt x="1480" y="43"/>
                    </a:cubicBezTo>
                    <a:cubicBezTo>
                      <a:pt x="1930" y="15"/>
                      <a:pt x="2441" y="0"/>
                      <a:pt x="2960" y="0"/>
                    </a:cubicBezTo>
                    <a:cubicBezTo>
                      <a:pt x="3480" y="0"/>
                      <a:pt x="3990" y="15"/>
                      <a:pt x="4440" y="43"/>
                    </a:cubicBezTo>
                    <a:cubicBezTo>
                      <a:pt x="4890" y="72"/>
                      <a:pt x="5264" y="112"/>
                      <a:pt x="5523" y="161"/>
                    </a:cubicBezTo>
                    <a:cubicBezTo>
                      <a:pt x="5783" y="210"/>
                      <a:pt x="5920" y="266"/>
                      <a:pt x="5920" y="32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34"/>
              <p:cNvSpPr/>
              <p:nvPr/>
            </p:nvSpPr>
            <p:spPr>
              <a:xfrm>
                <a:off x="4504752" y="3984318"/>
                <a:ext cx="1211370" cy="464559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762" extrusionOk="0">
                    <a:moveTo>
                      <a:pt x="1986" y="44"/>
                    </a:moveTo>
                    <a:lnTo>
                      <a:pt x="1986" y="273"/>
                    </a:lnTo>
                    <a:lnTo>
                      <a:pt x="1947" y="293"/>
                    </a:lnTo>
                    <a:lnTo>
                      <a:pt x="1069" y="760"/>
                    </a:lnTo>
                    <a:lnTo>
                      <a:pt x="1069" y="695"/>
                    </a:lnTo>
                    <a:lnTo>
                      <a:pt x="1069" y="695"/>
                    </a:lnTo>
                    <a:cubicBezTo>
                      <a:pt x="1069" y="689"/>
                      <a:pt x="1066" y="682"/>
                      <a:pt x="1064" y="677"/>
                    </a:cubicBezTo>
                    <a:cubicBezTo>
                      <a:pt x="1060" y="671"/>
                      <a:pt x="1056" y="667"/>
                      <a:pt x="1050" y="663"/>
                    </a:cubicBezTo>
                    <a:cubicBezTo>
                      <a:pt x="1045" y="660"/>
                      <a:pt x="1039" y="658"/>
                      <a:pt x="1032" y="658"/>
                    </a:cubicBezTo>
                    <a:lnTo>
                      <a:pt x="954" y="658"/>
                    </a:lnTo>
                    <a:lnTo>
                      <a:pt x="954" y="658"/>
                    </a:lnTo>
                    <a:cubicBezTo>
                      <a:pt x="947" y="658"/>
                      <a:pt x="941" y="660"/>
                      <a:pt x="936" y="663"/>
                    </a:cubicBezTo>
                    <a:cubicBezTo>
                      <a:pt x="930" y="667"/>
                      <a:pt x="925" y="671"/>
                      <a:pt x="922" y="677"/>
                    </a:cubicBezTo>
                    <a:cubicBezTo>
                      <a:pt x="919" y="682"/>
                      <a:pt x="917" y="689"/>
                      <a:pt x="917" y="695"/>
                    </a:cubicBezTo>
                    <a:lnTo>
                      <a:pt x="917" y="761"/>
                    </a:lnTo>
                    <a:lnTo>
                      <a:pt x="39" y="293"/>
                    </a:lnTo>
                    <a:lnTo>
                      <a:pt x="0" y="273"/>
                    </a:lnTo>
                    <a:lnTo>
                      <a:pt x="0" y="44"/>
                    </a:lnTo>
                    <a:lnTo>
                      <a:pt x="0" y="44"/>
                    </a:lnTo>
                    <a:cubicBezTo>
                      <a:pt x="0" y="36"/>
                      <a:pt x="2" y="29"/>
                      <a:pt x="6" y="22"/>
                    </a:cubicBezTo>
                    <a:cubicBezTo>
                      <a:pt x="10" y="15"/>
                      <a:pt x="16" y="10"/>
                      <a:pt x="22" y="6"/>
                    </a:cubicBezTo>
                    <a:cubicBezTo>
                      <a:pt x="29" y="2"/>
                      <a:pt x="37" y="0"/>
                      <a:pt x="44" y="0"/>
                    </a:cubicBezTo>
                    <a:lnTo>
                      <a:pt x="1942" y="0"/>
                    </a:lnTo>
                    <a:lnTo>
                      <a:pt x="1942" y="0"/>
                    </a:lnTo>
                    <a:cubicBezTo>
                      <a:pt x="1949" y="0"/>
                      <a:pt x="1957" y="2"/>
                      <a:pt x="1964" y="6"/>
                    </a:cubicBezTo>
                    <a:cubicBezTo>
                      <a:pt x="1970" y="10"/>
                      <a:pt x="1976" y="15"/>
                      <a:pt x="1980" y="22"/>
                    </a:cubicBezTo>
                    <a:cubicBezTo>
                      <a:pt x="1984" y="29"/>
                      <a:pt x="1986" y="36"/>
                      <a:pt x="1986" y="4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34"/>
              <p:cNvSpPr/>
              <p:nvPr/>
            </p:nvSpPr>
            <p:spPr>
              <a:xfrm>
                <a:off x="4528528" y="4162947"/>
                <a:ext cx="1163817" cy="584052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958" extrusionOk="0">
                    <a:moveTo>
                      <a:pt x="1908" y="0"/>
                    </a:moveTo>
                    <a:lnTo>
                      <a:pt x="1908" y="915"/>
                    </a:lnTo>
                    <a:lnTo>
                      <a:pt x="1908" y="915"/>
                    </a:lnTo>
                    <a:lnTo>
                      <a:pt x="1908" y="915"/>
                    </a:lnTo>
                    <a:cubicBezTo>
                      <a:pt x="1908" y="922"/>
                      <a:pt x="1906" y="930"/>
                      <a:pt x="1902" y="936"/>
                    </a:cubicBezTo>
                    <a:cubicBezTo>
                      <a:pt x="1898" y="943"/>
                      <a:pt x="1893" y="948"/>
                      <a:pt x="1887" y="951"/>
                    </a:cubicBezTo>
                    <a:cubicBezTo>
                      <a:pt x="1880" y="955"/>
                      <a:pt x="1873" y="957"/>
                      <a:pt x="1866" y="957"/>
                    </a:cubicBezTo>
                    <a:lnTo>
                      <a:pt x="42" y="957"/>
                    </a:lnTo>
                    <a:lnTo>
                      <a:pt x="42" y="957"/>
                    </a:lnTo>
                    <a:cubicBezTo>
                      <a:pt x="35" y="957"/>
                      <a:pt x="28" y="955"/>
                      <a:pt x="21" y="951"/>
                    </a:cubicBezTo>
                    <a:cubicBezTo>
                      <a:pt x="15" y="948"/>
                      <a:pt x="10" y="943"/>
                      <a:pt x="6" y="936"/>
                    </a:cubicBezTo>
                    <a:cubicBezTo>
                      <a:pt x="2" y="930"/>
                      <a:pt x="0" y="922"/>
                      <a:pt x="0" y="915"/>
                    </a:cubicBezTo>
                    <a:lnTo>
                      <a:pt x="0" y="915"/>
                    </a:lnTo>
                    <a:lnTo>
                      <a:pt x="0" y="0"/>
                    </a:lnTo>
                    <a:lnTo>
                      <a:pt x="878" y="468"/>
                    </a:lnTo>
                    <a:lnTo>
                      <a:pt x="878" y="597"/>
                    </a:lnTo>
                    <a:lnTo>
                      <a:pt x="878" y="597"/>
                    </a:lnTo>
                    <a:cubicBezTo>
                      <a:pt x="878" y="603"/>
                      <a:pt x="880" y="610"/>
                      <a:pt x="883" y="615"/>
                    </a:cubicBezTo>
                    <a:cubicBezTo>
                      <a:pt x="886" y="621"/>
                      <a:pt x="890" y="626"/>
                      <a:pt x="896" y="629"/>
                    </a:cubicBezTo>
                    <a:cubicBezTo>
                      <a:pt x="901" y="633"/>
                      <a:pt x="908" y="633"/>
                      <a:pt x="915" y="633"/>
                    </a:cubicBezTo>
                    <a:lnTo>
                      <a:pt x="993" y="633"/>
                    </a:lnTo>
                    <a:lnTo>
                      <a:pt x="993" y="633"/>
                    </a:lnTo>
                    <a:lnTo>
                      <a:pt x="993" y="633"/>
                    </a:lnTo>
                    <a:cubicBezTo>
                      <a:pt x="1000" y="633"/>
                      <a:pt x="1006" y="633"/>
                      <a:pt x="1012" y="629"/>
                    </a:cubicBezTo>
                    <a:cubicBezTo>
                      <a:pt x="1017" y="626"/>
                      <a:pt x="1021" y="621"/>
                      <a:pt x="1025" y="615"/>
                    </a:cubicBezTo>
                    <a:cubicBezTo>
                      <a:pt x="1027" y="610"/>
                      <a:pt x="1030" y="603"/>
                      <a:pt x="1030" y="597"/>
                    </a:cubicBezTo>
                    <a:lnTo>
                      <a:pt x="1030" y="467"/>
                    </a:lnTo>
                    <a:lnTo>
                      <a:pt x="19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34"/>
              <p:cNvSpPr/>
              <p:nvPr/>
            </p:nvSpPr>
            <p:spPr>
              <a:xfrm>
                <a:off x="5063799" y="4385471"/>
                <a:ext cx="93276" cy="163998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69" extrusionOk="0">
                    <a:moveTo>
                      <a:pt x="152" y="37"/>
                    </a:moveTo>
                    <a:lnTo>
                      <a:pt x="152" y="232"/>
                    </a:lnTo>
                    <a:lnTo>
                      <a:pt x="152" y="232"/>
                    </a:lnTo>
                    <a:cubicBezTo>
                      <a:pt x="152" y="238"/>
                      <a:pt x="149" y="245"/>
                      <a:pt x="147" y="250"/>
                    </a:cubicBezTo>
                    <a:cubicBezTo>
                      <a:pt x="143" y="256"/>
                      <a:pt x="139" y="261"/>
                      <a:pt x="134" y="264"/>
                    </a:cubicBezTo>
                    <a:cubicBezTo>
                      <a:pt x="128" y="268"/>
                      <a:pt x="122" y="268"/>
                      <a:pt x="115" y="268"/>
                    </a:cubicBezTo>
                    <a:lnTo>
                      <a:pt x="115" y="268"/>
                    </a:lnTo>
                    <a:lnTo>
                      <a:pt x="37" y="268"/>
                    </a:lnTo>
                    <a:lnTo>
                      <a:pt x="37" y="268"/>
                    </a:lnTo>
                    <a:cubicBezTo>
                      <a:pt x="30" y="268"/>
                      <a:pt x="23" y="268"/>
                      <a:pt x="18" y="264"/>
                    </a:cubicBezTo>
                    <a:cubicBezTo>
                      <a:pt x="12" y="261"/>
                      <a:pt x="8" y="256"/>
                      <a:pt x="5" y="250"/>
                    </a:cubicBezTo>
                    <a:cubicBezTo>
                      <a:pt x="2" y="245"/>
                      <a:pt x="0" y="238"/>
                      <a:pt x="0" y="232"/>
                    </a:cubicBezTo>
                    <a:lnTo>
                      <a:pt x="0" y="37"/>
                    </a:lnTo>
                    <a:lnTo>
                      <a:pt x="0" y="37"/>
                    </a:lnTo>
                    <a:cubicBezTo>
                      <a:pt x="0" y="31"/>
                      <a:pt x="2" y="24"/>
                      <a:pt x="5" y="19"/>
                    </a:cubicBezTo>
                    <a:cubicBezTo>
                      <a:pt x="8" y="13"/>
                      <a:pt x="13" y="9"/>
                      <a:pt x="19" y="5"/>
                    </a:cubicBezTo>
                    <a:cubicBezTo>
                      <a:pt x="24" y="2"/>
                      <a:pt x="30" y="0"/>
                      <a:pt x="37" y="0"/>
                    </a:cubicBezTo>
                    <a:lnTo>
                      <a:pt x="115" y="0"/>
                    </a:lnTo>
                    <a:lnTo>
                      <a:pt x="115" y="0"/>
                    </a:lnTo>
                    <a:cubicBezTo>
                      <a:pt x="122" y="0"/>
                      <a:pt x="128" y="2"/>
                      <a:pt x="133" y="5"/>
                    </a:cubicBezTo>
                    <a:cubicBezTo>
                      <a:pt x="139" y="9"/>
                      <a:pt x="143" y="13"/>
                      <a:pt x="147" y="19"/>
                    </a:cubicBezTo>
                    <a:cubicBezTo>
                      <a:pt x="149" y="24"/>
                      <a:pt x="152" y="31"/>
                      <a:pt x="152" y="3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34"/>
              <p:cNvSpPr/>
              <p:nvPr/>
            </p:nvSpPr>
            <p:spPr>
              <a:xfrm>
                <a:off x="4754098" y="3941032"/>
                <a:ext cx="175578" cy="4389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72" extrusionOk="0">
                    <a:moveTo>
                      <a:pt x="144" y="71"/>
                    </a:moveTo>
                    <a:lnTo>
                      <a:pt x="0" y="71"/>
                    </a:lnTo>
                    <a:lnTo>
                      <a:pt x="0" y="0"/>
                    </a:lnTo>
                    <a:lnTo>
                      <a:pt x="287" y="0"/>
                    </a:lnTo>
                    <a:lnTo>
                      <a:pt x="287" y="71"/>
                    </a:lnTo>
                    <a:lnTo>
                      <a:pt x="144" y="7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8" name="Google Shape;2018;p34"/>
              <p:cNvSpPr/>
              <p:nvPr/>
            </p:nvSpPr>
            <p:spPr>
              <a:xfrm>
                <a:off x="5291197" y="3941032"/>
                <a:ext cx="175578" cy="4389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72" extrusionOk="0">
                    <a:moveTo>
                      <a:pt x="143" y="71"/>
                    </a:moveTo>
                    <a:lnTo>
                      <a:pt x="0" y="71"/>
                    </a:lnTo>
                    <a:lnTo>
                      <a:pt x="0" y="0"/>
                    </a:lnTo>
                    <a:lnTo>
                      <a:pt x="287" y="0"/>
                    </a:lnTo>
                    <a:lnTo>
                      <a:pt x="287" y="71"/>
                    </a:lnTo>
                    <a:lnTo>
                      <a:pt x="143" y="7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9" name="Google Shape;2019;p34"/>
              <p:cNvSpPr/>
              <p:nvPr/>
            </p:nvSpPr>
            <p:spPr>
              <a:xfrm>
                <a:off x="4797992" y="3790448"/>
                <a:ext cx="618183" cy="151195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248" extrusionOk="0">
                    <a:moveTo>
                      <a:pt x="1013" y="247"/>
                    </a:moveTo>
                    <a:lnTo>
                      <a:pt x="891" y="247"/>
                    </a:lnTo>
                    <a:lnTo>
                      <a:pt x="891" y="122"/>
                    </a:lnTo>
                    <a:lnTo>
                      <a:pt x="123" y="122"/>
                    </a:lnTo>
                    <a:lnTo>
                      <a:pt x="123" y="247"/>
                    </a:lnTo>
                    <a:lnTo>
                      <a:pt x="0" y="247"/>
                    </a:lnTo>
                    <a:lnTo>
                      <a:pt x="0" y="61"/>
                    </a:lnTo>
                    <a:lnTo>
                      <a:pt x="0" y="61"/>
                    </a:lnTo>
                    <a:cubicBezTo>
                      <a:pt x="0" y="50"/>
                      <a:pt x="3" y="41"/>
                      <a:pt x="9" y="31"/>
                    </a:cubicBezTo>
                    <a:cubicBezTo>
                      <a:pt x="14" y="22"/>
                      <a:pt x="21" y="14"/>
                      <a:pt x="31" y="8"/>
                    </a:cubicBezTo>
                    <a:cubicBezTo>
                      <a:pt x="39" y="3"/>
                      <a:pt x="51" y="0"/>
                      <a:pt x="62" y="0"/>
                    </a:cubicBezTo>
                    <a:lnTo>
                      <a:pt x="952" y="0"/>
                    </a:lnTo>
                    <a:lnTo>
                      <a:pt x="952" y="0"/>
                    </a:lnTo>
                    <a:cubicBezTo>
                      <a:pt x="963" y="0"/>
                      <a:pt x="973" y="3"/>
                      <a:pt x="983" y="8"/>
                    </a:cubicBezTo>
                    <a:cubicBezTo>
                      <a:pt x="992" y="14"/>
                      <a:pt x="1000" y="22"/>
                      <a:pt x="1005" y="31"/>
                    </a:cubicBezTo>
                    <a:cubicBezTo>
                      <a:pt x="1010" y="41"/>
                      <a:pt x="1013" y="50"/>
                      <a:pt x="1013" y="61"/>
                    </a:cubicBezTo>
                    <a:lnTo>
                      <a:pt x="1013" y="61"/>
                    </a:lnTo>
                    <a:lnTo>
                      <a:pt x="1013" y="2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34"/>
              <p:cNvSpPr/>
              <p:nvPr/>
            </p:nvSpPr>
            <p:spPr>
              <a:xfrm>
                <a:off x="4499874" y="3979441"/>
                <a:ext cx="1221124" cy="474314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778" extrusionOk="0">
                    <a:moveTo>
                      <a:pt x="925" y="777"/>
                    </a:moveTo>
                    <a:lnTo>
                      <a:pt x="925" y="777"/>
                    </a:lnTo>
                    <a:cubicBezTo>
                      <a:pt x="924" y="777"/>
                      <a:pt x="922" y="777"/>
                      <a:pt x="921" y="776"/>
                    </a:cubicBezTo>
                    <a:lnTo>
                      <a:pt x="4" y="288"/>
                    </a:lnTo>
                    <a:lnTo>
                      <a:pt x="4" y="288"/>
                    </a:lnTo>
                    <a:lnTo>
                      <a:pt x="4" y="288"/>
                    </a:lnTo>
                    <a:cubicBezTo>
                      <a:pt x="3" y="287"/>
                      <a:pt x="2" y="286"/>
                      <a:pt x="1" y="285"/>
                    </a:cubicBezTo>
                    <a:cubicBezTo>
                      <a:pt x="0" y="284"/>
                      <a:pt x="0" y="282"/>
                      <a:pt x="0" y="281"/>
                    </a:cubicBezTo>
                    <a:lnTo>
                      <a:pt x="0" y="52"/>
                    </a:lnTo>
                    <a:lnTo>
                      <a:pt x="0" y="52"/>
                    </a:lnTo>
                    <a:cubicBezTo>
                      <a:pt x="0" y="43"/>
                      <a:pt x="2" y="34"/>
                      <a:pt x="7" y="26"/>
                    </a:cubicBezTo>
                    <a:cubicBezTo>
                      <a:pt x="12" y="18"/>
                      <a:pt x="18" y="12"/>
                      <a:pt x="26" y="7"/>
                    </a:cubicBezTo>
                    <a:cubicBezTo>
                      <a:pt x="34" y="3"/>
                      <a:pt x="43" y="0"/>
                      <a:pt x="52" y="0"/>
                    </a:cubicBezTo>
                    <a:lnTo>
                      <a:pt x="1949" y="0"/>
                    </a:lnTo>
                    <a:lnTo>
                      <a:pt x="1949" y="0"/>
                    </a:lnTo>
                    <a:lnTo>
                      <a:pt x="1950" y="0"/>
                    </a:lnTo>
                    <a:cubicBezTo>
                      <a:pt x="1959" y="0"/>
                      <a:pt x="1968" y="3"/>
                      <a:pt x="1976" y="7"/>
                    </a:cubicBezTo>
                    <a:cubicBezTo>
                      <a:pt x="1984" y="12"/>
                      <a:pt x="1990" y="18"/>
                      <a:pt x="1995" y="26"/>
                    </a:cubicBezTo>
                    <a:cubicBezTo>
                      <a:pt x="2000" y="34"/>
                      <a:pt x="2002" y="43"/>
                      <a:pt x="2002" y="52"/>
                    </a:cubicBezTo>
                    <a:lnTo>
                      <a:pt x="2002" y="281"/>
                    </a:lnTo>
                    <a:lnTo>
                      <a:pt x="2002" y="281"/>
                    </a:lnTo>
                    <a:cubicBezTo>
                      <a:pt x="2002" y="282"/>
                      <a:pt x="2002" y="284"/>
                      <a:pt x="2001" y="285"/>
                    </a:cubicBezTo>
                    <a:cubicBezTo>
                      <a:pt x="2000" y="286"/>
                      <a:pt x="1999" y="287"/>
                      <a:pt x="1998" y="288"/>
                    </a:cubicBezTo>
                    <a:lnTo>
                      <a:pt x="1998" y="288"/>
                    </a:lnTo>
                    <a:lnTo>
                      <a:pt x="1959" y="309"/>
                    </a:lnTo>
                    <a:lnTo>
                      <a:pt x="1081" y="776"/>
                    </a:lnTo>
                    <a:lnTo>
                      <a:pt x="1081" y="776"/>
                    </a:lnTo>
                    <a:lnTo>
                      <a:pt x="1081" y="776"/>
                    </a:lnTo>
                    <a:cubicBezTo>
                      <a:pt x="1080" y="777"/>
                      <a:pt x="1078" y="777"/>
                      <a:pt x="1077" y="777"/>
                    </a:cubicBezTo>
                    <a:cubicBezTo>
                      <a:pt x="1075" y="777"/>
                      <a:pt x="1074" y="777"/>
                      <a:pt x="1073" y="776"/>
                    </a:cubicBezTo>
                    <a:lnTo>
                      <a:pt x="1073" y="776"/>
                    </a:lnTo>
                    <a:lnTo>
                      <a:pt x="1073" y="776"/>
                    </a:lnTo>
                    <a:cubicBezTo>
                      <a:pt x="1071" y="775"/>
                      <a:pt x="1070" y="774"/>
                      <a:pt x="1070" y="773"/>
                    </a:cubicBezTo>
                    <a:cubicBezTo>
                      <a:pt x="1069" y="772"/>
                      <a:pt x="1069" y="770"/>
                      <a:pt x="1069" y="769"/>
                    </a:cubicBezTo>
                    <a:lnTo>
                      <a:pt x="1069" y="703"/>
                    </a:lnTo>
                    <a:lnTo>
                      <a:pt x="1069" y="703"/>
                    </a:lnTo>
                    <a:cubicBezTo>
                      <a:pt x="1069" y="698"/>
                      <a:pt x="1067" y="693"/>
                      <a:pt x="1065" y="689"/>
                    </a:cubicBezTo>
                    <a:cubicBezTo>
                      <a:pt x="1062" y="685"/>
                      <a:pt x="1058" y="682"/>
                      <a:pt x="1054" y="679"/>
                    </a:cubicBezTo>
                    <a:cubicBezTo>
                      <a:pt x="1049" y="677"/>
                      <a:pt x="1045" y="675"/>
                      <a:pt x="1040" y="675"/>
                    </a:cubicBezTo>
                    <a:lnTo>
                      <a:pt x="962" y="675"/>
                    </a:lnTo>
                    <a:lnTo>
                      <a:pt x="962" y="675"/>
                    </a:lnTo>
                    <a:cubicBezTo>
                      <a:pt x="957" y="675"/>
                      <a:pt x="952" y="677"/>
                      <a:pt x="948" y="679"/>
                    </a:cubicBezTo>
                    <a:cubicBezTo>
                      <a:pt x="943" y="682"/>
                      <a:pt x="939" y="685"/>
                      <a:pt x="937" y="689"/>
                    </a:cubicBezTo>
                    <a:cubicBezTo>
                      <a:pt x="934" y="693"/>
                      <a:pt x="934" y="698"/>
                      <a:pt x="934" y="703"/>
                    </a:cubicBezTo>
                    <a:lnTo>
                      <a:pt x="934" y="703"/>
                    </a:lnTo>
                    <a:lnTo>
                      <a:pt x="934" y="769"/>
                    </a:lnTo>
                    <a:lnTo>
                      <a:pt x="934" y="769"/>
                    </a:lnTo>
                    <a:cubicBezTo>
                      <a:pt x="934" y="770"/>
                      <a:pt x="933" y="772"/>
                      <a:pt x="933" y="773"/>
                    </a:cubicBezTo>
                    <a:cubicBezTo>
                      <a:pt x="932" y="775"/>
                      <a:pt x="931" y="775"/>
                      <a:pt x="930" y="776"/>
                    </a:cubicBezTo>
                    <a:lnTo>
                      <a:pt x="930" y="776"/>
                    </a:lnTo>
                    <a:cubicBezTo>
                      <a:pt x="928" y="777"/>
                      <a:pt x="927" y="777"/>
                      <a:pt x="926" y="777"/>
                    </a:cubicBezTo>
                    <a:lnTo>
                      <a:pt x="925" y="777"/>
                    </a:lnTo>
                    <a:moveTo>
                      <a:pt x="17" y="275"/>
                    </a:moveTo>
                    <a:lnTo>
                      <a:pt x="51" y="294"/>
                    </a:lnTo>
                    <a:lnTo>
                      <a:pt x="917" y="755"/>
                    </a:lnTo>
                    <a:lnTo>
                      <a:pt x="917" y="703"/>
                    </a:lnTo>
                    <a:lnTo>
                      <a:pt x="917" y="703"/>
                    </a:lnTo>
                    <a:lnTo>
                      <a:pt x="917" y="703"/>
                    </a:lnTo>
                    <a:cubicBezTo>
                      <a:pt x="917" y="695"/>
                      <a:pt x="919" y="687"/>
                      <a:pt x="923" y="680"/>
                    </a:cubicBezTo>
                    <a:cubicBezTo>
                      <a:pt x="927" y="673"/>
                      <a:pt x="932" y="668"/>
                      <a:pt x="939" y="664"/>
                    </a:cubicBezTo>
                    <a:cubicBezTo>
                      <a:pt x="946" y="660"/>
                      <a:pt x="954" y="658"/>
                      <a:pt x="962" y="658"/>
                    </a:cubicBezTo>
                    <a:lnTo>
                      <a:pt x="1040" y="658"/>
                    </a:lnTo>
                    <a:lnTo>
                      <a:pt x="1040" y="658"/>
                    </a:lnTo>
                    <a:cubicBezTo>
                      <a:pt x="1048" y="658"/>
                      <a:pt x="1056" y="660"/>
                      <a:pt x="1063" y="664"/>
                    </a:cubicBezTo>
                    <a:cubicBezTo>
                      <a:pt x="1070" y="668"/>
                      <a:pt x="1075" y="674"/>
                      <a:pt x="1079" y="680"/>
                    </a:cubicBezTo>
                    <a:cubicBezTo>
                      <a:pt x="1083" y="687"/>
                      <a:pt x="1085" y="695"/>
                      <a:pt x="1085" y="703"/>
                    </a:cubicBezTo>
                    <a:lnTo>
                      <a:pt x="1085" y="754"/>
                    </a:lnTo>
                    <a:lnTo>
                      <a:pt x="1985" y="275"/>
                    </a:lnTo>
                    <a:lnTo>
                      <a:pt x="1985" y="52"/>
                    </a:lnTo>
                    <a:lnTo>
                      <a:pt x="1985" y="52"/>
                    </a:lnTo>
                    <a:cubicBezTo>
                      <a:pt x="1985" y="46"/>
                      <a:pt x="1984" y="40"/>
                      <a:pt x="1981" y="34"/>
                    </a:cubicBezTo>
                    <a:cubicBezTo>
                      <a:pt x="1977" y="29"/>
                      <a:pt x="1972" y="24"/>
                      <a:pt x="1967" y="21"/>
                    </a:cubicBezTo>
                    <a:cubicBezTo>
                      <a:pt x="1961" y="18"/>
                      <a:pt x="1956" y="16"/>
                      <a:pt x="1950" y="16"/>
                    </a:cubicBezTo>
                    <a:lnTo>
                      <a:pt x="1949" y="16"/>
                    </a:lnTo>
                    <a:lnTo>
                      <a:pt x="52" y="16"/>
                    </a:lnTo>
                    <a:lnTo>
                      <a:pt x="52" y="16"/>
                    </a:lnTo>
                    <a:cubicBezTo>
                      <a:pt x="46" y="16"/>
                      <a:pt x="40" y="19"/>
                      <a:pt x="35" y="21"/>
                    </a:cubicBezTo>
                    <a:cubicBezTo>
                      <a:pt x="29" y="25"/>
                      <a:pt x="25" y="29"/>
                      <a:pt x="22" y="34"/>
                    </a:cubicBezTo>
                    <a:cubicBezTo>
                      <a:pt x="18" y="40"/>
                      <a:pt x="17" y="46"/>
                      <a:pt x="17" y="52"/>
                    </a:cubicBezTo>
                    <a:lnTo>
                      <a:pt x="17" y="275"/>
                    </a:lnTo>
                    <a:moveTo>
                      <a:pt x="1994" y="280"/>
                    </a:moveTo>
                    <a:lnTo>
                      <a:pt x="1994" y="28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34"/>
              <p:cNvSpPr/>
              <p:nvPr/>
            </p:nvSpPr>
            <p:spPr>
              <a:xfrm>
                <a:off x="4523651" y="4158070"/>
                <a:ext cx="1173571" cy="593806"/>
              </a:xfrm>
              <a:custGeom>
                <a:avLst/>
                <a:gdLst/>
                <a:ahLst/>
                <a:cxnLst/>
                <a:rect l="l" t="t" r="r" b="b"/>
                <a:pathLst>
                  <a:path w="1925" h="974" extrusionOk="0">
                    <a:moveTo>
                      <a:pt x="1874" y="973"/>
                    </a:moveTo>
                    <a:lnTo>
                      <a:pt x="50" y="973"/>
                    </a:lnTo>
                    <a:lnTo>
                      <a:pt x="50" y="973"/>
                    </a:lnTo>
                    <a:cubicBezTo>
                      <a:pt x="42" y="973"/>
                      <a:pt x="33" y="972"/>
                      <a:pt x="25" y="967"/>
                    </a:cubicBezTo>
                    <a:cubicBezTo>
                      <a:pt x="17" y="963"/>
                      <a:pt x="11" y="956"/>
                      <a:pt x="7" y="948"/>
                    </a:cubicBezTo>
                    <a:cubicBezTo>
                      <a:pt x="2" y="940"/>
                      <a:pt x="0" y="932"/>
                      <a:pt x="0" y="923"/>
                    </a:cubicBezTo>
                    <a:lnTo>
                      <a:pt x="0" y="923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cubicBezTo>
                      <a:pt x="0" y="7"/>
                      <a:pt x="0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7" y="0"/>
                      <a:pt x="8" y="0"/>
                    </a:cubicBezTo>
                    <a:cubicBezTo>
                      <a:pt x="9" y="0"/>
                      <a:pt x="11" y="0"/>
                      <a:pt x="12" y="1"/>
                    </a:cubicBezTo>
                    <a:lnTo>
                      <a:pt x="890" y="468"/>
                    </a:lnTo>
                    <a:lnTo>
                      <a:pt x="890" y="468"/>
                    </a:lnTo>
                    <a:lnTo>
                      <a:pt x="890" y="468"/>
                    </a:lnTo>
                    <a:cubicBezTo>
                      <a:pt x="892" y="469"/>
                      <a:pt x="892" y="471"/>
                      <a:pt x="893" y="472"/>
                    </a:cubicBezTo>
                    <a:cubicBezTo>
                      <a:pt x="893" y="474"/>
                      <a:pt x="895" y="474"/>
                      <a:pt x="895" y="476"/>
                    </a:cubicBezTo>
                    <a:lnTo>
                      <a:pt x="895" y="476"/>
                    </a:lnTo>
                    <a:lnTo>
                      <a:pt x="895" y="605"/>
                    </a:lnTo>
                    <a:lnTo>
                      <a:pt x="895" y="605"/>
                    </a:lnTo>
                    <a:lnTo>
                      <a:pt x="895" y="605"/>
                    </a:lnTo>
                    <a:cubicBezTo>
                      <a:pt x="895" y="610"/>
                      <a:pt x="895" y="615"/>
                      <a:pt x="898" y="619"/>
                    </a:cubicBezTo>
                    <a:cubicBezTo>
                      <a:pt x="900" y="623"/>
                      <a:pt x="904" y="627"/>
                      <a:pt x="909" y="629"/>
                    </a:cubicBezTo>
                    <a:cubicBezTo>
                      <a:pt x="913" y="632"/>
                      <a:pt x="918" y="633"/>
                      <a:pt x="923" y="633"/>
                    </a:cubicBezTo>
                    <a:lnTo>
                      <a:pt x="1001" y="633"/>
                    </a:lnTo>
                    <a:lnTo>
                      <a:pt x="1001" y="633"/>
                    </a:lnTo>
                    <a:lnTo>
                      <a:pt x="1001" y="633"/>
                    </a:lnTo>
                    <a:cubicBezTo>
                      <a:pt x="1006" y="633"/>
                      <a:pt x="1010" y="632"/>
                      <a:pt x="1015" y="629"/>
                    </a:cubicBezTo>
                    <a:cubicBezTo>
                      <a:pt x="1019" y="627"/>
                      <a:pt x="1023" y="623"/>
                      <a:pt x="1026" y="619"/>
                    </a:cubicBezTo>
                    <a:cubicBezTo>
                      <a:pt x="1028" y="615"/>
                      <a:pt x="1029" y="610"/>
                      <a:pt x="1029" y="605"/>
                    </a:cubicBezTo>
                    <a:lnTo>
                      <a:pt x="1029" y="475"/>
                    </a:lnTo>
                    <a:lnTo>
                      <a:pt x="1029" y="475"/>
                    </a:lnTo>
                    <a:cubicBezTo>
                      <a:pt x="1029" y="474"/>
                      <a:pt x="1030" y="473"/>
                      <a:pt x="1031" y="471"/>
                    </a:cubicBezTo>
                    <a:cubicBezTo>
                      <a:pt x="1031" y="470"/>
                      <a:pt x="1032" y="469"/>
                      <a:pt x="1034" y="468"/>
                    </a:cubicBezTo>
                    <a:lnTo>
                      <a:pt x="1034" y="468"/>
                    </a:lnTo>
                    <a:lnTo>
                      <a:pt x="1912" y="1"/>
                    </a:lnTo>
                    <a:lnTo>
                      <a:pt x="1912" y="1"/>
                    </a:lnTo>
                    <a:cubicBezTo>
                      <a:pt x="1913" y="0"/>
                      <a:pt x="1914" y="0"/>
                      <a:pt x="1916" y="0"/>
                    </a:cubicBezTo>
                    <a:cubicBezTo>
                      <a:pt x="1917" y="0"/>
                      <a:pt x="1919" y="0"/>
                      <a:pt x="1920" y="1"/>
                    </a:cubicBezTo>
                    <a:cubicBezTo>
                      <a:pt x="1921" y="2"/>
                      <a:pt x="1922" y="3"/>
                      <a:pt x="1923" y="4"/>
                    </a:cubicBezTo>
                    <a:cubicBezTo>
                      <a:pt x="1924" y="5"/>
                      <a:pt x="1924" y="7"/>
                      <a:pt x="1924" y="8"/>
                    </a:cubicBezTo>
                    <a:lnTo>
                      <a:pt x="1924" y="923"/>
                    </a:lnTo>
                    <a:lnTo>
                      <a:pt x="1924" y="923"/>
                    </a:lnTo>
                    <a:lnTo>
                      <a:pt x="1924" y="923"/>
                    </a:lnTo>
                    <a:cubicBezTo>
                      <a:pt x="1924" y="932"/>
                      <a:pt x="1921" y="940"/>
                      <a:pt x="1917" y="948"/>
                    </a:cubicBezTo>
                    <a:cubicBezTo>
                      <a:pt x="1912" y="956"/>
                      <a:pt x="1907" y="963"/>
                      <a:pt x="1899" y="967"/>
                    </a:cubicBezTo>
                    <a:cubicBezTo>
                      <a:pt x="1891" y="972"/>
                      <a:pt x="1882" y="973"/>
                      <a:pt x="1874" y="973"/>
                    </a:cubicBezTo>
                    <a:moveTo>
                      <a:pt x="17" y="22"/>
                    </a:moveTo>
                    <a:lnTo>
                      <a:pt x="17" y="923"/>
                    </a:lnTo>
                    <a:lnTo>
                      <a:pt x="17" y="923"/>
                    </a:lnTo>
                    <a:cubicBezTo>
                      <a:pt x="17" y="928"/>
                      <a:pt x="18" y="934"/>
                      <a:pt x="21" y="939"/>
                    </a:cubicBezTo>
                    <a:cubicBezTo>
                      <a:pt x="24" y="945"/>
                      <a:pt x="27" y="949"/>
                      <a:pt x="33" y="952"/>
                    </a:cubicBezTo>
                    <a:cubicBezTo>
                      <a:pt x="38" y="955"/>
                      <a:pt x="44" y="956"/>
                      <a:pt x="50" y="956"/>
                    </a:cubicBezTo>
                    <a:lnTo>
                      <a:pt x="1874" y="956"/>
                    </a:lnTo>
                    <a:lnTo>
                      <a:pt x="1874" y="956"/>
                    </a:lnTo>
                    <a:cubicBezTo>
                      <a:pt x="1880" y="956"/>
                      <a:pt x="1885" y="955"/>
                      <a:pt x="1891" y="952"/>
                    </a:cubicBezTo>
                    <a:cubicBezTo>
                      <a:pt x="1896" y="949"/>
                      <a:pt x="1900" y="945"/>
                      <a:pt x="1903" y="939"/>
                    </a:cubicBezTo>
                    <a:cubicBezTo>
                      <a:pt x="1906" y="934"/>
                      <a:pt x="1908" y="928"/>
                      <a:pt x="1908" y="923"/>
                    </a:cubicBezTo>
                    <a:lnTo>
                      <a:pt x="1908" y="22"/>
                    </a:lnTo>
                    <a:lnTo>
                      <a:pt x="1046" y="481"/>
                    </a:lnTo>
                    <a:lnTo>
                      <a:pt x="1046" y="605"/>
                    </a:lnTo>
                    <a:lnTo>
                      <a:pt x="1046" y="605"/>
                    </a:lnTo>
                    <a:cubicBezTo>
                      <a:pt x="1046" y="613"/>
                      <a:pt x="1043" y="621"/>
                      <a:pt x="1040" y="627"/>
                    </a:cubicBezTo>
                    <a:cubicBezTo>
                      <a:pt x="1035" y="634"/>
                      <a:pt x="1031" y="640"/>
                      <a:pt x="1024" y="644"/>
                    </a:cubicBezTo>
                    <a:cubicBezTo>
                      <a:pt x="1017" y="648"/>
                      <a:pt x="1009" y="650"/>
                      <a:pt x="1001" y="650"/>
                    </a:cubicBezTo>
                    <a:lnTo>
                      <a:pt x="1001" y="650"/>
                    </a:lnTo>
                    <a:lnTo>
                      <a:pt x="923" y="650"/>
                    </a:lnTo>
                    <a:lnTo>
                      <a:pt x="923" y="650"/>
                    </a:lnTo>
                    <a:cubicBezTo>
                      <a:pt x="915" y="650"/>
                      <a:pt x="907" y="648"/>
                      <a:pt x="900" y="644"/>
                    </a:cubicBezTo>
                    <a:cubicBezTo>
                      <a:pt x="893" y="640"/>
                      <a:pt x="888" y="634"/>
                      <a:pt x="884" y="627"/>
                    </a:cubicBezTo>
                    <a:cubicBezTo>
                      <a:pt x="880" y="621"/>
                      <a:pt x="878" y="613"/>
                      <a:pt x="878" y="605"/>
                    </a:cubicBezTo>
                    <a:lnTo>
                      <a:pt x="878" y="605"/>
                    </a:lnTo>
                    <a:lnTo>
                      <a:pt x="878" y="481"/>
                    </a:lnTo>
                    <a:lnTo>
                      <a:pt x="17" y="2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34"/>
              <p:cNvSpPr/>
              <p:nvPr/>
            </p:nvSpPr>
            <p:spPr>
              <a:xfrm>
                <a:off x="5058921" y="4380594"/>
                <a:ext cx="103030" cy="174362"/>
              </a:xfrm>
              <a:custGeom>
                <a:avLst/>
                <a:gdLst/>
                <a:ahLst/>
                <a:cxnLst/>
                <a:rect l="l" t="t" r="r" b="b"/>
                <a:pathLst>
                  <a:path w="169" h="286" extrusionOk="0">
                    <a:moveTo>
                      <a:pt x="123" y="285"/>
                    </a:moveTo>
                    <a:lnTo>
                      <a:pt x="45" y="285"/>
                    </a:lnTo>
                    <a:lnTo>
                      <a:pt x="45" y="285"/>
                    </a:lnTo>
                    <a:cubicBezTo>
                      <a:pt x="37" y="285"/>
                      <a:pt x="29" y="283"/>
                      <a:pt x="22" y="279"/>
                    </a:cubicBezTo>
                    <a:cubicBezTo>
                      <a:pt x="15" y="275"/>
                      <a:pt x="10" y="270"/>
                      <a:pt x="6" y="263"/>
                    </a:cubicBezTo>
                    <a:cubicBezTo>
                      <a:pt x="2" y="257"/>
                      <a:pt x="0" y="248"/>
                      <a:pt x="0" y="240"/>
                    </a:cubicBezTo>
                    <a:lnTo>
                      <a:pt x="0" y="240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0" y="45"/>
                    </a:lnTo>
                    <a:cubicBezTo>
                      <a:pt x="0" y="37"/>
                      <a:pt x="2" y="29"/>
                      <a:pt x="6" y="22"/>
                    </a:cubicBezTo>
                    <a:cubicBezTo>
                      <a:pt x="10" y="16"/>
                      <a:pt x="15" y="10"/>
                      <a:pt x="22" y="6"/>
                    </a:cubicBezTo>
                    <a:cubicBezTo>
                      <a:pt x="29" y="2"/>
                      <a:pt x="37" y="0"/>
                      <a:pt x="45" y="0"/>
                    </a:cubicBezTo>
                    <a:lnTo>
                      <a:pt x="123" y="0"/>
                    </a:lnTo>
                    <a:lnTo>
                      <a:pt x="123" y="0"/>
                    </a:lnTo>
                    <a:cubicBezTo>
                      <a:pt x="131" y="0"/>
                      <a:pt x="139" y="2"/>
                      <a:pt x="146" y="6"/>
                    </a:cubicBezTo>
                    <a:cubicBezTo>
                      <a:pt x="153" y="10"/>
                      <a:pt x="157" y="16"/>
                      <a:pt x="162" y="23"/>
                    </a:cubicBezTo>
                    <a:cubicBezTo>
                      <a:pt x="165" y="29"/>
                      <a:pt x="168" y="37"/>
                      <a:pt x="168" y="45"/>
                    </a:cubicBezTo>
                    <a:lnTo>
                      <a:pt x="168" y="240"/>
                    </a:lnTo>
                    <a:lnTo>
                      <a:pt x="168" y="240"/>
                    </a:lnTo>
                    <a:cubicBezTo>
                      <a:pt x="168" y="248"/>
                      <a:pt x="165" y="256"/>
                      <a:pt x="162" y="262"/>
                    </a:cubicBezTo>
                    <a:cubicBezTo>
                      <a:pt x="157" y="269"/>
                      <a:pt x="153" y="275"/>
                      <a:pt x="146" y="279"/>
                    </a:cubicBezTo>
                    <a:cubicBezTo>
                      <a:pt x="139" y="283"/>
                      <a:pt x="131" y="285"/>
                      <a:pt x="123" y="285"/>
                    </a:cubicBezTo>
                    <a:moveTo>
                      <a:pt x="45" y="17"/>
                    </a:moveTo>
                    <a:lnTo>
                      <a:pt x="45" y="17"/>
                    </a:lnTo>
                    <a:cubicBezTo>
                      <a:pt x="40" y="17"/>
                      <a:pt x="35" y="19"/>
                      <a:pt x="31" y="21"/>
                    </a:cubicBezTo>
                    <a:cubicBezTo>
                      <a:pt x="26" y="24"/>
                      <a:pt x="22" y="27"/>
                      <a:pt x="20" y="31"/>
                    </a:cubicBezTo>
                    <a:cubicBezTo>
                      <a:pt x="17" y="35"/>
                      <a:pt x="17" y="40"/>
                      <a:pt x="17" y="45"/>
                    </a:cubicBezTo>
                    <a:lnTo>
                      <a:pt x="17" y="45"/>
                    </a:lnTo>
                    <a:lnTo>
                      <a:pt x="17" y="240"/>
                    </a:lnTo>
                    <a:lnTo>
                      <a:pt x="17" y="240"/>
                    </a:lnTo>
                    <a:lnTo>
                      <a:pt x="17" y="240"/>
                    </a:lnTo>
                    <a:cubicBezTo>
                      <a:pt x="17" y="245"/>
                      <a:pt x="17" y="250"/>
                      <a:pt x="20" y="254"/>
                    </a:cubicBezTo>
                    <a:cubicBezTo>
                      <a:pt x="22" y="258"/>
                      <a:pt x="26" y="262"/>
                      <a:pt x="31" y="264"/>
                    </a:cubicBezTo>
                    <a:cubicBezTo>
                      <a:pt x="35" y="267"/>
                      <a:pt x="40" y="268"/>
                      <a:pt x="45" y="268"/>
                    </a:cubicBezTo>
                    <a:lnTo>
                      <a:pt x="123" y="268"/>
                    </a:lnTo>
                    <a:lnTo>
                      <a:pt x="123" y="268"/>
                    </a:lnTo>
                    <a:lnTo>
                      <a:pt x="123" y="268"/>
                    </a:lnTo>
                    <a:cubicBezTo>
                      <a:pt x="128" y="268"/>
                      <a:pt x="132" y="267"/>
                      <a:pt x="137" y="264"/>
                    </a:cubicBezTo>
                    <a:cubicBezTo>
                      <a:pt x="141" y="262"/>
                      <a:pt x="145" y="258"/>
                      <a:pt x="148" y="254"/>
                    </a:cubicBezTo>
                    <a:cubicBezTo>
                      <a:pt x="150" y="250"/>
                      <a:pt x="151" y="245"/>
                      <a:pt x="151" y="240"/>
                    </a:cubicBezTo>
                    <a:lnTo>
                      <a:pt x="151" y="45"/>
                    </a:lnTo>
                    <a:lnTo>
                      <a:pt x="151" y="45"/>
                    </a:lnTo>
                    <a:cubicBezTo>
                      <a:pt x="151" y="40"/>
                      <a:pt x="150" y="35"/>
                      <a:pt x="148" y="31"/>
                    </a:cubicBezTo>
                    <a:cubicBezTo>
                      <a:pt x="145" y="27"/>
                      <a:pt x="141" y="24"/>
                      <a:pt x="137" y="21"/>
                    </a:cubicBezTo>
                    <a:cubicBezTo>
                      <a:pt x="132" y="19"/>
                      <a:pt x="128" y="17"/>
                      <a:pt x="123" y="17"/>
                    </a:cubicBezTo>
                    <a:lnTo>
                      <a:pt x="45" y="1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34"/>
              <p:cNvSpPr/>
              <p:nvPr/>
            </p:nvSpPr>
            <p:spPr>
              <a:xfrm>
                <a:off x="4749220" y="3935545"/>
                <a:ext cx="185942" cy="5426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89" extrusionOk="0">
                    <a:moveTo>
                      <a:pt x="295" y="88"/>
                    </a:moveTo>
                    <a:lnTo>
                      <a:pt x="8" y="88"/>
                    </a:lnTo>
                    <a:lnTo>
                      <a:pt x="8" y="88"/>
                    </a:lnTo>
                    <a:cubicBezTo>
                      <a:pt x="7" y="88"/>
                      <a:pt x="5" y="88"/>
                      <a:pt x="4" y="87"/>
                    </a:cubicBezTo>
                    <a:cubicBezTo>
                      <a:pt x="3" y="87"/>
                      <a:pt x="1" y="85"/>
                      <a:pt x="1" y="84"/>
                    </a:cubicBezTo>
                    <a:cubicBezTo>
                      <a:pt x="0" y="83"/>
                      <a:pt x="0" y="82"/>
                      <a:pt x="0" y="80"/>
                    </a:cubicBezTo>
                    <a:lnTo>
                      <a:pt x="0" y="9"/>
                    </a:lnTo>
                    <a:lnTo>
                      <a:pt x="0" y="9"/>
                    </a:lnTo>
                    <a:lnTo>
                      <a:pt x="0" y="9"/>
                    </a:lnTo>
                    <a:cubicBezTo>
                      <a:pt x="0" y="7"/>
                      <a:pt x="0" y="7"/>
                      <a:pt x="1" y="5"/>
                    </a:cubicBezTo>
                    <a:cubicBezTo>
                      <a:pt x="1" y="4"/>
                      <a:pt x="3" y="2"/>
                      <a:pt x="4" y="1"/>
                    </a:cubicBezTo>
                    <a:cubicBezTo>
                      <a:pt x="5" y="1"/>
                      <a:pt x="7" y="0"/>
                      <a:pt x="8" y="0"/>
                    </a:cubicBezTo>
                    <a:lnTo>
                      <a:pt x="8" y="0"/>
                    </a:lnTo>
                    <a:lnTo>
                      <a:pt x="295" y="0"/>
                    </a:lnTo>
                    <a:lnTo>
                      <a:pt x="295" y="0"/>
                    </a:lnTo>
                    <a:lnTo>
                      <a:pt x="296" y="0"/>
                    </a:lnTo>
                    <a:cubicBezTo>
                      <a:pt x="297" y="0"/>
                      <a:pt x="298" y="1"/>
                      <a:pt x="300" y="1"/>
                    </a:cubicBezTo>
                    <a:cubicBezTo>
                      <a:pt x="301" y="2"/>
                      <a:pt x="302" y="3"/>
                      <a:pt x="303" y="4"/>
                    </a:cubicBezTo>
                    <a:cubicBezTo>
                      <a:pt x="303" y="6"/>
                      <a:pt x="304" y="7"/>
                      <a:pt x="304" y="9"/>
                    </a:cubicBezTo>
                    <a:lnTo>
                      <a:pt x="304" y="9"/>
                    </a:lnTo>
                    <a:lnTo>
                      <a:pt x="304" y="80"/>
                    </a:lnTo>
                    <a:lnTo>
                      <a:pt x="304" y="80"/>
                    </a:lnTo>
                    <a:cubicBezTo>
                      <a:pt x="304" y="82"/>
                      <a:pt x="303" y="83"/>
                      <a:pt x="303" y="84"/>
                    </a:cubicBezTo>
                    <a:cubicBezTo>
                      <a:pt x="302" y="86"/>
                      <a:pt x="301" y="87"/>
                      <a:pt x="300" y="87"/>
                    </a:cubicBezTo>
                    <a:cubicBezTo>
                      <a:pt x="298" y="88"/>
                      <a:pt x="297" y="88"/>
                      <a:pt x="295" y="88"/>
                    </a:cubicBezTo>
                    <a:moveTo>
                      <a:pt x="17" y="72"/>
                    </a:moveTo>
                    <a:lnTo>
                      <a:pt x="287" y="72"/>
                    </a:lnTo>
                    <a:lnTo>
                      <a:pt x="287" y="17"/>
                    </a:lnTo>
                    <a:lnTo>
                      <a:pt x="17" y="17"/>
                    </a:lnTo>
                    <a:lnTo>
                      <a:pt x="17" y="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34"/>
              <p:cNvSpPr/>
              <p:nvPr/>
            </p:nvSpPr>
            <p:spPr>
              <a:xfrm>
                <a:off x="5285710" y="3935545"/>
                <a:ext cx="185942" cy="5426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89" extrusionOk="0">
                    <a:moveTo>
                      <a:pt x="296" y="88"/>
                    </a:moveTo>
                    <a:lnTo>
                      <a:pt x="9" y="88"/>
                    </a:lnTo>
                    <a:lnTo>
                      <a:pt x="9" y="88"/>
                    </a:lnTo>
                    <a:lnTo>
                      <a:pt x="9" y="88"/>
                    </a:lnTo>
                    <a:cubicBezTo>
                      <a:pt x="7" y="88"/>
                      <a:pt x="5" y="88"/>
                      <a:pt x="4" y="87"/>
                    </a:cubicBezTo>
                    <a:cubicBezTo>
                      <a:pt x="2" y="87"/>
                      <a:pt x="2" y="85"/>
                      <a:pt x="1" y="84"/>
                    </a:cubicBezTo>
                    <a:cubicBezTo>
                      <a:pt x="0" y="83"/>
                      <a:pt x="0" y="82"/>
                      <a:pt x="0" y="80"/>
                    </a:cubicBezTo>
                    <a:lnTo>
                      <a:pt x="0" y="9"/>
                    </a:lnTo>
                    <a:lnTo>
                      <a:pt x="0" y="9"/>
                    </a:lnTo>
                    <a:lnTo>
                      <a:pt x="0" y="9"/>
                    </a:lnTo>
                    <a:cubicBezTo>
                      <a:pt x="0" y="7"/>
                      <a:pt x="0" y="7"/>
                      <a:pt x="1" y="5"/>
                    </a:cubicBezTo>
                    <a:cubicBezTo>
                      <a:pt x="2" y="4"/>
                      <a:pt x="2" y="2"/>
                      <a:pt x="4" y="1"/>
                    </a:cubicBezTo>
                    <a:cubicBezTo>
                      <a:pt x="5" y="1"/>
                      <a:pt x="7" y="0"/>
                      <a:pt x="8" y="0"/>
                    </a:cubicBezTo>
                    <a:lnTo>
                      <a:pt x="9" y="0"/>
                    </a:lnTo>
                    <a:lnTo>
                      <a:pt x="296" y="0"/>
                    </a:lnTo>
                    <a:lnTo>
                      <a:pt x="296" y="0"/>
                    </a:lnTo>
                    <a:lnTo>
                      <a:pt x="296" y="0"/>
                    </a:lnTo>
                    <a:cubicBezTo>
                      <a:pt x="297" y="0"/>
                      <a:pt x="299" y="1"/>
                      <a:pt x="300" y="1"/>
                    </a:cubicBezTo>
                    <a:cubicBezTo>
                      <a:pt x="301" y="2"/>
                      <a:pt x="302" y="3"/>
                      <a:pt x="303" y="4"/>
                    </a:cubicBezTo>
                    <a:cubicBezTo>
                      <a:pt x="304" y="6"/>
                      <a:pt x="304" y="7"/>
                      <a:pt x="304" y="9"/>
                    </a:cubicBezTo>
                    <a:lnTo>
                      <a:pt x="304" y="9"/>
                    </a:lnTo>
                    <a:lnTo>
                      <a:pt x="304" y="80"/>
                    </a:lnTo>
                    <a:lnTo>
                      <a:pt x="304" y="80"/>
                    </a:lnTo>
                    <a:cubicBezTo>
                      <a:pt x="304" y="82"/>
                      <a:pt x="304" y="83"/>
                      <a:pt x="303" y="84"/>
                    </a:cubicBezTo>
                    <a:cubicBezTo>
                      <a:pt x="302" y="86"/>
                      <a:pt x="301" y="87"/>
                      <a:pt x="300" y="87"/>
                    </a:cubicBezTo>
                    <a:cubicBezTo>
                      <a:pt x="299" y="88"/>
                      <a:pt x="297" y="88"/>
                      <a:pt x="296" y="88"/>
                    </a:cubicBezTo>
                    <a:moveTo>
                      <a:pt x="17" y="72"/>
                    </a:moveTo>
                    <a:lnTo>
                      <a:pt x="288" y="72"/>
                    </a:lnTo>
                    <a:lnTo>
                      <a:pt x="288" y="17"/>
                    </a:lnTo>
                    <a:lnTo>
                      <a:pt x="17" y="17"/>
                    </a:lnTo>
                    <a:lnTo>
                      <a:pt x="17" y="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34"/>
              <p:cNvSpPr/>
              <p:nvPr/>
            </p:nvSpPr>
            <p:spPr>
              <a:xfrm>
                <a:off x="4793115" y="3785570"/>
                <a:ext cx="628547" cy="161559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265" extrusionOk="0">
                    <a:moveTo>
                      <a:pt x="1021" y="263"/>
                    </a:moveTo>
                    <a:lnTo>
                      <a:pt x="899" y="263"/>
                    </a:lnTo>
                    <a:lnTo>
                      <a:pt x="899" y="263"/>
                    </a:lnTo>
                    <a:lnTo>
                      <a:pt x="899" y="263"/>
                    </a:lnTo>
                    <a:cubicBezTo>
                      <a:pt x="898" y="263"/>
                      <a:pt x="896" y="263"/>
                      <a:pt x="895" y="262"/>
                    </a:cubicBezTo>
                    <a:cubicBezTo>
                      <a:pt x="894" y="261"/>
                      <a:pt x="893" y="260"/>
                      <a:pt x="892" y="259"/>
                    </a:cubicBezTo>
                    <a:cubicBezTo>
                      <a:pt x="891" y="258"/>
                      <a:pt x="891" y="256"/>
                      <a:pt x="891" y="255"/>
                    </a:cubicBezTo>
                    <a:lnTo>
                      <a:pt x="891" y="255"/>
                    </a:lnTo>
                    <a:lnTo>
                      <a:pt x="891" y="138"/>
                    </a:lnTo>
                    <a:lnTo>
                      <a:pt x="139" y="138"/>
                    </a:lnTo>
                    <a:lnTo>
                      <a:pt x="139" y="255"/>
                    </a:lnTo>
                    <a:lnTo>
                      <a:pt x="139" y="255"/>
                    </a:lnTo>
                    <a:cubicBezTo>
                      <a:pt x="139" y="256"/>
                      <a:pt x="139" y="258"/>
                      <a:pt x="138" y="259"/>
                    </a:cubicBezTo>
                    <a:cubicBezTo>
                      <a:pt x="137" y="260"/>
                      <a:pt x="136" y="262"/>
                      <a:pt x="135" y="262"/>
                    </a:cubicBezTo>
                    <a:cubicBezTo>
                      <a:pt x="133" y="264"/>
                      <a:pt x="132" y="263"/>
                      <a:pt x="131" y="263"/>
                    </a:cubicBezTo>
                    <a:lnTo>
                      <a:pt x="8" y="263"/>
                    </a:lnTo>
                    <a:lnTo>
                      <a:pt x="8" y="263"/>
                    </a:lnTo>
                    <a:lnTo>
                      <a:pt x="8" y="263"/>
                    </a:lnTo>
                    <a:cubicBezTo>
                      <a:pt x="7" y="263"/>
                      <a:pt x="5" y="263"/>
                      <a:pt x="4" y="262"/>
                    </a:cubicBezTo>
                    <a:cubicBezTo>
                      <a:pt x="2" y="261"/>
                      <a:pt x="2" y="260"/>
                      <a:pt x="1" y="259"/>
                    </a:cubicBezTo>
                    <a:cubicBezTo>
                      <a:pt x="0" y="258"/>
                      <a:pt x="0" y="256"/>
                      <a:pt x="0" y="255"/>
                    </a:cubicBezTo>
                    <a:lnTo>
                      <a:pt x="0" y="255"/>
                    </a:lnTo>
                    <a:lnTo>
                      <a:pt x="0" y="69"/>
                    </a:lnTo>
                    <a:lnTo>
                      <a:pt x="0" y="69"/>
                    </a:lnTo>
                    <a:cubicBezTo>
                      <a:pt x="0" y="57"/>
                      <a:pt x="2" y="45"/>
                      <a:pt x="9" y="34"/>
                    </a:cubicBezTo>
                    <a:cubicBezTo>
                      <a:pt x="14" y="24"/>
                      <a:pt x="24" y="16"/>
                      <a:pt x="35" y="9"/>
                    </a:cubicBezTo>
                    <a:cubicBezTo>
                      <a:pt x="45" y="4"/>
                      <a:pt x="57" y="0"/>
                      <a:pt x="70" y="0"/>
                    </a:cubicBezTo>
                    <a:lnTo>
                      <a:pt x="960" y="0"/>
                    </a:lnTo>
                    <a:lnTo>
                      <a:pt x="960" y="0"/>
                    </a:lnTo>
                    <a:cubicBezTo>
                      <a:pt x="972" y="0"/>
                      <a:pt x="984" y="3"/>
                      <a:pt x="995" y="9"/>
                    </a:cubicBezTo>
                    <a:cubicBezTo>
                      <a:pt x="1005" y="15"/>
                      <a:pt x="1014" y="24"/>
                      <a:pt x="1020" y="34"/>
                    </a:cubicBezTo>
                    <a:cubicBezTo>
                      <a:pt x="1026" y="45"/>
                      <a:pt x="1030" y="57"/>
                      <a:pt x="1030" y="69"/>
                    </a:cubicBezTo>
                    <a:lnTo>
                      <a:pt x="1030" y="255"/>
                    </a:lnTo>
                    <a:lnTo>
                      <a:pt x="1030" y="255"/>
                    </a:lnTo>
                    <a:cubicBezTo>
                      <a:pt x="1030" y="256"/>
                      <a:pt x="1029" y="258"/>
                      <a:pt x="1029" y="259"/>
                    </a:cubicBezTo>
                    <a:cubicBezTo>
                      <a:pt x="1028" y="261"/>
                      <a:pt x="1027" y="261"/>
                      <a:pt x="1025" y="262"/>
                    </a:cubicBezTo>
                    <a:cubicBezTo>
                      <a:pt x="1023" y="263"/>
                      <a:pt x="1023" y="263"/>
                      <a:pt x="1021" y="263"/>
                    </a:cubicBezTo>
                    <a:moveTo>
                      <a:pt x="908" y="246"/>
                    </a:moveTo>
                    <a:lnTo>
                      <a:pt x="1013" y="246"/>
                    </a:lnTo>
                    <a:lnTo>
                      <a:pt x="1013" y="69"/>
                    </a:lnTo>
                    <a:lnTo>
                      <a:pt x="1013" y="69"/>
                    </a:lnTo>
                    <a:cubicBezTo>
                      <a:pt x="1013" y="60"/>
                      <a:pt x="1010" y="51"/>
                      <a:pt x="1006" y="43"/>
                    </a:cubicBezTo>
                    <a:cubicBezTo>
                      <a:pt x="1001" y="35"/>
                      <a:pt x="994" y="29"/>
                      <a:pt x="987" y="24"/>
                    </a:cubicBezTo>
                    <a:cubicBezTo>
                      <a:pt x="978" y="20"/>
                      <a:pt x="969" y="16"/>
                      <a:pt x="960" y="16"/>
                    </a:cubicBezTo>
                    <a:lnTo>
                      <a:pt x="70" y="16"/>
                    </a:lnTo>
                    <a:lnTo>
                      <a:pt x="70" y="16"/>
                    </a:lnTo>
                    <a:cubicBezTo>
                      <a:pt x="60" y="16"/>
                      <a:pt x="51" y="20"/>
                      <a:pt x="43" y="24"/>
                    </a:cubicBezTo>
                    <a:cubicBezTo>
                      <a:pt x="35" y="29"/>
                      <a:pt x="29" y="35"/>
                      <a:pt x="24" y="43"/>
                    </a:cubicBezTo>
                    <a:cubicBezTo>
                      <a:pt x="19" y="51"/>
                      <a:pt x="17" y="60"/>
                      <a:pt x="17" y="69"/>
                    </a:cubicBezTo>
                    <a:lnTo>
                      <a:pt x="17" y="246"/>
                    </a:lnTo>
                    <a:lnTo>
                      <a:pt x="122" y="246"/>
                    </a:lnTo>
                    <a:lnTo>
                      <a:pt x="122" y="130"/>
                    </a:lnTo>
                    <a:lnTo>
                      <a:pt x="122" y="130"/>
                    </a:lnTo>
                    <a:lnTo>
                      <a:pt x="122" y="130"/>
                    </a:lnTo>
                    <a:cubicBezTo>
                      <a:pt x="122" y="129"/>
                      <a:pt x="122" y="127"/>
                      <a:pt x="123" y="126"/>
                    </a:cubicBezTo>
                    <a:cubicBezTo>
                      <a:pt x="123" y="125"/>
                      <a:pt x="124" y="124"/>
                      <a:pt x="126" y="123"/>
                    </a:cubicBezTo>
                    <a:cubicBezTo>
                      <a:pt x="127" y="123"/>
                      <a:pt x="129" y="122"/>
                      <a:pt x="131" y="122"/>
                    </a:cubicBezTo>
                    <a:lnTo>
                      <a:pt x="131" y="122"/>
                    </a:lnTo>
                    <a:lnTo>
                      <a:pt x="899" y="122"/>
                    </a:lnTo>
                    <a:lnTo>
                      <a:pt x="899" y="122"/>
                    </a:lnTo>
                    <a:lnTo>
                      <a:pt x="899" y="122"/>
                    </a:lnTo>
                    <a:cubicBezTo>
                      <a:pt x="901" y="122"/>
                      <a:pt x="902" y="123"/>
                      <a:pt x="904" y="123"/>
                    </a:cubicBezTo>
                    <a:cubicBezTo>
                      <a:pt x="905" y="124"/>
                      <a:pt x="906" y="125"/>
                      <a:pt x="907" y="126"/>
                    </a:cubicBezTo>
                    <a:cubicBezTo>
                      <a:pt x="907" y="127"/>
                      <a:pt x="908" y="129"/>
                      <a:pt x="908" y="130"/>
                    </a:cubicBezTo>
                    <a:lnTo>
                      <a:pt x="908" y="130"/>
                    </a:lnTo>
                    <a:lnTo>
                      <a:pt x="908" y="2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34"/>
              <p:cNvSpPr/>
              <p:nvPr/>
            </p:nvSpPr>
            <p:spPr>
              <a:xfrm>
                <a:off x="5146706" y="2688352"/>
                <a:ext cx="312140" cy="312145"/>
              </a:xfrm>
              <a:custGeom>
                <a:avLst/>
                <a:gdLst/>
                <a:ahLst/>
                <a:cxnLst/>
                <a:rect l="l" t="t" r="r" b="b"/>
                <a:pathLst>
                  <a:path w="512" h="512" extrusionOk="0">
                    <a:moveTo>
                      <a:pt x="256" y="449"/>
                    </a:moveTo>
                    <a:cubicBezTo>
                      <a:pt x="262" y="449"/>
                      <a:pt x="269" y="448"/>
                      <a:pt x="275" y="448"/>
                    </a:cubicBezTo>
                    <a:lnTo>
                      <a:pt x="275" y="448"/>
                    </a:lnTo>
                    <a:lnTo>
                      <a:pt x="275" y="448"/>
                    </a:lnTo>
                    <a:cubicBezTo>
                      <a:pt x="283" y="468"/>
                      <a:pt x="292" y="486"/>
                      <a:pt x="303" y="505"/>
                    </a:cubicBezTo>
                    <a:cubicBezTo>
                      <a:pt x="304" y="506"/>
                      <a:pt x="305" y="509"/>
                      <a:pt x="306" y="511"/>
                    </a:cubicBezTo>
                    <a:lnTo>
                      <a:pt x="306" y="511"/>
                    </a:lnTo>
                    <a:cubicBezTo>
                      <a:pt x="335" y="506"/>
                      <a:pt x="362" y="496"/>
                      <a:pt x="387" y="481"/>
                    </a:cubicBezTo>
                    <a:cubicBezTo>
                      <a:pt x="391" y="478"/>
                      <a:pt x="396" y="476"/>
                      <a:pt x="401" y="473"/>
                    </a:cubicBezTo>
                    <a:lnTo>
                      <a:pt x="401" y="473"/>
                    </a:lnTo>
                    <a:cubicBezTo>
                      <a:pt x="395" y="450"/>
                      <a:pt x="387" y="427"/>
                      <a:pt x="377" y="406"/>
                    </a:cubicBezTo>
                    <a:lnTo>
                      <a:pt x="377" y="406"/>
                    </a:lnTo>
                    <a:cubicBezTo>
                      <a:pt x="388" y="397"/>
                      <a:pt x="397" y="388"/>
                      <a:pt x="406" y="378"/>
                    </a:cubicBezTo>
                    <a:lnTo>
                      <a:pt x="406" y="378"/>
                    </a:lnTo>
                    <a:cubicBezTo>
                      <a:pt x="427" y="387"/>
                      <a:pt x="450" y="395"/>
                      <a:pt x="472" y="401"/>
                    </a:cubicBezTo>
                    <a:lnTo>
                      <a:pt x="472" y="401"/>
                    </a:lnTo>
                    <a:cubicBezTo>
                      <a:pt x="476" y="396"/>
                      <a:pt x="478" y="390"/>
                      <a:pt x="481" y="386"/>
                    </a:cubicBezTo>
                    <a:cubicBezTo>
                      <a:pt x="495" y="361"/>
                      <a:pt x="506" y="335"/>
                      <a:pt x="511" y="307"/>
                    </a:cubicBezTo>
                    <a:lnTo>
                      <a:pt x="511" y="307"/>
                    </a:lnTo>
                    <a:cubicBezTo>
                      <a:pt x="509" y="305"/>
                      <a:pt x="507" y="304"/>
                      <a:pt x="505" y="303"/>
                    </a:cubicBezTo>
                    <a:cubicBezTo>
                      <a:pt x="487" y="292"/>
                      <a:pt x="468" y="283"/>
                      <a:pt x="448" y="276"/>
                    </a:cubicBezTo>
                    <a:lnTo>
                      <a:pt x="448" y="276"/>
                    </a:lnTo>
                    <a:cubicBezTo>
                      <a:pt x="448" y="269"/>
                      <a:pt x="449" y="262"/>
                      <a:pt x="449" y="256"/>
                    </a:cubicBezTo>
                    <a:cubicBezTo>
                      <a:pt x="449" y="249"/>
                      <a:pt x="448" y="242"/>
                      <a:pt x="448" y="236"/>
                    </a:cubicBezTo>
                    <a:lnTo>
                      <a:pt x="448" y="236"/>
                    </a:lnTo>
                    <a:cubicBezTo>
                      <a:pt x="468" y="228"/>
                      <a:pt x="487" y="219"/>
                      <a:pt x="506" y="208"/>
                    </a:cubicBezTo>
                    <a:cubicBezTo>
                      <a:pt x="507" y="207"/>
                      <a:pt x="509" y="206"/>
                      <a:pt x="511" y="205"/>
                    </a:cubicBezTo>
                    <a:lnTo>
                      <a:pt x="511" y="205"/>
                    </a:lnTo>
                    <a:cubicBezTo>
                      <a:pt x="506" y="177"/>
                      <a:pt x="496" y="150"/>
                      <a:pt x="481" y="125"/>
                    </a:cubicBezTo>
                    <a:cubicBezTo>
                      <a:pt x="478" y="120"/>
                      <a:pt x="476" y="115"/>
                      <a:pt x="472" y="111"/>
                    </a:cubicBezTo>
                    <a:lnTo>
                      <a:pt x="472" y="111"/>
                    </a:lnTo>
                    <a:cubicBezTo>
                      <a:pt x="450" y="116"/>
                      <a:pt x="427" y="124"/>
                      <a:pt x="406" y="134"/>
                    </a:cubicBezTo>
                    <a:lnTo>
                      <a:pt x="406" y="134"/>
                    </a:lnTo>
                    <a:cubicBezTo>
                      <a:pt x="397" y="124"/>
                      <a:pt x="388" y="114"/>
                      <a:pt x="377" y="106"/>
                    </a:cubicBezTo>
                    <a:lnTo>
                      <a:pt x="377" y="106"/>
                    </a:lnTo>
                    <a:cubicBezTo>
                      <a:pt x="387" y="84"/>
                      <a:pt x="395" y="62"/>
                      <a:pt x="401" y="39"/>
                    </a:cubicBezTo>
                    <a:lnTo>
                      <a:pt x="401" y="39"/>
                    </a:lnTo>
                    <a:cubicBezTo>
                      <a:pt x="396" y="36"/>
                      <a:pt x="391" y="32"/>
                      <a:pt x="387" y="30"/>
                    </a:cubicBezTo>
                    <a:cubicBezTo>
                      <a:pt x="362" y="15"/>
                      <a:pt x="335" y="6"/>
                      <a:pt x="306" y="0"/>
                    </a:cubicBezTo>
                    <a:lnTo>
                      <a:pt x="306" y="0"/>
                    </a:lnTo>
                    <a:cubicBezTo>
                      <a:pt x="305" y="2"/>
                      <a:pt x="304" y="4"/>
                      <a:pt x="303" y="6"/>
                    </a:cubicBezTo>
                    <a:cubicBezTo>
                      <a:pt x="292" y="24"/>
                      <a:pt x="283" y="44"/>
                      <a:pt x="275" y="64"/>
                    </a:cubicBezTo>
                    <a:cubicBezTo>
                      <a:pt x="269" y="63"/>
                      <a:pt x="262" y="63"/>
                      <a:pt x="256" y="63"/>
                    </a:cubicBezTo>
                    <a:cubicBezTo>
                      <a:pt x="249" y="63"/>
                      <a:pt x="242" y="63"/>
                      <a:pt x="236" y="64"/>
                    </a:cubicBezTo>
                    <a:lnTo>
                      <a:pt x="236" y="64"/>
                    </a:lnTo>
                    <a:cubicBezTo>
                      <a:pt x="228" y="44"/>
                      <a:pt x="219" y="24"/>
                      <a:pt x="208" y="5"/>
                    </a:cubicBezTo>
                    <a:cubicBezTo>
                      <a:pt x="207" y="4"/>
                      <a:pt x="206" y="2"/>
                      <a:pt x="205" y="0"/>
                    </a:cubicBezTo>
                    <a:lnTo>
                      <a:pt x="205" y="0"/>
                    </a:lnTo>
                    <a:cubicBezTo>
                      <a:pt x="176" y="6"/>
                      <a:pt x="149" y="16"/>
                      <a:pt x="125" y="30"/>
                    </a:cubicBezTo>
                    <a:cubicBezTo>
                      <a:pt x="120" y="33"/>
                      <a:pt x="115" y="36"/>
                      <a:pt x="111" y="39"/>
                    </a:cubicBezTo>
                    <a:lnTo>
                      <a:pt x="111" y="39"/>
                    </a:lnTo>
                    <a:cubicBezTo>
                      <a:pt x="116" y="62"/>
                      <a:pt x="124" y="84"/>
                      <a:pt x="134" y="106"/>
                    </a:cubicBezTo>
                    <a:lnTo>
                      <a:pt x="134" y="106"/>
                    </a:lnTo>
                    <a:cubicBezTo>
                      <a:pt x="123" y="114"/>
                      <a:pt x="114" y="124"/>
                      <a:pt x="105" y="134"/>
                    </a:cubicBezTo>
                    <a:lnTo>
                      <a:pt x="105" y="134"/>
                    </a:lnTo>
                    <a:cubicBezTo>
                      <a:pt x="84" y="124"/>
                      <a:pt x="62" y="116"/>
                      <a:pt x="39" y="111"/>
                    </a:cubicBezTo>
                    <a:lnTo>
                      <a:pt x="39" y="111"/>
                    </a:lnTo>
                    <a:cubicBezTo>
                      <a:pt x="36" y="115"/>
                      <a:pt x="33" y="120"/>
                      <a:pt x="30" y="125"/>
                    </a:cubicBezTo>
                    <a:cubicBezTo>
                      <a:pt x="16" y="150"/>
                      <a:pt x="5" y="177"/>
                      <a:pt x="0" y="205"/>
                    </a:cubicBezTo>
                    <a:lnTo>
                      <a:pt x="0" y="205"/>
                    </a:lnTo>
                    <a:cubicBezTo>
                      <a:pt x="2" y="206"/>
                      <a:pt x="3" y="207"/>
                      <a:pt x="5" y="208"/>
                    </a:cubicBezTo>
                    <a:cubicBezTo>
                      <a:pt x="24" y="219"/>
                      <a:pt x="43" y="228"/>
                      <a:pt x="63" y="236"/>
                    </a:cubicBezTo>
                    <a:lnTo>
                      <a:pt x="63" y="236"/>
                    </a:lnTo>
                    <a:cubicBezTo>
                      <a:pt x="63" y="242"/>
                      <a:pt x="63" y="249"/>
                      <a:pt x="63" y="256"/>
                    </a:cubicBezTo>
                    <a:cubicBezTo>
                      <a:pt x="63" y="262"/>
                      <a:pt x="63" y="269"/>
                      <a:pt x="63" y="276"/>
                    </a:cubicBezTo>
                    <a:lnTo>
                      <a:pt x="63" y="276"/>
                    </a:lnTo>
                    <a:cubicBezTo>
                      <a:pt x="43" y="283"/>
                      <a:pt x="24" y="292"/>
                      <a:pt x="6" y="303"/>
                    </a:cubicBezTo>
                    <a:cubicBezTo>
                      <a:pt x="4" y="304"/>
                      <a:pt x="2" y="305"/>
                      <a:pt x="0" y="307"/>
                    </a:cubicBezTo>
                    <a:lnTo>
                      <a:pt x="0" y="307"/>
                    </a:lnTo>
                    <a:cubicBezTo>
                      <a:pt x="5" y="335"/>
                      <a:pt x="16" y="362"/>
                      <a:pt x="30" y="387"/>
                    </a:cubicBezTo>
                    <a:cubicBezTo>
                      <a:pt x="33" y="391"/>
                      <a:pt x="36" y="396"/>
                      <a:pt x="39" y="401"/>
                    </a:cubicBezTo>
                    <a:lnTo>
                      <a:pt x="39" y="401"/>
                    </a:lnTo>
                    <a:cubicBezTo>
                      <a:pt x="62" y="395"/>
                      <a:pt x="84" y="387"/>
                      <a:pt x="105" y="378"/>
                    </a:cubicBezTo>
                    <a:lnTo>
                      <a:pt x="105" y="378"/>
                    </a:lnTo>
                    <a:cubicBezTo>
                      <a:pt x="114" y="388"/>
                      <a:pt x="123" y="397"/>
                      <a:pt x="134" y="406"/>
                    </a:cubicBezTo>
                    <a:lnTo>
                      <a:pt x="134" y="406"/>
                    </a:lnTo>
                    <a:cubicBezTo>
                      <a:pt x="124" y="427"/>
                      <a:pt x="116" y="450"/>
                      <a:pt x="111" y="473"/>
                    </a:cubicBezTo>
                    <a:lnTo>
                      <a:pt x="111" y="473"/>
                    </a:lnTo>
                    <a:cubicBezTo>
                      <a:pt x="115" y="476"/>
                      <a:pt x="120" y="478"/>
                      <a:pt x="125" y="481"/>
                    </a:cubicBezTo>
                    <a:cubicBezTo>
                      <a:pt x="149" y="495"/>
                      <a:pt x="176" y="506"/>
                      <a:pt x="205" y="511"/>
                    </a:cubicBezTo>
                    <a:lnTo>
                      <a:pt x="205" y="511"/>
                    </a:lnTo>
                    <a:cubicBezTo>
                      <a:pt x="206" y="510"/>
                      <a:pt x="207" y="508"/>
                      <a:pt x="208" y="506"/>
                    </a:cubicBezTo>
                    <a:cubicBezTo>
                      <a:pt x="219" y="487"/>
                      <a:pt x="228" y="468"/>
                      <a:pt x="236" y="448"/>
                    </a:cubicBezTo>
                    <a:cubicBezTo>
                      <a:pt x="242" y="448"/>
                      <a:pt x="249" y="449"/>
                      <a:pt x="256" y="449"/>
                    </a:cubicBezTo>
                    <a:moveTo>
                      <a:pt x="256" y="163"/>
                    </a:moveTo>
                    <a:lnTo>
                      <a:pt x="256" y="163"/>
                    </a:lnTo>
                    <a:cubicBezTo>
                      <a:pt x="272" y="163"/>
                      <a:pt x="288" y="168"/>
                      <a:pt x="302" y="176"/>
                    </a:cubicBezTo>
                    <a:cubicBezTo>
                      <a:pt x="316" y="184"/>
                      <a:pt x="327" y="195"/>
                      <a:pt x="335" y="209"/>
                    </a:cubicBezTo>
                    <a:cubicBezTo>
                      <a:pt x="343" y="223"/>
                      <a:pt x="348" y="238"/>
                      <a:pt x="348" y="255"/>
                    </a:cubicBezTo>
                    <a:cubicBezTo>
                      <a:pt x="348" y="271"/>
                      <a:pt x="343" y="287"/>
                      <a:pt x="335" y="301"/>
                    </a:cubicBezTo>
                    <a:cubicBezTo>
                      <a:pt x="327" y="315"/>
                      <a:pt x="316" y="327"/>
                      <a:pt x="302" y="335"/>
                    </a:cubicBezTo>
                    <a:cubicBezTo>
                      <a:pt x="288" y="343"/>
                      <a:pt x="272" y="348"/>
                      <a:pt x="256" y="348"/>
                    </a:cubicBezTo>
                    <a:cubicBezTo>
                      <a:pt x="239" y="348"/>
                      <a:pt x="224" y="343"/>
                      <a:pt x="210" y="335"/>
                    </a:cubicBezTo>
                    <a:cubicBezTo>
                      <a:pt x="196" y="327"/>
                      <a:pt x="184" y="315"/>
                      <a:pt x="176" y="301"/>
                    </a:cubicBezTo>
                    <a:cubicBezTo>
                      <a:pt x="168" y="287"/>
                      <a:pt x="164" y="272"/>
                      <a:pt x="164" y="255"/>
                    </a:cubicBezTo>
                    <a:lnTo>
                      <a:pt x="164" y="255"/>
                    </a:lnTo>
                    <a:cubicBezTo>
                      <a:pt x="164" y="239"/>
                      <a:pt x="168" y="223"/>
                      <a:pt x="176" y="209"/>
                    </a:cubicBezTo>
                    <a:cubicBezTo>
                      <a:pt x="184" y="195"/>
                      <a:pt x="196" y="184"/>
                      <a:pt x="210" y="176"/>
                    </a:cubicBezTo>
                    <a:cubicBezTo>
                      <a:pt x="224" y="168"/>
                      <a:pt x="239" y="163"/>
                      <a:pt x="256" y="16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34"/>
              <p:cNvSpPr/>
              <p:nvPr/>
            </p:nvSpPr>
            <p:spPr>
              <a:xfrm>
                <a:off x="5141219" y="2683475"/>
                <a:ext cx="322504" cy="322509"/>
              </a:xfrm>
              <a:custGeom>
                <a:avLst/>
                <a:gdLst/>
                <a:ahLst/>
                <a:cxnLst/>
                <a:rect l="l" t="t" r="r" b="b"/>
                <a:pathLst>
                  <a:path w="529" h="529" extrusionOk="0">
                    <a:moveTo>
                      <a:pt x="316" y="528"/>
                    </a:moveTo>
                    <a:lnTo>
                      <a:pt x="316" y="528"/>
                    </a:lnTo>
                    <a:cubicBezTo>
                      <a:pt x="314" y="528"/>
                      <a:pt x="313" y="527"/>
                      <a:pt x="311" y="527"/>
                    </a:cubicBezTo>
                    <a:cubicBezTo>
                      <a:pt x="309" y="526"/>
                      <a:pt x="309" y="525"/>
                      <a:pt x="308" y="524"/>
                    </a:cubicBezTo>
                    <a:lnTo>
                      <a:pt x="308" y="524"/>
                    </a:lnTo>
                    <a:cubicBezTo>
                      <a:pt x="307" y="522"/>
                      <a:pt x="306" y="520"/>
                      <a:pt x="305" y="518"/>
                    </a:cubicBezTo>
                    <a:cubicBezTo>
                      <a:pt x="295" y="501"/>
                      <a:pt x="286" y="483"/>
                      <a:pt x="279" y="465"/>
                    </a:cubicBezTo>
                    <a:lnTo>
                      <a:pt x="279" y="465"/>
                    </a:lnTo>
                    <a:cubicBezTo>
                      <a:pt x="274" y="465"/>
                      <a:pt x="269" y="465"/>
                      <a:pt x="265" y="465"/>
                    </a:cubicBezTo>
                    <a:cubicBezTo>
                      <a:pt x="260" y="465"/>
                      <a:pt x="255" y="465"/>
                      <a:pt x="250" y="465"/>
                    </a:cubicBezTo>
                    <a:lnTo>
                      <a:pt x="250" y="465"/>
                    </a:lnTo>
                    <a:cubicBezTo>
                      <a:pt x="243" y="484"/>
                      <a:pt x="234" y="502"/>
                      <a:pt x="224" y="520"/>
                    </a:cubicBezTo>
                    <a:cubicBezTo>
                      <a:pt x="223" y="521"/>
                      <a:pt x="222" y="522"/>
                      <a:pt x="221" y="524"/>
                    </a:cubicBezTo>
                    <a:lnTo>
                      <a:pt x="221" y="524"/>
                    </a:lnTo>
                    <a:cubicBezTo>
                      <a:pt x="221" y="525"/>
                      <a:pt x="220" y="526"/>
                      <a:pt x="218" y="527"/>
                    </a:cubicBezTo>
                    <a:cubicBezTo>
                      <a:pt x="217" y="527"/>
                      <a:pt x="216" y="528"/>
                      <a:pt x="214" y="528"/>
                    </a:cubicBezTo>
                    <a:lnTo>
                      <a:pt x="213" y="528"/>
                    </a:lnTo>
                    <a:lnTo>
                      <a:pt x="213" y="528"/>
                    </a:lnTo>
                    <a:cubicBezTo>
                      <a:pt x="184" y="522"/>
                      <a:pt x="156" y="511"/>
                      <a:pt x="130" y="497"/>
                    </a:cubicBezTo>
                    <a:cubicBezTo>
                      <a:pt x="125" y="494"/>
                      <a:pt x="120" y="491"/>
                      <a:pt x="115" y="487"/>
                    </a:cubicBezTo>
                    <a:lnTo>
                      <a:pt x="115" y="487"/>
                    </a:lnTo>
                    <a:cubicBezTo>
                      <a:pt x="114" y="487"/>
                      <a:pt x="113" y="485"/>
                      <a:pt x="113" y="485"/>
                    </a:cubicBezTo>
                    <a:cubicBezTo>
                      <a:pt x="112" y="482"/>
                      <a:pt x="112" y="482"/>
                      <a:pt x="112" y="480"/>
                    </a:cubicBezTo>
                    <a:cubicBezTo>
                      <a:pt x="112" y="480"/>
                      <a:pt x="112" y="479"/>
                      <a:pt x="112" y="478"/>
                    </a:cubicBezTo>
                    <a:lnTo>
                      <a:pt x="112" y="478"/>
                    </a:lnTo>
                    <a:cubicBezTo>
                      <a:pt x="117" y="457"/>
                      <a:pt x="124" y="436"/>
                      <a:pt x="133" y="416"/>
                    </a:cubicBezTo>
                    <a:lnTo>
                      <a:pt x="133" y="416"/>
                    </a:lnTo>
                    <a:cubicBezTo>
                      <a:pt x="125" y="410"/>
                      <a:pt x="119" y="403"/>
                      <a:pt x="112" y="396"/>
                    </a:cubicBezTo>
                    <a:lnTo>
                      <a:pt x="112" y="396"/>
                    </a:lnTo>
                    <a:cubicBezTo>
                      <a:pt x="92" y="405"/>
                      <a:pt x="71" y="412"/>
                      <a:pt x="50" y="417"/>
                    </a:cubicBezTo>
                    <a:lnTo>
                      <a:pt x="50" y="417"/>
                    </a:lnTo>
                    <a:cubicBezTo>
                      <a:pt x="49" y="417"/>
                      <a:pt x="48" y="417"/>
                      <a:pt x="48" y="417"/>
                    </a:cubicBezTo>
                    <a:cubicBezTo>
                      <a:pt x="46" y="417"/>
                      <a:pt x="45" y="417"/>
                      <a:pt x="43" y="416"/>
                    </a:cubicBezTo>
                    <a:cubicBezTo>
                      <a:pt x="42" y="415"/>
                      <a:pt x="41" y="414"/>
                      <a:pt x="41" y="413"/>
                    </a:cubicBezTo>
                    <a:lnTo>
                      <a:pt x="41" y="413"/>
                    </a:lnTo>
                    <a:cubicBezTo>
                      <a:pt x="37" y="409"/>
                      <a:pt x="33" y="404"/>
                      <a:pt x="31" y="399"/>
                    </a:cubicBezTo>
                    <a:cubicBezTo>
                      <a:pt x="16" y="373"/>
                      <a:pt x="6" y="345"/>
                      <a:pt x="0" y="316"/>
                    </a:cubicBezTo>
                    <a:lnTo>
                      <a:pt x="0" y="316"/>
                    </a:lnTo>
                    <a:lnTo>
                      <a:pt x="0" y="315"/>
                    </a:lnTo>
                    <a:cubicBezTo>
                      <a:pt x="0" y="313"/>
                      <a:pt x="0" y="311"/>
                      <a:pt x="1" y="311"/>
                    </a:cubicBezTo>
                    <a:cubicBezTo>
                      <a:pt x="1" y="308"/>
                      <a:pt x="3" y="308"/>
                      <a:pt x="4" y="308"/>
                    </a:cubicBezTo>
                    <a:lnTo>
                      <a:pt x="4" y="308"/>
                    </a:lnTo>
                    <a:cubicBezTo>
                      <a:pt x="6" y="307"/>
                      <a:pt x="7" y="306"/>
                      <a:pt x="8" y="305"/>
                    </a:cubicBezTo>
                    <a:cubicBezTo>
                      <a:pt x="26" y="295"/>
                      <a:pt x="44" y="286"/>
                      <a:pt x="63" y="279"/>
                    </a:cubicBezTo>
                    <a:cubicBezTo>
                      <a:pt x="63" y="274"/>
                      <a:pt x="63" y="269"/>
                      <a:pt x="63" y="264"/>
                    </a:cubicBezTo>
                    <a:cubicBezTo>
                      <a:pt x="63" y="259"/>
                      <a:pt x="63" y="254"/>
                      <a:pt x="63" y="249"/>
                    </a:cubicBezTo>
                    <a:lnTo>
                      <a:pt x="63" y="249"/>
                    </a:lnTo>
                    <a:cubicBezTo>
                      <a:pt x="45" y="242"/>
                      <a:pt x="27" y="233"/>
                      <a:pt x="10" y="223"/>
                    </a:cubicBezTo>
                    <a:cubicBezTo>
                      <a:pt x="8" y="222"/>
                      <a:pt x="6" y="221"/>
                      <a:pt x="4" y="220"/>
                    </a:cubicBezTo>
                    <a:lnTo>
                      <a:pt x="4" y="220"/>
                    </a:lnTo>
                    <a:cubicBezTo>
                      <a:pt x="3" y="219"/>
                      <a:pt x="1" y="218"/>
                      <a:pt x="1" y="217"/>
                    </a:cubicBezTo>
                    <a:cubicBezTo>
                      <a:pt x="0" y="216"/>
                      <a:pt x="0" y="214"/>
                      <a:pt x="0" y="213"/>
                    </a:cubicBezTo>
                    <a:cubicBezTo>
                      <a:pt x="0" y="212"/>
                      <a:pt x="0" y="212"/>
                      <a:pt x="0" y="211"/>
                    </a:cubicBezTo>
                    <a:lnTo>
                      <a:pt x="0" y="211"/>
                    </a:lnTo>
                    <a:cubicBezTo>
                      <a:pt x="6" y="182"/>
                      <a:pt x="16" y="154"/>
                      <a:pt x="31" y="129"/>
                    </a:cubicBezTo>
                    <a:cubicBezTo>
                      <a:pt x="33" y="123"/>
                      <a:pt x="37" y="119"/>
                      <a:pt x="41" y="114"/>
                    </a:cubicBezTo>
                    <a:lnTo>
                      <a:pt x="41" y="114"/>
                    </a:lnTo>
                    <a:cubicBezTo>
                      <a:pt x="41" y="113"/>
                      <a:pt x="42" y="112"/>
                      <a:pt x="43" y="112"/>
                    </a:cubicBezTo>
                    <a:cubicBezTo>
                      <a:pt x="45" y="111"/>
                      <a:pt x="46" y="111"/>
                      <a:pt x="48" y="111"/>
                    </a:cubicBezTo>
                    <a:cubicBezTo>
                      <a:pt x="48" y="111"/>
                      <a:pt x="49" y="111"/>
                      <a:pt x="50" y="111"/>
                    </a:cubicBezTo>
                    <a:lnTo>
                      <a:pt x="50" y="111"/>
                    </a:lnTo>
                    <a:cubicBezTo>
                      <a:pt x="71" y="116"/>
                      <a:pt x="92" y="123"/>
                      <a:pt x="112" y="132"/>
                    </a:cubicBezTo>
                    <a:lnTo>
                      <a:pt x="112" y="132"/>
                    </a:lnTo>
                    <a:cubicBezTo>
                      <a:pt x="118" y="125"/>
                      <a:pt x="125" y="118"/>
                      <a:pt x="132" y="112"/>
                    </a:cubicBezTo>
                    <a:lnTo>
                      <a:pt x="132" y="112"/>
                    </a:lnTo>
                    <a:cubicBezTo>
                      <a:pt x="124" y="91"/>
                      <a:pt x="117" y="70"/>
                      <a:pt x="111" y="49"/>
                    </a:cubicBezTo>
                    <a:lnTo>
                      <a:pt x="111" y="49"/>
                    </a:lnTo>
                    <a:cubicBezTo>
                      <a:pt x="111" y="48"/>
                      <a:pt x="111" y="48"/>
                      <a:pt x="111" y="47"/>
                    </a:cubicBezTo>
                    <a:cubicBezTo>
                      <a:pt x="111" y="46"/>
                      <a:pt x="111" y="44"/>
                      <a:pt x="112" y="43"/>
                    </a:cubicBezTo>
                    <a:cubicBezTo>
                      <a:pt x="113" y="42"/>
                      <a:pt x="114" y="41"/>
                      <a:pt x="115" y="40"/>
                    </a:cubicBezTo>
                    <a:lnTo>
                      <a:pt x="115" y="40"/>
                    </a:lnTo>
                    <a:cubicBezTo>
                      <a:pt x="120" y="37"/>
                      <a:pt x="125" y="34"/>
                      <a:pt x="130" y="31"/>
                    </a:cubicBezTo>
                    <a:cubicBezTo>
                      <a:pt x="155" y="16"/>
                      <a:pt x="183" y="6"/>
                      <a:pt x="212" y="0"/>
                    </a:cubicBezTo>
                    <a:lnTo>
                      <a:pt x="212" y="0"/>
                    </a:lnTo>
                    <a:cubicBezTo>
                      <a:pt x="213" y="0"/>
                      <a:pt x="213" y="0"/>
                      <a:pt x="214" y="0"/>
                    </a:cubicBezTo>
                    <a:cubicBezTo>
                      <a:pt x="215" y="0"/>
                      <a:pt x="217" y="0"/>
                      <a:pt x="218" y="1"/>
                    </a:cubicBezTo>
                    <a:cubicBezTo>
                      <a:pt x="219" y="2"/>
                      <a:pt x="220" y="3"/>
                      <a:pt x="221" y="4"/>
                    </a:cubicBezTo>
                    <a:lnTo>
                      <a:pt x="221" y="4"/>
                    </a:lnTo>
                    <a:cubicBezTo>
                      <a:pt x="222" y="5"/>
                      <a:pt x="223" y="7"/>
                      <a:pt x="223" y="8"/>
                    </a:cubicBezTo>
                    <a:cubicBezTo>
                      <a:pt x="234" y="26"/>
                      <a:pt x="242" y="44"/>
                      <a:pt x="250" y="63"/>
                    </a:cubicBezTo>
                    <a:lnTo>
                      <a:pt x="250" y="63"/>
                    </a:lnTo>
                    <a:cubicBezTo>
                      <a:pt x="255" y="63"/>
                      <a:pt x="259" y="62"/>
                      <a:pt x="264" y="62"/>
                    </a:cubicBezTo>
                    <a:cubicBezTo>
                      <a:pt x="269" y="62"/>
                      <a:pt x="274" y="63"/>
                      <a:pt x="278" y="63"/>
                    </a:cubicBezTo>
                    <a:lnTo>
                      <a:pt x="278" y="63"/>
                    </a:lnTo>
                    <a:cubicBezTo>
                      <a:pt x="286" y="45"/>
                      <a:pt x="294" y="27"/>
                      <a:pt x="304" y="10"/>
                    </a:cubicBezTo>
                    <a:cubicBezTo>
                      <a:pt x="305" y="8"/>
                      <a:pt x="307" y="6"/>
                      <a:pt x="308" y="4"/>
                    </a:cubicBezTo>
                    <a:lnTo>
                      <a:pt x="308" y="4"/>
                    </a:lnTo>
                    <a:cubicBezTo>
                      <a:pt x="309" y="3"/>
                      <a:pt x="310" y="2"/>
                      <a:pt x="311" y="1"/>
                    </a:cubicBezTo>
                    <a:cubicBezTo>
                      <a:pt x="312" y="0"/>
                      <a:pt x="314" y="0"/>
                      <a:pt x="315" y="0"/>
                    </a:cubicBezTo>
                    <a:cubicBezTo>
                      <a:pt x="316" y="0"/>
                      <a:pt x="316" y="0"/>
                      <a:pt x="317" y="0"/>
                    </a:cubicBezTo>
                    <a:lnTo>
                      <a:pt x="317" y="0"/>
                    </a:lnTo>
                    <a:cubicBezTo>
                      <a:pt x="346" y="6"/>
                      <a:pt x="373" y="16"/>
                      <a:pt x="399" y="31"/>
                    </a:cubicBezTo>
                    <a:cubicBezTo>
                      <a:pt x="404" y="34"/>
                      <a:pt x="409" y="37"/>
                      <a:pt x="414" y="40"/>
                    </a:cubicBezTo>
                    <a:lnTo>
                      <a:pt x="414" y="40"/>
                    </a:lnTo>
                    <a:cubicBezTo>
                      <a:pt x="415" y="41"/>
                      <a:pt x="415" y="42"/>
                      <a:pt x="416" y="43"/>
                    </a:cubicBezTo>
                    <a:cubicBezTo>
                      <a:pt x="416" y="44"/>
                      <a:pt x="417" y="46"/>
                      <a:pt x="417" y="47"/>
                    </a:cubicBezTo>
                    <a:cubicBezTo>
                      <a:pt x="417" y="48"/>
                      <a:pt x="417" y="48"/>
                      <a:pt x="417" y="49"/>
                    </a:cubicBezTo>
                    <a:lnTo>
                      <a:pt x="417" y="49"/>
                    </a:lnTo>
                    <a:cubicBezTo>
                      <a:pt x="412" y="70"/>
                      <a:pt x="405" y="91"/>
                      <a:pt x="396" y="112"/>
                    </a:cubicBezTo>
                    <a:lnTo>
                      <a:pt x="396" y="112"/>
                    </a:lnTo>
                    <a:cubicBezTo>
                      <a:pt x="403" y="118"/>
                      <a:pt x="410" y="125"/>
                      <a:pt x="416" y="132"/>
                    </a:cubicBezTo>
                    <a:lnTo>
                      <a:pt x="416" y="132"/>
                    </a:lnTo>
                    <a:cubicBezTo>
                      <a:pt x="437" y="123"/>
                      <a:pt x="458" y="116"/>
                      <a:pt x="479" y="111"/>
                    </a:cubicBezTo>
                    <a:lnTo>
                      <a:pt x="479" y="111"/>
                    </a:lnTo>
                    <a:cubicBezTo>
                      <a:pt x="480" y="111"/>
                      <a:pt x="480" y="111"/>
                      <a:pt x="481" y="111"/>
                    </a:cubicBezTo>
                    <a:cubicBezTo>
                      <a:pt x="482" y="111"/>
                      <a:pt x="483" y="111"/>
                      <a:pt x="485" y="112"/>
                    </a:cubicBezTo>
                    <a:cubicBezTo>
                      <a:pt x="486" y="112"/>
                      <a:pt x="487" y="113"/>
                      <a:pt x="488" y="114"/>
                    </a:cubicBezTo>
                    <a:lnTo>
                      <a:pt x="488" y="114"/>
                    </a:lnTo>
                    <a:cubicBezTo>
                      <a:pt x="491" y="119"/>
                      <a:pt x="494" y="123"/>
                      <a:pt x="497" y="129"/>
                    </a:cubicBezTo>
                    <a:cubicBezTo>
                      <a:pt x="512" y="154"/>
                      <a:pt x="522" y="182"/>
                      <a:pt x="528" y="211"/>
                    </a:cubicBezTo>
                    <a:lnTo>
                      <a:pt x="528" y="211"/>
                    </a:lnTo>
                    <a:cubicBezTo>
                      <a:pt x="528" y="212"/>
                      <a:pt x="528" y="212"/>
                      <a:pt x="528" y="213"/>
                    </a:cubicBezTo>
                    <a:cubicBezTo>
                      <a:pt x="528" y="214"/>
                      <a:pt x="528" y="216"/>
                      <a:pt x="527" y="217"/>
                    </a:cubicBezTo>
                    <a:cubicBezTo>
                      <a:pt x="526" y="218"/>
                      <a:pt x="525" y="219"/>
                      <a:pt x="524" y="220"/>
                    </a:cubicBezTo>
                    <a:lnTo>
                      <a:pt x="524" y="220"/>
                    </a:lnTo>
                    <a:cubicBezTo>
                      <a:pt x="522" y="221"/>
                      <a:pt x="520" y="222"/>
                      <a:pt x="518" y="224"/>
                    </a:cubicBezTo>
                    <a:cubicBezTo>
                      <a:pt x="501" y="233"/>
                      <a:pt x="483" y="242"/>
                      <a:pt x="465" y="249"/>
                    </a:cubicBezTo>
                    <a:cubicBezTo>
                      <a:pt x="465" y="254"/>
                      <a:pt x="466" y="259"/>
                      <a:pt x="466" y="264"/>
                    </a:cubicBezTo>
                    <a:cubicBezTo>
                      <a:pt x="466" y="269"/>
                      <a:pt x="466" y="274"/>
                      <a:pt x="465" y="279"/>
                    </a:cubicBezTo>
                    <a:lnTo>
                      <a:pt x="465" y="279"/>
                    </a:lnTo>
                    <a:cubicBezTo>
                      <a:pt x="484" y="286"/>
                      <a:pt x="502" y="295"/>
                      <a:pt x="519" y="305"/>
                    </a:cubicBezTo>
                    <a:cubicBezTo>
                      <a:pt x="521" y="306"/>
                      <a:pt x="523" y="307"/>
                      <a:pt x="524" y="308"/>
                    </a:cubicBezTo>
                    <a:lnTo>
                      <a:pt x="524" y="308"/>
                    </a:lnTo>
                    <a:cubicBezTo>
                      <a:pt x="525" y="308"/>
                      <a:pt x="525" y="309"/>
                      <a:pt x="527" y="311"/>
                    </a:cubicBezTo>
                    <a:cubicBezTo>
                      <a:pt x="527" y="312"/>
                      <a:pt x="528" y="313"/>
                      <a:pt x="528" y="315"/>
                    </a:cubicBezTo>
                    <a:lnTo>
                      <a:pt x="528" y="316"/>
                    </a:lnTo>
                    <a:lnTo>
                      <a:pt x="528" y="316"/>
                    </a:lnTo>
                    <a:cubicBezTo>
                      <a:pt x="522" y="345"/>
                      <a:pt x="512" y="373"/>
                      <a:pt x="497" y="399"/>
                    </a:cubicBezTo>
                    <a:cubicBezTo>
                      <a:pt x="494" y="404"/>
                      <a:pt x="491" y="409"/>
                      <a:pt x="488" y="414"/>
                    </a:cubicBezTo>
                    <a:lnTo>
                      <a:pt x="488" y="414"/>
                    </a:lnTo>
                    <a:cubicBezTo>
                      <a:pt x="487" y="415"/>
                      <a:pt x="486" y="415"/>
                      <a:pt x="485" y="416"/>
                    </a:cubicBezTo>
                    <a:cubicBezTo>
                      <a:pt x="483" y="416"/>
                      <a:pt x="482" y="417"/>
                      <a:pt x="481" y="417"/>
                    </a:cubicBezTo>
                    <a:cubicBezTo>
                      <a:pt x="480" y="417"/>
                      <a:pt x="480" y="417"/>
                      <a:pt x="479" y="417"/>
                    </a:cubicBezTo>
                    <a:lnTo>
                      <a:pt x="479" y="417"/>
                    </a:lnTo>
                    <a:cubicBezTo>
                      <a:pt x="458" y="412"/>
                      <a:pt x="437" y="405"/>
                      <a:pt x="416" y="396"/>
                    </a:cubicBezTo>
                    <a:lnTo>
                      <a:pt x="416" y="396"/>
                    </a:lnTo>
                    <a:cubicBezTo>
                      <a:pt x="410" y="403"/>
                      <a:pt x="403" y="410"/>
                      <a:pt x="396" y="416"/>
                    </a:cubicBezTo>
                    <a:lnTo>
                      <a:pt x="396" y="416"/>
                    </a:lnTo>
                    <a:cubicBezTo>
                      <a:pt x="405" y="437"/>
                      <a:pt x="412" y="457"/>
                      <a:pt x="417" y="479"/>
                    </a:cubicBezTo>
                    <a:lnTo>
                      <a:pt x="417" y="479"/>
                    </a:lnTo>
                    <a:cubicBezTo>
                      <a:pt x="417" y="480"/>
                      <a:pt x="417" y="480"/>
                      <a:pt x="417" y="481"/>
                    </a:cubicBezTo>
                    <a:cubicBezTo>
                      <a:pt x="417" y="482"/>
                      <a:pt x="416" y="483"/>
                      <a:pt x="416" y="485"/>
                    </a:cubicBezTo>
                    <a:cubicBezTo>
                      <a:pt x="415" y="485"/>
                      <a:pt x="415" y="487"/>
                      <a:pt x="414" y="488"/>
                    </a:cubicBezTo>
                    <a:lnTo>
                      <a:pt x="414" y="488"/>
                    </a:lnTo>
                    <a:cubicBezTo>
                      <a:pt x="409" y="491"/>
                      <a:pt x="404" y="494"/>
                      <a:pt x="399" y="497"/>
                    </a:cubicBezTo>
                    <a:cubicBezTo>
                      <a:pt x="373" y="512"/>
                      <a:pt x="346" y="522"/>
                      <a:pt x="317" y="528"/>
                    </a:cubicBezTo>
                    <a:lnTo>
                      <a:pt x="317" y="528"/>
                    </a:lnTo>
                    <a:cubicBezTo>
                      <a:pt x="316" y="528"/>
                      <a:pt x="316" y="528"/>
                      <a:pt x="316" y="528"/>
                    </a:cubicBezTo>
                    <a:moveTo>
                      <a:pt x="129" y="477"/>
                    </a:moveTo>
                    <a:lnTo>
                      <a:pt x="129" y="477"/>
                    </a:lnTo>
                    <a:cubicBezTo>
                      <a:pt x="132" y="478"/>
                      <a:pt x="135" y="480"/>
                      <a:pt x="138" y="482"/>
                    </a:cubicBezTo>
                    <a:cubicBezTo>
                      <a:pt x="161" y="495"/>
                      <a:pt x="185" y="504"/>
                      <a:pt x="210" y="510"/>
                    </a:cubicBezTo>
                    <a:lnTo>
                      <a:pt x="210" y="510"/>
                    </a:lnTo>
                    <a:lnTo>
                      <a:pt x="210" y="510"/>
                    </a:lnTo>
                    <a:cubicBezTo>
                      <a:pt x="220" y="492"/>
                      <a:pt x="230" y="472"/>
                      <a:pt x="237" y="453"/>
                    </a:cubicBezTo>
                    <a:lnTo>
                      <a:pt x="237" y="453"/>
                    </a:lnTo>
                    <a:cubicBezTo>
                      <a:pt x="237" y="452"/>
                      <a:pt x="237" y="452"/>
                      <a:pt x="238" y="451"/>
                    </a:cubicBezTo>
                    <a:cubicBezTo>
                      <a:pt x="238" y="450"/>
                      <a:pt x="239" y="448"/>
                      <a:pt x="241" y="448"/>
                    </a:cubicBezTo>
                    <a:cubicBezTo>
                      <a:pt x="242" y="447"/>
                      <a:pt x="243" y="447"/>
                      <a:pt x="245" y="447"/>
                    </a:cubicBezTo>
                    <a:lnTo>
                      <a:pt x="246" y="447"/>
                    </a:lnTo>
                    <a:lnTo>
                      <a:pt x="246" y="447"/>
                    </a:lnTo>
                    <a:cubicBezTo>
                      <a:pt x="252" y="448"/>
                      <a:pt x="258" y="448"/>
                      <a:pt x="265" y="448"/>
                    </a:cubicBezTo>
                    <a:cubicBezTo>
                      <a:pt x="271" y="448"/>
                      <a:pt x="277" y="448"/>
                      <a:pt x="284" y="447"/>
                    </a:cubicBezTo>
                    <a:lnTo>
                      <a:pt x="284" y="447"/>
                    </a:lnTo>
                    <a:lnTo>
                      <a:pt x="284" y="447"/>
                    </a:lnTo>
                    <a:cubicBezTo>
                      <a:pt x="286" y="447"/>
                      <a:pt x="287" y="448"/>
                      <a:pt x="289" y="449"/>
                    </a:cubicBezTo>
                    <a:cubicBezTo>
                      <a:pt x="290" y="449"/>
                      <a:pt x="291" y="450"/>
                      <a:pt x="292" y="452"/>
                    </a:cubicBezTo>
                    <a:lnTo>
                      <a:pt x="292" y="453"/>
                    </a:lnTo>
                    <a:lnTo>
                      <a:pt x="292" y="453"/>
                    </a:lnTo>
                    <a:cubicBezTo>
                      <a:pt x="300" y="472"/>
                      <a:pt x="309" y="491"/>
                      <a:pt x="319" y="509"/>
                    </a:cubicBezTo>
                    <a:lnTo>
                      <a:pt x="320" y="510"/>
                    </a:lnTo>
                    <a:lnTo>
                      <a:pt x="320" y="510"/>
                    </a:lnTo>
                    <a:cubicBezTo>
                      <a:pt x="345" y="504"/>
                      <a:pt x="369" y="495"/>
                      <a:pt x="391" y="482"/>
                    </a:cubicBezTo>
                    <a:cubicBezTo>
                      <a:pt x="394" y="480"/>
                      <a:pt x="397" y="478"/>
                      <a:pt x="400" y="477"/>
                    </a:cubicBezTo>
                    <a:lnTo>
                      <a:pt x="400" y="477"/>
                    </a:lnTo>
                    <a:cubicBezTo>
                      <a:pt x="395" y="456"/>
                      <a:pt x="388" y="436"/>
                      <a:pt x="379" y="417"/>
                    </a:cubicBezTo>
                    <a:lnTo>
                      <a:pt x="379" y="417"/>
                    </a:lnTo>
                    <a:cubicBezTo>
                      <a:pt x="379" y="416"/>
                      <a:pt x="378" y="415"/>
                      <a:pt x="378" y="414"/>
                    </a:cubicBezTo>
                    <a:cubicBezTo>
                      <a:pt x="378" y="412"/>
                      <a:pt x="378" y="410"/>
                      <a:pt x="379" y="409"/>
                    </a:cubicBezTo>
                    <a:cubicBezTo>
                      <a:pt x="379" y="408"/>
                      <a:pt x="381" y="408"/>
                      <a:pt x="381" y="407"/>
                    </a:cubicBezTo>
                    <a:lnTo>
                      <a:pt x="381" y="407"/>
                    </a:lnTo>
                    <a:cubicBezTo>
                      <a:pt x="391" y="399"/>
                      <a:pt x="400" y="390"/>
                      <a:pt x="408" y="380"/>
                    </a:cubicBezTo>
                    <a:lnTo>
                      <a:pt x="408" y="380"/>
                    </a:lnTo>
                    <a:cubicBezTo>
                      <a:pt x="409" y="380"/>
                      <a:pt x="409" y="378"/>
                      <a:pt x="411" y="378"/>
                    </a:cubicBezTo>
                    <a:cubicBezTo>
                      <a:pt x="412" y="377"/>
                      <a:pt x="413" y="377"/>
                      <a:pt x="415" y="377"/>
                    </a:cubicBezTo>
                    <a:cubicBezTo>
                      <a:pt x="416" y="377"/>
                      <a:pt x="417" y="377"/>
                      <a:pt x="418" y="378"/>
                    </a:cubicBezTo>
                    <a:lnTo>
                      <a:pt x="418" y="378"/>
                    </a:lnTo>
                    <a:cubicBezTo>
                      <a:pt x="438" y="387"/>
                      <a:pt x="458" y="394"/>
                      <a:pt x="478" y="399"/>
                    </a:cubicBezTo>
                    <a:lnTo>
                      <a:pt x="478" y="399"/>
                    </a:lnTo>
                    <a:cubicBezTo>
                      <a:pt x="480" y="396"/>
                      <a:pt x="481" y="392"/>
                      <a:pt x="483" y="390"/>
                    </a:cubicBezTo>
                    <a:cubicBezTo>
                      <a:pt x="495" y="367"/>
                      <a:pt x="506" y="344"/>
                      <a:pt x="511" y="319"/>
                    </a:cubicBezTo>
                    <a:lnTo>
                      <a:pt x="511" y="319"/>
                    </a:lnTo>
                    <a:lnTo>
                      <a:pt x="511" y="318"/>
                    </a:lnTo>
                    <a:cubicBezTo>
                      <a:pt x="492" y="308"/>
                      <a:pt x="474" y="299"/>
                      <a:pt x="454" y="291"/>
                    </a:cubicBezTo>
                    <a:lnTo>
                      <a:pt x="454" y="291"/>
                    </a:lnTo>
                    <a:lnTo>
                      <a:pt x="453" y="291"/>
                    </a:lnTo>
                    <a:cubicBezTo>
                      <a:pt x="452" y="290"/>
                      <a:pt x="451" y="289"/>
                      <a:pt x="450" y="288"/>
                    </a:cubicBezTo>
                    <a:cubicBezTo>
                      <a:pt x="449" y="286"/>
                      <a:pt x="449" y="285"/>
                      <a:pt x="449" y="283"/>
                    </a:cubicBezTo>
                    <a:lnTo>
                      <a:pt x="449" y="283"/>
                    </a:lnTo>
                    <a:cubicBezTo>
                      <a:pt x="449" y="276"/>
                      <a:pt x="450" y="270"/>
                      <a:pt x="450" y="264"/>
                    </a:cubicBezTo>
                    <a:lnTo>
                      <a:pt x="450" y="264"/>
                    </a:lnTo>
                    <a:lnTo>
                      <a:pt x="450" y="263"/>
                    </a:lnTo>
                    <a:cubicBezTo>
                      <a:pt x="450" y="257"/>
                      <a:pt x="449" y="251"/>
                      <a:pt x="449" y="245"/>
                    </a:cubicBezTo>
                    <a:lnTo>
                      <a:pt x="449" y="245"/>
                    </a:lnTo>
                    <a:cubicBezTo>
                      <a:pt x="449" y="244"/>
                      <a:pt x="449" y="244"/>
                      <a:pt x="449" y="244"/>
                    </a:cubicBezTo>
                    <a:cubicBezTo>
                      <a:pt x="449" y="242"/>
                      <a:pt x="449" y="241"/>
                      <a:pt x="450" y="240"/>
                    </a:cubicBezTo>
                    <a:cubicBezTo>
                      <a:pt x="451" y="238"/>
                      <a:pt x="452" y="237"/>
                      <a:pt x="453" y="237"/>
                    </a:cubicBezTo>
                    <a:cubicBezTo>
                      <a:pt x="453" y="236"/>
                      <a:pt x="454" y="236"/>
                      <a:pt x="454" y="236"/>
                    </a:cubicBezTo>
                    <a:lnTo>
                      <a:pt x="454" y="236"/>
                    </a:lnTo>
                    <a:cubicBezTo>
                      <a:pt x="474" y="228"/>
                      <a:pt x="492" y="219"/>
                      <a:pt x="510" y="209"/>
                    </a:cubicBezTo>
                    <a:cubicBezTo>
                      <a:pt x="511" y="209"/>
                      <a:pt x="511" y="209"/>
                      <a:pt x="511" y="209"/>
                    </a:cubicBezTo>
                    <a:lnTo>
                      <a:pt x="511" y="209"/>
                    </a:lnTo>
                    <a:cubicBezTo>
                      <a:pt x="506" y="184"/>
                      <a:pt x="495" y="159"/>
                      <a:pt x="483" y="137"/>
                    </a:cubicBezTo>
                    <a:cubicBezTo>
                      <a:pt x="481" y="134"/>
                      <a:pt x="480" y="131"/>
                      <a:pt x="478" y="128"/>
                    </a:cubicBezTo>
                    <a:lnTo>
                      <a:pt x="478" y="128"/>
                    </a:lnTo>
                    <a:cubicBezTo>
                      <a:pt x="458" y="134"/>
                      <a:pt x="438" y="141"/>
                      <a:pt x="418" y="149"/>
                    </a:cubicBezTo>
                    <a:lnTo>
                      <a:pt x="418" y="149"/>
                    </a:lnTo>
                    <a:cubicBezTo>
                      <a:pt x="417" y="150"/>
                      <a:pt x="416" y="150"/>
                      <a:pt x="415" y="150"/>
                    </a:cubicBezTo>
                    <a:cubicBezTo>
                      <a:pt x="413" y="150"/>
                      <a:pt x="412" y="149"/>
                      <a:pt x="411" y="149"/>
                    </a:cubicBezTo>
                    <a:cubicBezTo>
                      <a:pt x="410" y="148"/>
                      <a:pt x="409" y="148"/>
                      <a:pt x="408" y="147"/>
                    </a:cubicBezTo>
                    <a:lnTo>
                      <a:pt x="408" y="147"/>
                    </a:lnTo>
                    <a:cubicBezTo>
                      <a:pt x="400" y="137"/>
                      <a:pt x="391" y="128"/>
                      <a:pt x="381" y="120"/>
                    </a:cubicBezTo>
                    <a:lnTo>
                      <a:pt x="381" y="120"/>
                    </a:lnTo>
                    <a:cubicBezTo>
                      <a:pt x="381" y="120"/>
                      <a:pt x="379" y="119"/>
                      <a:pt x="379" y="118"/>
                    </a:cubicBezTo>
                    <a:cubicBezTo>
                      <a:pt x="378" y="117"/>
                      <a:pt x="378" y="115"/>
                      <a:pt x="378" y="114"/>
                    </a:cubicBezTo>
                    <a:cubicBezTo>
                      <a:pt x="378" y="113"/>
                      <a:pt x="379" y="112"/>
                      <a:pt x="379" y="111"/>
                    </a:cubicBezTo>
                    <a:lnTo>
                      <a:pt x="379" y="111"/>
                    </a:lnTo>
                    <a:cubicBezTo>
                      <a:pt x="388" y="91"/>
                      <a:pt x="395" y="71"/>
                      <a:pt x="400" y="51"/>
                    </a:cubicBezTo>
                    <a:lnTo>
                      <a:pt x="400" y="51"/>
                    </a:lnTo>
                    <a:cubicBezTo>
                      <a:pt x="397" y="49"/>
                      <a:pt x="394" y="47"/>
                      <a:pt x="391" y="45"/>
                    </a:cubicBezTo>
                    <a:cubicBezTo>
                      <a:pt x="369" y="32"/>
                      <a:pt x="345" y="23"/>
                      <a:pt x="320" y="17"/>
                    </a:cubicBezTo>
                    <a:lnTo>
                      <a:pt x="320" y="17"/>
                    </a:lnTo>
                    <a:cubicBezTo>
                      <a:pt x="319" y="18"/>
                      <a:pt x="319" y="19"/>
                      <a:pt x="319" y="19"/>
                    </a:cubicBezTo>
                    <a:cubicBezTo>
                      <a:pt x="309" y="37"/>
                      <a:pt x="300" y="55"/>
                      <a:pt x="292" y="75"/>
                    </a:cubicBezTo>
                    <a:lnTo>
                      <a:pt x="292" y="75"/>
                    </a:lnTo>
                    <a:lnTo>
                      <a:pt x="292" y="76"/>
                    </a:lnTo>
                    <a:cubicBezTo>
                      <a:pt x="291" y="77"/>
                      <a:pt x="290" y="78"/>
                      <a:pt x="289" y="79"/>
                    </a:cubicBezTo>
                    <a:cubicBezTo>
                      <a:pt x="287" y="80"/>
                      <a:pt x="286" y="80"/>
                      <a:pt x="285" y="80"/>
                    </a:cubicBezTo>
                    <a:cubicBezTo>
                      <a:pt x="284" y="80"/>
                      <a:pt x="284" y="80"/>
                      <a:pt x="284" y="80"/>
                    </a:cubicBezTo>
                    <a:lnTo>
                      <a:pt x="284" y="80"/>
                    </a:lnTo>
                    <a:cubicBezTo>
                      <a:pt x="277" y="79"/>
                      <a:pt x="271" y="79"/>
                      <a:pt x="265" y="79"/>
                    </a:cubicBezTo>
                    <a:cubicBezTo>
                      <a:pt x="258" y="79"/>
                      <a:pt x="252" y="79"/>
                      <a:pt x="246" y="80"/>
                    </a:cubicBezTo>
                    <a:lnTo>
                      <a:pt x="246" y="80"/>
                    </a:lnTo>
                    <a:lnTo>
                      <a:pt x="245" y="80"/>
                    </a:lnTo>
                    <a:cubicBezTo>
                      <a:pt x="244" y="80"/>
                      <a:pt x="242" y="80"/>
                      <a:pt x="241" y="79"/>
                    </a:cubicBezTo>
                    <a:cubicBezTo>
                      <a:pt x="239" y="78"/>
                      <a:pt x="238" y="76"/>
                      <a:pt x="238" y="76"/>
                    </a:cubicBezTo>
                    <a:cubicBezTo>
                      <a:pt x="237" y="74"/>
                      <a:pt x="237" y="75"/>
                      <a:pt x="237" y="75"/>
                    </a:cubicBezTo>
                    <a:lnTo>
                      <a:pt x="237" y="75"/>
                    </a:lnTo>
                    <a:cubicBezTo>
                      <a:pt x="230" y="55"/>
                      <a:pt x="221" y="36"/>
                      <a:pt x="210" y="18"/>
                    </a:cubicBezTo>
                    <a:lnTo>
                      <a:pt x="210" y="17"/>
                    </a:lnTo>
                    <a:lnTo>
                      <a:pt x="210" y="17"/>
                    </a:lnTo>
                    <a:cubicBezTo>
                      <a:pt x="185" y="23"/>
                      <a:pt x="161" y="31"/>
                      <a:pt x="138" y="45"/>
                    </a:cubicBezTo>
                    <a:cubicBezTo>
                      <a:pt x="135" y="46"/>
                      <a:pt x="132" y="49"/>
                      <a:pt x="129" y="51"/>
                    </a:cubicBezTo>
                    <a:lnTo>
                      <a:pt x="129" y="51"/>
                    </a:lnTo>
                    <a:cubicBezTo>
                      <a:pt x="135" y="71"/>
                      <a:pt x="142" y="91"/>
                      <a:pt x="150" y="111"/>
                    </a:cubicBezTo>
                    <a:lnTo>
                      <a:pt x="150" y="111"/>
                    </a:lnTo>
                    <a:cubicBezTo>
                      <a:pt x="151" y="112"/>
                      <a:pt x="151" y="113"/>
                      <a:pt x="151" y="114"/>
                    </a:cubicBezTo>
                    <a:cubicBezTo>
                      <a:pt x="151" y="115"/>
                      <a:pt x="150" y="116"/>
                      <a:pt x="150" y="118"/>
                    </a:cubicBezTo>
                    <a:cubicBezTo>
                      <a:pt x="149" y="118"/>
                      <a:pt x="149" y="120"/>
                      <a:pt x="148" y="120"/>
                    </a:cubicBezTo>
                    <a:lnTo>
                      <a:pt x="148" y="120"/>
                    </a:lnTo>
                    <a:cubicBezTo>
                      <a:pt x="138" y="128"/>
                      <a:pt x="129" y="137"/>
                      <a:pt x="121" y="147"/>
                    </a:cubicBezTo>
                    <a:lnTo>
                      <a:pt x="121" y="147"/>
                    </a:lnTo>
                    <a:cubicBezTo>
                      <a:pt x="121" y="148"/>
                      <a:pt x="120" y="148"/>
                      <a:pt x="119" y="149"/>
                    </a:cubicBezTo>
                    <a:cubicBezTo>
                      <a:pt x="117" y="149"/>
                      <a:pt x="116" y="150"/>
                      <a:pt x="115" y="150"/>
                    </a:cubicBezTo>
                    <a:cubicBezTo>
                      <a:pt x="114" y="150"/>
                      <a:pt x="113" y="150"/>
                      <a:pt x="112" y="149"/>
                    </a:cubicBezTo>
                    <a:lnTo>
                      <a:pt x="112" y="149"/>
                    </a:lnTo>
                    <a:cubicBezTo>
                      <a:pt x="92" y="141"/>
                      <a:pt x="72" y="134"/>
                      <a:pt x="52" y="128"/>
                    </a:cubicBezTo>
                    <a:lnTo>
                      <a:pt x="52" y="128"/>
                    </a:lnTo>
                    <a:cubicBezTo>
                      <a:pt x="50" y="131"/>
                      <a:pt x="48" y="134"/>
                      <a:pt x="46" y="137"/>
                    </a:cubicBezTo>
                    <a:cubicBezTo>
                      <a:pt x="34" y="160"/>
                      <a:pt x="24" y="184"/>
                      <a:pt x="19" y="209"/>
                    </a:cubicBezTo>
                    <a:lnTo>
                      <a:pt x="19" y="209"/>
                    </a:lnTo>
                    <a:cubicBezTo>
                      <a:pt x="37" y="219"/>
                      <a:pt x="56" y="228"/>
                      <a:pt x="76" y="236"/>
                    </a:cubicBezTo>
                    <a:lnTo>
                      <a:pt x="76" y="236"/>
                    </a:lnTo>
                    <a:lnTo>
                      <a:pt x="77" y="237"/>
                    </a:lnTo>
                    <a:cubicBezTo>
                      <a:pt x="77" y="237"/>
                      <a:pt x="79" y="238"/>
                      <a:pt x="80" y="240"/>
                    </a:cubicBezTo>
                    <a:cubicBezTo>
                      <a:pt x="81" y="241"/>
                      <a:pt x="81" y="242"/>
                      <a:pt x="81" y="244"/>
                    </a:cubicBezTo>
                    <a:lnTo>
                      <a:pt x="81" y="245"/>
                    </a:lnTo>
                    <a:cubicBezTo>
                      <a:pt x="80" y="251"/>
                      <a:pt x="80" y="257"/>
                      <a:pt x="80" y="264"/>
                    </a:cubicBezTo>
                    <a:lnTo>
                      <a:pt x="80" y="264"/>
                    </a:lnTo>
                    <a:lnTo>
                      <a:pt x="80" y="264"/>
                    </a:lnTo>
                    <a:cubicBezTo>
                      <a:pt x="80" y="270"/>
                      <a:pt x="80" y="276"/>
                      <a:pt x="81" y="283"/>
                    </a:cubicBezTo>
                    <a:lnTo>
                      <a:pt x="81" y="283"/>
                    </a:lnTo>
                    <a:lnTo>
                      <a:pt x="81" y="284"/>
                    </a:lnTo>
                    <a:cubicBezTo>
                      <a:pt x="81" y="285"/>
                      <a:pt x="81" y="286"/>
                      <a:pt x="80" y="288"/>
                    </a:cubicBezTo>
                    <a:cubicBezTo>
                      <a:pt x="79" y="289"/>
                      <a:pt x="78" y="290"/>
                      <a:pt x="77" y="291"/>
                    </a:cubicBezTo>
                    <a:lnTo>
                      <a:pt x="76" y="291"/>
                    </a:lnTo>
                    <a:lnTo>
                      <a:pt x="76" y="291"/>
                    </a:lnTo>
                    <a:cubicBezTo>
                      <a:pt x="56" y="299"/>
                      <a:pt x="37" y="308"/>
                      <a:pt x="19" y="319"/>
                    </a:cubicBezTo>
                    <a:lnTo>
                      <a:pt x="19" y="319"/>
                    </a:lnTo>
                    <a:lnTo>
                      <a:pt x="19" y="319"/>
                    </a:lnTo>
                    <a:cubicBezTo>
                      <a:pt x="24" y="344"/>
                      <a:pt x="34" y="368"/>
                      <a:pt x="47" y="390"/>
                    </a:cubicBezTo>
                    <a:cubicBezTo>
                      <a:pt x="48" y="393"/>
                      <a:pt x="50" y="396"/>
                      <a:pt x="52" y="399"/>
                    </a:cubicBezTo>
                    <a:lnTo>
                      <a:pt x="52" y="399"/>
                    </a:lnTo>
                    <a:cubicBezTo>
                      <a:pt x="72" y="394"/>
                      <a:pt x="92" y="387"/>
                      <a:pt x="112" y="378"/>
                    </a:cubicBezTo>
                    <a:lnTo>
                      <a:pt x="112" y="378"/>
                    </a:lnTo>
                    <a:cubicBezTo>
                      <a:pt x="113" y="378"/>
                      <a:pt x="114" y="377"/>
                      <a:pt x="115" y="377"/>
                    </a:cubicBezTo>
                    <a:cubicBezTo>
                      <a:pt x="116" y="377"/>
                      <a:pt x="118" y="377"/>
                      <a:pt x="119" y="378"/>
                    </a:cubicBezTo>
                    <a:cubicBezTo>
                      <a:pt x="120" y="378"/>
                      <a:pt x="121" y="380"/>
                      <a:pt x="121" y="380"/>
                    </a:cubicBezTo>
                    <a:lnTo>
                      <a:pt x="121" y="380"/>
                    </a:lnTo>
                    <a:cubicBezTo>
                      <a:pt x="129" y="390"/>
                      <a:pt x="138" y="399"/>
                      <a:pt x="148" y="407"/>
                    </a:cubicBezTo>
                    <a:lnTo>
                      <a:pt x="148" y="407"/>
                    </a:lnTo>
                    <a:cubicBezTo>
                      <a:pt x="149" y="408"/>
                      <a:pt x="150" y="409"/>
                      <a:pt x="150" y="409"/>
                    </a:cubicBezTo>
                    <a:cubicBezTo>
                      <a:pt x="151" y="411"/>
                      <a:pt x="151" y="412"/>
                      <a:pt x="151" y="414"/>
                    </a:cubicBezTo>
                    <a:cubicBezTo>
                      <a:pt x="151" y="415"/>
                      <a:pt x="151" y="416"/>
                      <a:pt x="150" y="417"/>
                    </a:cubicBezTo>
                    <a:lnTo>
                      <a:pt x="150" y="417"/>
                    </a:lnTo>
                    <a:cubicBezTo>
                      <a:pt x="142" y="436"/>
                      <a:pt x="135" y="456"/>
                      <a:pt x="129" y="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34"/>
              <p:cNvSpPr/>
              <p:nvPr/>
            </p:nvSpPr>
            <p:spPr>
              <a:xfrm>
                <a:off x="5241201" y="2782849"/>
                <a:ext cx="123149" cy="12315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1" y="201"/>
                    </a:moveTo>
                    <a:lnTo>
                      <a:pt x="101" y="201"/>
                    </a:lnTo>
                    <a:cubicBezTo>
                      <a:pt x="83" y="201"/>
                      <a:pt x="66" y="195"/>
                      <a:pt x="50" y="187"/>
                    </a:cubicBezTo>
                    <a:cubicBezTo>
                      <a:pt x="35" y="178"/>
                      <a:pt x="22" y="166"/>
                      <a:pt x="14" y="151"/>
                    </a:cubicBezTo>
                    <a:cubicBezTo>
                      <a:pt x="5" y="135"/>
                      <a:pt x="0" y="117"/>
                      <a:pt x="0" y="100"/>
                    </a:cubicBezTo>
                    <a:cubicBezTo>
                      <a:pt x="0" y="82"/>
                      <a:pt x="5" y="65"/>
                      <a:pt x="14" y="50"/>
                    </a:cubicBezTo>
                    <a:cubicBezTo>
                      <a:pt x="22" y="35"/>
                      <a:pt x="34" y="21"/>
                      <a:pt x="50" y="13"/>
                    </a:cubicBezTo>
                    <a:cubicBezTo>
                      <a:pt x="65" y="4"/>
                      <a:pt x="83" y="0"/>
                      <a:pt x="101" y="0"/>
                    </a:cubicBezTo>
                    <a:cubicBezTo>
                      <a:pt x="118" y="0"/>
                      <a:pt x="136" y="4"/>
                      <a:pt x="151" y="13"/>
                    </a:cubicBezTo>
                    <a:cubicBezTo>
                      <a:pt x="166" y="21"/>
                      <a:pt x="179" y="35"/>
                      <a:pt x="188" y="50"/>
                    </a:cubicBezTo>
                    <a:cubicBezTo>
                      <a:pt x="196" y="65"/>
                      <a:pt x="201" y="83"/>
                      <a:pt x="201" y="100"/>
                    </a:cubicBezTo>
                    <a:lnTo>
                      <a:pt x="201" y="100"/>
                    </a:lnTo>
                    <a:lnTo>
                      <a:pt x="201" y="100"/>
                    </a:lnTo>
                    <a:cubicBezTo>
                      <a:pt x="201" y="118"/>
                      <a:pt x="196" y="135"/>
                      <a:pt x="188" y="151"/>
                    </a:cubicBezTo>
                    <a:cubicBezTo>
                      <a:pt x="179" y="166"/>
                      <a:pt x="165" y="178"/>
                      <a:pt x="151" y="187"/>
                    </a:cubicBezTo>
                    <a:cubicBezTo>
                      <a:pt x="135" y="195"/>
                      <a:pt x="118" y="201"/>
                      <a:pt x="101" y="201"/>
                    </a:cubicBezTo>
                    <a:moveTo>
                      <a:pt x="101" y="17"/>
                    </a:moveTo>
                    <a:lnTo>
                      <a:pt x="101" y="17"/>
                    </a:lnTo>
                    <a:lnTo>
                      <a:pt x="101" y="17"/>
                    </a:lnTo>
                    <a:cubicBezTo>
                      <a:pt x="86" y="17"/>
                      <a:pt x="71" y="21"/>
                      <a:pt x="59" y="28"/>
                    </a:cubicBezTo>
                    <a:cubicBezTo>
                      <a:pt x="46" y="35"/>
                      <a:pt x="35" y="46"/>
                      <a:pt x="28" y="59"/>
                    </a:cubicBezTo>
                    <a:cubicBezTo>
                      <a:pt x="21" y="71"/>
                      <a:pt x="17" y="86"/>
                      <a:pt x="17" y="101"/>
                    </a:cubicBezTo>
                    <a:cubicBezTo>
                      <a:pt x="17" y="115"/>
                      <a:pt x="21" y="129"/>
                      <a:pt x="28" y="142"/>
                    </a:cubicBezTo>
                    <a:cubicBezTo>
                      <a:pt x="35" y="154"/>
                      <a:pt x="46" y="166"/>
                      <a:pt x="59" y="173"/>
                    </a:cubicBezTo>
                    <a:cubicBezTo>
                      <a:pt x="71" y="180"/>
                      <a:pt x="86" y="184"/>
                      <a:pt x="101" y="184"/>
                    </a:cubicBezTo>
                    <a:cubicBezTo>
                      <a:pt x="115" y="184"/>
                      <a:pt x="129" y="180"/>
                      <a:pt x="142" y="173"/>
                    </a:cubicBezTo>
                    <a:cubicBezTo>
                      <a:pt x="154" y="166"/>
                      <a:pt x="165" y="154"/>
                      <a:pt x="173" y="142"/>
                    </a:cubicBezTo>
                    <a:cubicBezTo>
                      <a:pt x="179" y="129"/>
                      <a:pt x="184" y="115"/>
                      <a:pt x="184" y="101"/>
                    </a:cubicBezTo>
                    <a:lnTo>
                      <a:pt x="184" y="101"/>
                    </a:lnTo>
                    <a:cubicBezTo>
                      <a:pt x="184" y="86"/>
                      <a:pt x="179" y="71"/>
                      <a:pt x="173" y="59"/>
                    </a:cubicBezTo>
                    <a:cubicBezTo>
                      <a:pt x="165" y="46"/>
                      <a:pt x="155" y="35"/>
                      <a:pt x="142" y="28"/>
                    </a:cubicBezTo>
                    <a:cubicBezTo>
                      <a:pt x="130" y="21"/>
                      <a:pt x="115" y="17"/>
                      <a:pt x="101" y="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34"/>
              <p:cNvSpPr/>
              <p:nvPr/>
            </p:nvSpPr>
            <p:spPr>
              <a:xfrm>
                <a:off x="4673009" y="2880224"/>
                <a:ext cx="462722" cy="466388"/>
              </a:xfrm>
              <a:custGeom>
                <a:avLst/>
                <a:gdLst/>
                <a:ahLst/>
                <a:cxnLst/>
                <a:rect l="l" t="t" r="r" b="b"/>
                <a:pathLst>
                  <a:path w="759" h="765" extrusionOk="0">
                    <a:moveTo>
                      <a:pt x="376" y="674"/>
                    </a:moveTo>
                    <a:lnTo>
                      <a:pt x="376" y="764"/>
                    </a:lnTo>
                    <a:lnTo>
                      <a:pt x="376" y="764"/>
                    </a:lnTo>
                    <a:cubicBezTo>
                      <a:pt x="421" y="764"/>
                      <a:pt x="465" y="756"/>
                      <a:pt x="507" y="741"/>
                    </a:cubicBezTo>
                    <a:lnTo>
                      <a:pt x="477" y="657"/>
                    </a:lnTo>
                    <a:lnTo>
                      <a:pt x="477" y="657"/>
                    </a:lnTo>
                    <a:cubicBezTo>
                      <a:pt x="494" y="651"/>
                      <a:pt x="510" y="644"/>
                      <a:pt x="526" y="635"/>
                    </a:cubicBezTo>
                    <a:cubicBezTo>
                      <a:pt x="540" y="627"/>
                      <a:pt x="553" y="618"/>
                      <a:pt x="565" y="607"/>
                    </a:cubicBezTo>
                    <a:lnTo>
                      <a:pt x="622" y="675"/>
                    </a:lnTo>
                    <a:lnTo>
                      <a:pt x="622" y="675"/>
                    </a:lnTo>
                    <a:cubicBezTo>
                      <a:pt x="656" y="647"/>
                      <a:pt x="684" y="613"/>
                      <a:pt x="706" y="575"/>
                    </a:cubicBezTo>
                    <a:cubicBezTo>
                      <a:pt x="706" y="574"/>
                      <a:pt x="707" y="574"/>
                      <a:pt x="707" y="573"/>
                    </a:cubicBezTo>
                    <a:lnTo>
                      <a:pt x="632" y="529"/>
                    </a:lnTo>
                    <a:lnTo>
                      <a:pt x="632" y="529"/>
                    </a:lnTo>
                    <a:lnTo>
                      <a:pt x="632" y="528"/>
                    </a:lnTo>
                    <a:cubicBezTo>
                      <a:pt x="649" y="499"/>
                      <a:pt x="661" y="467"/>
                      <a:pt x="667" y="433"/>
                    </a:cubicBezTo>
                    <a:lnTo>
                      <a:pt x="753" y="448"/>
                    </a:lnTo>
                    <a:cubicBezTo>
                      <a:pt x="754" y="437"/>
                      <a:pt x="756" y="427"/>
                      <a:pt x="757" y="415"/>
                    </a:cubicBezTo>
                    <a:lnTo>
                      <a:pt x="758" y="382"/>
                    </a:lnTo>
                    <a:lnTo>
                      <a:pt x="757" y="349"/>
                    </a:lnTo>
                    <a:cubicBezTo>
                      <a:pt x="756" y="338"/>
                      <a:pt x="754" y="327"/>
                      <a:pt x="753" y="316"/>
                    </a:cubicBezTo>
                    <a:lnTo>
                      <a:pt x="667" y="331"/>
                    </a:lnTo>
                    <a:lnTo>
                      <a:pt x="667" y="331"/>
                    </a:lnTo>
                    <a:cubicBezTo>
                      <a:pt x="661" y="298"/>
                      <a:pt x="649" y="266"/>
                      <a:pt x="632" y="237"/>
                    </a:cubicBezTo>
                    <a:cubicBezTo>
                      <a:pt x="632" y="236"/>
                      <a:pt x="632" y="236"/>
                      <a:pt x="632" y="235"/>
                    </a:cubicBezTo>
                    <a:lnTo>
                      <a:pt x="707" y="191"/>
                    </a:lnTo>
                    <a:lnTo>
                      <a:pt x="707" y="191"/>
                    </a:lnTo>
                    <a:lnTo>
                      <a:pt x="706" y="190"/>
                    </a:lnTo>
                    <a:cubicBezTo>
                      <a:pt x="684" y="152"/>
                      <a:pt x="656" y="118"/>
                      <a:pt x="622" y="90"/>
                    </a:cubicBezTo>
                    <a:lnTo>
                      <a:pt x="565" y="157"/>
                    </a:lnTo>
                    <a:lnTo>
                      <a:pt x="565" y="157"/>
                    </a:lnTo>
                    <a:cubicBezTo>
                      <a:pt x="553" y="147"/>
                      <a:pt x="540" y="138"/>
                      <a:pt x="526" y="130"/>
                    </a:cubicBezTo>
                    <a:cubicBezTo>
                      <a:pt x="510" y="121"/>
                      <a:pt x="494" y="113"/>
                      <a:pt x="477" y="107"/>
                    </a:cubicBezTo>
                    <a:lnTo>
                      <a:pt x="507" y="24"/>
                    </a:lnTo>
                    <a:lnTo>
                      <a:pt x="507" y="24"/>
                    </a:lnTo>
                    <a:cubicBezTo>
                      <a:pt x="465" y="8"/>
                      <a:pt x="421" y="0"/>
                      <a:pt x="376" y="0"/>
                    </a:cubicBezTo>
                    <a:lnTo>
                      <a:pt x="376" y="91"/>
                    </a:lnTo>
                    <a:lnTo>
                      <a:pt x="376" y="91"/>
                    </a:lnTo>
                    <a:cubicBezTo>
                      <a:pt x="342" y="91"/>
                      <a:pt x="309" y="97"/>
                      <a:pt x="277" y="109"/>
                    </a:cubicBezTo>
                    <a:lnTo>
                      <a:pt x="246" y="24"/>
                    </a:lnTo>
                    <a:lnTo>
                      <a:pt x="246" y="24"/>
                    </a:lnTo>
                    <a:cubicBezTo>
                      <a:pt x="225" y="31"/>
                      <a:pt x="204" y="41"/>
                      <a:pt x="185" y="52"/>
                    </a:cubicBezTo>
                    <a:cubicBezTo>
                      <a:pt x="166" y="63"/>
                      <a:pt x="148" y="76"/>
                      <a:pt x="131" y="90"/>
                    </a:cubicBezTo>
                    <a:lnTo>
                      <a:pt x="190" y="160"/>
                    </a:lnTo>
                    <a:lnTo>
                      <a:pt x="190" y="160"/>
                    </a:lnTo>
                    <a:cubicBezTo>
                      <a:pt x="165" y="182"/>
                      <a:pt x="143" y="208"/>
                      <a:pt x="126" y="237"/>
                    </a:cubicBezTo>
                    <a:lnTo>
                      <a:pt x="126" y="238"/>
                    </a:lnTo>
                    <a:lnTo>
                      <a:pt x="46" y="191"/>
                    </a:lnTo>
                    <a:lnTo>
                      <a:pt x="46" y="191"/>
                    </a:lnTo>
                    <a:cubicBezTo>
                      <a:pt x="23" y="230"/>
                      <a:pt x="8" y="272"/>
                      <a:pt x="0" y="316"/>
                    </a:cubicBezTo>
                    <a:lnTo>
                      <a:pt x="92" y="332"/>
                    </a:lnTo>
                    <a:lnTo>
                      <a:pt x="92" y="332"/>
                    </a:lnTo>
                    <a:cubicBezTo>
                      <a:pt x="89" y="349"/>
                      <a:pt x="87" y="366"/>
                      <a:pt x="87" y="382"/>
                    </a:cubicBezTo>
                    <a:cubicBezTo>
                      <a:pt x="87" y="399"/>
                      <a:pt x="89" y="416"/>
                      <a:pt x="92" y="433"/>
                    </a:cubicBezTo>
                    <a:lnTo>
                      <a:pt x="0" y="449"/>
                    </a:lnTo>
                    <a:lnTo>
                      <a:pt x="0" y="449"/>
                    </a:lnTo>
                    <a:cubicBezTo>
                      <a:pt x="8" y="492"/>
                      <a:pt x="23" y="535"/>
                      <a:pt x="46" y="573"/>
                    </a:cubicBezTo>
                    <a:lnTo>
                      <a:pt x="126" y="527"/>
                    </a:lnTo>
                    <a:lnTo>
                      <a:pt x="126" y="527"/>
                    </a:lnTo>
                    <a:lnTo>
                      <a:pt x="126" y="528"/>
                    </a:lnTo>
                    <a:cubicBezTo>
                      <a:pt x="143" y="557"/>
                      <a:pt x="165" y="583"/>
                      <a:pt x="190" y="604"/>
                    </a:cubicBezTo>
                    <a:lnTo>
                      <a:pt x="131" y="675"/>
                    </a:lnTo>
                    <a:lnTo>
                      <a:pt x="131" y="675"/>
                    </a:lnTo>
                    <a:cubicBezTo>
                      <a:pt x="148" y="689"/>
                      <a:pt x="166" y="702"/>
                      <a:pt x="185" y="713"/>
                    </a:cubicBezTo>
                    <a:cubicBezTo>
                      <a:pt x="204" y="724"/>
                      <a:pt x="225" y="734"/>
                      <a:pt x="246" y="741"/>
                    </a:cubicBezTo>
                    <a:lnTo>
                      <a:pt x="277" y="656"/>
                    </a:lnTo>
                    <a:lnTo>
                      <a:pt x="277" y="656"/>
                    </a:lnTo>
                    <a:cubicBezTo>
                      <a:pt x="309" y="668"/>
                      <a:pt x="342" y="674"/>
                      <a:pt x="376" y="674"/>
                    </a:cubicBezTo>
                    <a:moveTo>
                      <a:pt x="187" y="382"/>
                    </a:moveTo>
                    <a:lnTo>
                      <a:pt x="187" y="382"/>
                    </a:lnTo>
                    <a:cubicBezTo>
                      <a:pt x="187" y="349"/>
                      <a:pt x="196" y="315"/>
                      <a:pt x="213" y="286"/>
                    </a:cubicBezTo>
                    <a:cubicBezTo>
                      <a:pt x="230" y="257"/>
                      <a:pt x="254" y="233"/>
                      <a:pt x="283" y="216"/>
                    </a:cubicBezTo>
                    <a:cubicBezTo>
                      <a:pt x="312" y="199"/>
                      <a:pt x="345" y="190"/>
                      <a:pt x="379" y="190"/>
                    </a:cubicBezTo>
                    <a:cubicBezTo>
                      <a:pt x="412" y="190"/>
                      <a:pt x="445" y="199"/>
                      <a:pt x="475" y="216"/>
                    </a:cubicBezTo>
                    <a:cubicBezTo>
                      <a:pt x="504" y="233"/>
                      <a:pt x="529" y="257"/>
                      <a:pt x="546" y="286"/>
                    </a:cubicBezTo>
                    <a:cubicBezTo>
                      <a:pt x="563" y="315"/>
                      <a:pt x="572" y="349"/>
                      <a:pt x="572" y="382"/>
                    </a:cubicBezTo>
                    <a:cubicBezTo>
                      <a:pt x="572" y="416"/>
                      <a:pt x="563" y="449"/>
                      <a:pt x="546" y="478"/>
                    </a:cubicBezTo>
                    <a:cubicBezTo>
                      <a:pt x="529" y="508"/>
                      <a:pt x="505" y="532"/>
                      <a:pt x="475" y="549"/>
                    </a:cubicBezTo>
                    <a:cubicBezTo>
                      <a:pt x="446" y="566"/>
                      <a:pt x="413" y="574"/>
                      <a:pt x="379" y="574"/>
                    </a:cubicBezTo>
                    <a:lnTo>
                      <a:pt x="379" y="574"/>
                    </a:lnTo>
                    <a:lnTo>
                      <a:pt x="379" y="574"/>
                    </a:lnTo>
                    <a:cubicBezTo>
                      <a:pt x="346" y="574"/>
                      <a:pt x="312" y="566"/>
                      <a:pt x="283" y="549"/>
                    </a:cubicBezTo>
                    <a:cubicBezTo>
                      <a:pt x="254" y="532"/>
                      <a:pt x="230" y="508"/>
                      <a:pt x="213" y="478"/>
                    </a:cubicBezTo>
                    <a:cubicBezTo>
                      <a:pt x="196" y="449"/>
                      <a:pt x="187" y="416"/>
                      <a:pt x="187" y="3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34"/>
              <p:cNvSpPr/>
              <p:nvPr/>
            </p:nvSpPr>
            <p:spPr>
              <a:xfrm>
                <a:off x="4668132" y="2874738"/>
                <a:ext cx="473086" cy="477362"/>
              </a:xfrm>
              <a:custGeom>
                <a:avLst/>
                <a:gdLst/>
                <a:ahLst/>
                <a:cxnLst/>
                <a:rect l="l" t="t" r="r" b="b"/>
                <a:pathLst>
                  <a:path w="776" h="783" extrusionOk="0">
                    <a:moveTo>
                      <a:pt x="384" y="782"/>
                    </a:moveTo>
                    <a:lnTo>
                      <a:pt x="384" y="782"/>
                    </a:lnTo>
                    <a:cubicBezTo>
                      <a:pt x="383" y="782"/>
                      <a:pt x="381" y="782"/>
                      <a:pt x="380" y="781"/>
                    </a:cubicBezTo>
                    <a:cubicBezTo>
                      <a:pt x="378" y="781"/>
                      <a:pt x="379" y="780"/>
                      <a:pt x="378" y="779"/>
                    </a:cubicBezTo>
                    <a:lnTo>
                      <a:pt x="378" y="779"/>
                    </a:lnTo>
                    <a:lnTo>
                      <a:pt x="377" y="778"/>
                    </a:lnTo>
                    <a:cubicBezTo>
                      <a:pt x="376" y="776"/>
                      <a:pt x="376" y="775"/>
                      <a:pt x="376" y="773"/>
                    </a:cubicBezTo>
                    <a:lnTo>
                      <a:pt x="376" y="773"/>
                    </a:lnTo>
                    <a:lnTo>
                      <a:pt x="376" y="691"/>
                    </a:lnTo>
                    <a:lnTo>
                      <a:pt x="376" y="691"/>
                    </a:lnTo>
                    <a:cubicBezTo>
                      <a:pt x="347" y="690"/>
                      <a:pt x="318" y="685"/>
                      <a:pt x="290" y="675"/>
                    </a:cubicBezTo>
                    <a:lnTo>
                      <a:pt x="262" y="753"/>
                    </a:lnTo>
                    <a:lnTo>
                      <a:pt x="262" y="753"/>
                    </a:lnTo>
                    <a:cubicBezTo>
                      <a:pt x="261" y="753"/>
                      <a:pt x="261" y="754"/>
                      <a:pt x="261" y="754"/>
                    </a:cubicBezTo>
                    <a:cubicBezTo>
                      <a:pt x="260" y="756"/>
                      <a:pt x="259" y="756"/>
                      <a:pt x="258" y="757"/>
                    </a:cubicBezTo>
                    <a:cubicBezTo>
                      <a:pt x="257" y="758"/>
                      <a:pt x="255" y="758"/>
                      <a:pt x="254" y="758"/>
                    </a:cubicBezTo>
                    <a:cubicBezTo>
                      <a:pt x="253" y="758"/>
                      <a:pt x="252" y="758"/>
                      <a:pt x="251" y="757"/>
                    </a:cubicBezTo>
                    <a:lnTo>
                      <a:pt x="251" y="757"/>
                    </a:lnTo>
                    <a:cubicBezTo>
                      <a:pt x="229" y="750"/>
                      <a:pt x="208" y="741"/>
                      <a:pt x="189" y="729"/>
                    </a:cubicBezTo>
                    <a:cubicBezTo>
                      <a:pt x="169" y="718"/>
                      <a:pt x="151" y="704"/>
                      <a:pt x="133" y="690"/>
                    </a:cubicBezTo>
                    <a:lnTo>
                      <a:pt x="133" y="690"/>
                    </a:lnTo>
                    <a:cubicBezTo>
                      <a:pt x="133" y="689"/>
                      <a:pt x="131" y="690"/>
                      <a:pt x="131" y="688"/>
                    </a:cubicBezTo>
                    <a:cubicBezTo>
                      <a:pt x="130" y="687"/>
                      <a:pt x="130" y="685"/>
                      <a:pt x="130" y="683"/>
                    </a:cubicBezTo>
                    <a:cubicBezTo>
                      <a:pt x="130" y="682"/>
                      <a:pt x="130" y="681"/>
                      <a:pt x="131" y="679"/>
                    </a:cubicBezTo>
                    <a:lnTo>
                      <a:pt x="132" y="678"/>
                    </a:lnTo>
                    <a:lnTo>
                      <a:pt x="186" y="614"/>
                    </a:lnTo>
                    <a:lnTo>
                      <a:pt x="186" y="614"/>
                    </a:lnTo>
                    <a:cubicBezTo>
                      <a:pt x="165" y="594"/>
                      <a:pt x="146" y="572"/>
                      <a:pt x="131" y="547"/>
                    </a:cubicBezTo>
                    <a:lnTo>
                      <a:pt x="58" y="589"/>
                    </a:lnTo>
                    <a:lnTo>
                      <a:pt x="58" y="589"/>
                    </a:lnTo>
                    <a:cubicBezTo>
                      <a:pt x="57" y="590"/>
                      <a:pt x="55" y="590"/>
                      <a:pt x="54" y="590"/>
                    </a:cubicBezTo>
                    <a:cubicBezTo>
                      <a:pt x="52" y="590"/>
                      <a:pt x="50" y="590"/>
                      <a:pt x="49" y="589"/>
                    </a:cubicBezTo>
                    <a:cubicBezTo>
                      <a:pt x="47" y="588"/>
                      <a:pt x="47" y="587"/>
                      <a:pt x="46" y="586"/>
                    </a:cubicBezTo>
                    <a:lnTo>
                      <a:pt x="46" y="586"/>
                    </a:lnTo>
                    <a:lnTo>
                      <a:pt x="46" y="586"/>
                    </a:lnTo>
                    <a:cubicBezTo>
                      <a:pt x="24" y="547"/>
                      <a:pt x="8" y="503"/>
                      <a:pt x="0" y="459"/>
                    </a:cubicBezTo>
                    <a:lnTo>
                      <a:pt x="0" y="459"/>
                    </a:lnTo>
                    <a:cubicBezTo>
                      <a:pt x="0" y="458"/>
                      <a:pt x="0" y="458"/>
                      <a:pt x="0" y="457"/>
                    </a:cubicBezTo>
                    <a:cubicBezTo>
                      <a:pt x="0" y="456"/>
                      <a:pt x="0" y="454"/>
                      <a:pt x="1" y="453"/>
                    </a:cubicBezTo>
                    <a:lnTo>
                      <a:pt x="1" y="452"/>
                    </a:lnTo>
                    <a:lnTo>
                      <a:pt x="1" y="452"/>
                    </a:lnTo>
                    <a:cubicBezTo>
                      <a:pt x="2" y="451"/>
                      <a:pt x="3" y="451"/>
                      <a:pt x="4" y="450"/>
                    </a:cubicBezTo>
                    <a:cubicBezTo>
                      <a:pt x="5" y="450"/>
                      <a:pt x="6" y="449"/>
                      <a:pt x="7" y="449"/>
                    </a:cubicBezTo>
                    <a:lnTo>
                      <a:pt x="90" y="434"/>
                    </a:lnTo>
                    <a:lnTo>
                      <a:pt x="90" y="434"/>
                    </a:lnTo>
                    <a:cubicBezTo>
                      <a:pt x="88" y="420"/>
                      <a:pt x="87" y="406"/>
                      <a:pt x="87" y="391"/>
                    </a:cubicBezTo>
                    <a:cubicBezTo>
                      <a:pt x="87" y="377"/>
                      <a:pt x="88" y="362"/>
                      <a:pt x="90" y="348"/>
                    </a:cubicBezTo>
                    <a:lnTo>
                      <a:pt x="7" y="333"/>
                    </a:lnTo>
                    <a:lnTo>
                      <a:pt x="7" y="333"/>
                    </a:lnTo>
                    <a:cubicBezTo>
                      <a:pt x="6" y="333"/>
                      <a:pt x="5" y="333"/>
                      <a:pt x="4" y="332"/>
                    </a:cubicBezTo>
                    <a:cubicBezTo>
                      <a:pt x="3" y="332"/>
                      <a:pt x="2" y="331"/>
                      <a:pt x="1" y="330"/>
                    </a:cubicBezTo>
                    <a:lnTo>
                      <a:pt x="1" y="330"/>
                    </a:lnTo>
                    <a:cubicBezTo>
                      <a:pt x="1" y="329"/>
                      <a:pt x="1" y="329"/>
                      <a:pt x="1" y="329"/>
                    </a:cubicBezTo>
                    <a:cubicBezTo>
                      <a:pt x="0" y="328"/>
                      <a:pt x="0" y="326"/>
                      <a:pt x="0" y="325"/>
                    </a:cubicBezTo>
                    <a:cubicBezTo>
                      <a:pt x="0" y="324"/>
                      <a:pt x="0" y="324"/>
                      <a:pt x="0" y="323"/>
                    </a:cubicBezTo>
                    <a:lnTo>
                      <a:pt x="0" y="323"/>
                    </a:lnTo>
                    <a:cubicBezTo>
                      <a:pt x="8" y="279"/>
                      <a:pt x="24" y="235"/>
                      <a:pt x="46" y="196"/>
                    </a:cubicBezTo>
                    <a:lnTo>
                      <a:pt x="46" y="196"/>
                    </a:lnTo>
                    <a:cubicBezTo>
                      <a:pt x="47" y="195"/>
                      <a:pt x="48" y="194"/>
                      <a:pt x="49" y="193"/>
                    </a:cubicBezTo>
                    <a:cubicBezTo>
                      <a:pt x="51" y="192"/>
                      <a:pt x="52" y="192"/>
                      <a:pt x="54" y="192"/>
                    </a:cubicBezTo>
                    <a:cubicBezTo>
                      <a:pt x="55" y="192"/>
                      <a:pt x="57" y="192"/>
                      <a:pt x="58" y="193"/>
                    </a:cubicBezTo>
                    <a:lnTo>
                      <a:pt x="131" y="235"/>
                    </a:lnTo>
                    <a:lnTo>
                      <a:pt x="131" y="235"/>
                    </a:lnTo>
                    <a:cubicBezTo>
                      <a:pt x="146" y="210"/>
                      <a:pt x="165" y="188"/>
                      <a:pt x="186" y="168"/>
                    </a:cubicBezTo>
                    <a:lnTo>
                      <a:pt x="132" y="104"/>
                    </a:lnTo>
                    <a:lnTo>
                      <a:pt x="132" y="104"/>
                    </a:lnTo>
                    <a:cubicBezTo>
                      <a:pt x="132" y="104"/>
                      <a:pt x="131" y="104"/>
                      <a:pt x="131" y="103"/>
                    </a:cubicBezTo>
                    <a:cubicBezTo>
                      <a:pt x="130" y="102"/>
                      <a:pt x="130" y="100"/>
                      <a:pt x="130" y="99"/>
                    </a:cubicBezTo>
                    <a:cubicBezTo>
                      <a:pt x="130" y="98"/>
                      <a:pt x="130" y="98"/>
                      <a:pt x="130" y="98"/>
                    </a:cubicBezTo>
                    <a:lnTo>
                      <a:pt x="130" y="98"/>
                    </a:lnTo>
                    <a:cubicBezTo>
                      <a:pt x="130" y="97"/>
                      <a:pt x="130" y="95"/>
                      <a:pt x="131" y="94"/>
                    </a:cubicBezTo>
                    <a:cubicBezTo>
                      <a:pt x="131" y="94"/>
                      <a:pt x="133" y="93"/>
                      <a:pt x="133" y="92"/>
                    </a:cubicBezTo>
                    <a:lnTo>
                      <a:pt x="133" y="92"/>
                    </a:lnTo>
                    <a:cubicBezTo>
                      <a:pt x="151" y="78"/>
                      <a:pt x="169" y="65"/>
                      <a:pt x="189" y="53"/>
                    </a:cubicBezTo>
                    <a:cubicBezTo>
                      <a:pt x="208" y="42"/>
                      <a:pt x="229" y="32"/>
                      <a:pt x="251" y="25"/>
                    </a:cubicBezTo>
                    <a:lnTo>
                      <a:pt x="251" y="25"/>
                    </a:lnTo>
                    <a:cubicBezTo>
                      <a:pt x="252" y="24"/>
                      <a:pt x="253" y="24"/>
                      <a:pt x="254" y="24"/>
                    </a:cubicBezTo>
                    <a:cubicBezTo>
                      <a:pt x="255" y="24"/>
                      <a:pt x="257" y="24"/>
                      <a:pt x="258" y="25"/>
                    </a:cubicBezTo>
                    <a:cubicBezTo>
                      <a:pt x="259" y="26"/>
                      <a:pt x="260" y="27"/>
                      <a:pt x="261" y="28"/>
                    </a:cubicBezTo>
                    <a:cubicBezTo>
                      <a:pt x="261" y="29"/>
                      <a:pt x="261" y="29"/>
                      <a:pt x="262" y="29"/>
                    </a:cubicBezTo>
                    <a:lnTo>
                      <a:pt x="290" y="107"/>
                    </a:lnTo>
                    <a:lnTo>
                      <a:pt x="290" y="107"/>
                    </a:lnTo>
                    <a:cubicBezTo>
                      <a:pt x="318" y="97"/>
                      <a:pt x="347" y="92"/>
                      <a:pt x="376" y="91"/>
                    </a:cubicBezTo>
                    <a:lnTo>
                      <a:pt x="376" y="9"/>
                    </a:lnTo>
                    <a:lnTo>
                      <a:pt x="376" y="9"/>
                    </a:lnTo>
                    <a:lnTo>
                      <a:pt x="376" y="9"/>
                    </a:lnTo>
                    <a:cubicBezTo>
                      <a:pt x="376" y="7"/>
                      <a:pt x="376" y="6"/>
                      <a:pt x="377" y="4"/>
                    </a:cubicBezTo>
                    <a:lnTo>
                      <a:pt x="378" y="3"/>
                    </a:lnTo>
                    <a:lnTo>
                      <a:pt x="378" y="3"/>
                    </a:lnTo>
                    <a:cubicBezTo>
                      <a:pt x="379" y="2"/>
                      <a:pt x="378" y="2"/>
                      <a:pt x="380" y="1"/>
                    </a:cubicBezTo>
                    <a:cubicBezTo>
                      <a:pt x="381" y="1"/>
                      <a:pt x="383" y="0"/>
                      <a:pt x="384" y="0"/>
                    </a:cubicBezTo>
                    <a:lnTo>
                      <a:pt x="384" y="0"/>
                    </a:lnTo>
                    <a:lnTo>
                      <a:pt x="384" y="0"/>
                    </a:lnTo>
                    <a:cubicBezTo>
                      <a:pt x="430" y="0"/>
                      <a:pt x="475" y="9"/>
                      <a:pt x="518" y="24"/>
                    </a:cubicBezTo>
                    <a:lnTo>
                      <a:pt x="518" y="24"/>
                    </a:lnTo>
                    <a:cubicBezTo>
                      <a:pt x="518" y="24"/>
                      <a:pt x="517" y="25"/>
                      <a:pt x="519" y="25"/>
                    </a:cubicBezTo>
                    <a:cubicBezTo>
                      <a:pt x="520" y="26"/>
                      <a:pt x="521" y="27"/>
                      <a:pt x="522" y="28"/>
                    </a:cubicBezTo>
                    <a:cubicBezTo>
                      <a:pt x="523" y="30"/>
                      <a:pt x="523" y="30"/>
                      <a:pt x="523" y="32"/>
                    </a:cubicBezTo>
                    <a:cubicBezTo>
                      <a:pt x="523" y="33"/>
                      <a:pt x="523" y="34"/>
                      <a:pt x="523" y="35"/>
                    </a:cubicBezTo>
                    <a:lnTo>
                      <a:pt x="495" y="111"/>
                    </a:lnTo>
                    <a:lnTo>
                      <a:pt x="495" y="111"/>
                    </a:lnTo>
                    <a:cubicBezTo>
                      <a:pt x="509" y="116"/>
                      <a:pt x="523" y="123"/>
                      <a:pt x="537" y="131"/>
                    </a:cubicBezTo>
                    <a:cubicBezTo>
                      <a:pt x="549" y="138"/>
                      <a:pt x="561" y="145"/>
                      <a:pt x="572" y="154"/>
                    </a:cubicBezTo>
                    <a:lnTo>
                      <a:pt x="623" y="93"/>
                    </a:lnTo>
                    <a:lnTo>
                      <a:pt x="623" y="93"/>
                    </a:lnTo>
                    <a:cubicBezTo>
                      <a:pt x="624" y="92"/>
                      <a:pt x="624" y="92"/>
                      <a:pt x="625" y="91"/>
                    </a:cubicBezTo>
                    <a:cubicBezTo>
                      <a:pt x="626" y="90"/>
                      <a:pt x="628" y="90"/>
                      <a:pt x="630" y="90"/>
                    </a:cubicBezTo>
                    <a:cubicBezTo>
                      <a:pt x="631" y="90"/>
                      <a:pt x="632" y="90"/>
                      <a:pt x="634" y="91"/>
                    </a:cubicBezTo>
                    <a:lnTo>
                      <a:pt x="635" y="92"/>
                    </a:lnTo>
                    <a:lnTo>
                      <a:pt x="635" y="92"/>
                    </a:lnTo>
                    <a:cubicBezTo>
                      <a:pt x="670" y="121"/>
                      <a:pt x="699" y="155"/>
                      <a:pt x="721" y="194"/>
                    </a:cubicBezTo>
                    <a:cubicBezTo>
                      <a:pt x="722" y="195"/>
                      <a:pt x="722" y="195"/>
                      <a:pt x="722" y="196"/>
                    </a:cubicBezTo>
                    <a:lnTo>
                      <a:pt x="722" y="196"/>
                    </a:lnTo>
                    <a:cubicBezTo>
                      <a:pt x="723" y="197"/>
                      <a:pt x="723" y="199"/>
                      <a:pt x="723" y="200"/>
                    </a:cubicBezTo>
                    <a:cubicBezTo>
                      <a:pt x="723" y="201"/>
                      <a:pt x="722" y="203"/>
                      <a:pt x="722" y="204"/>
                    </a:cubicBezTo>
                    <a:cubicBezTo>
                      <a:pt x="720" y="206"/>
                      <a:pt x="720" y="207"/>
                      <a:pt x="719" y="207"/>
                    </a:cubicBezTo>
                    <a:lnTo>
                      <a:pt x="651" y="247"/>
                    </a:lnTo>
                    <a:lnTo>
                      <a:pt x="651" y="247"/>
                    </a:lnTo>
                    <a:cubicBezTo>
                      <a:pt x="665" y="273"/>
                      <a:pt x="675" y="301"/>
                      <a:pt x="681" y="330"/>
                    </a:cubicBezTo>
                    <a:lnTo>
                      <a:pt x="759" y="316"/>
                    </a:lnTo>
                    <a:lnTo>
                      <a:pt x="759" y="316"/>
                    </a:lnTo>
                    <a:lnTo>
                      <a:pt x="760" y="316"/>
                    </a:lnTo>
                    <a:cubicBezTo>
                      <a:pt x="762" y="316"/>
                      <a:pt x="762" y="318"/>
                      <a:pt x="764" y="318"/>
                    </a:cubicBezTo>
                    <a:cubicBezTo>
                      <a:pt x="765" y="319"/>
                      <a:pt x="765" y="318"/>
                      <a:pt x="765" y="318"/>
                    </a:cubicBezTo>
                    <a:lnTo>
                      <a:pt x="765" y="318"/>
                    </a:lnTo>
                    <a:cubicBezTo>
                      <a:pt x="766" y="319"/>
                      <a:pt x="766" y="320"/>
                      <a:pt x="767" y="320"/>
                    </a:cubicBezTo>
                    <a:cubicBezTo>
                      <a:pt x="767" y="322"/>
                      <a:pt x="768" y="323"/>
                      <a:pt x="768" y="324"/>
                    </a:cubicBezTo>
                    <a:cubicBezTo>
                      <a:pt x="769" y="327"/>
                      <a:pt x="769" y="331"/>
                      <a:pt x="770" y="334"/>
                    </a:cubicBezTo>
                    <a:lnTo>
                      <a:pt x="770" y="334"/>
                    </a:lnTo>
                    <a:cubicBezTo>
                      <a:pt x="771" y="342"/>
                      <a:pt x="772" y="349"/>
                      <a:pt x="773" y="357"/>
                    </a:cubicBezTo>
                    <a:lnTo>
                      <a:pt x="775" y="391"/>
                    </a:lnTo>
                    <a:lnTo>
                      <a:pt x="773" y="424"/>
                    </a:lnTo>
                    <a:lnTo>
                      <a:pt x="773" y="424"/>
                    </a:lnTo>
                    <a:cubicBezTo>
                      <a:pt x="772" y="432"/>
                      <a:pt x="771" y="440"/>
                      <a:pt x="770" y="448"/>
                    </a:cubicBezTo>
                    <a:cubicBezTo>
                      <a:pt x="769" y="451"/>
                      <a:pt x="769" y="455"/>
                      <a:pt x="768" y="458"/>
                    </a:cubicBezTo>
                    <a:lnTo>
                      <a:pt x="768" y="458"/>
                    </a:lnTo>
                    <a:cubicBezTo>
                      <a:pt x="768" y="459"/>
                      <a:pt x="767" y="460"/>
                      <a:pt x="767" y="461"/>
                    </a:cubicBezTo>
                    <a:cubicBezTo>
                      <a:pt x="766" y="463"/>
                      <a:pt x="765" y="464"/>
                      <a:pt x="764" y="464"/>
                    </a:cubicBezTo>
                    <a:cubicBezTo>
                      <a:pt x="762" y="465"/>
                      <a:pt x="762" y="466"/>
                      <a:pt x="760" y="466"/>
                    </a:cubicBezTo>
                    <a:lnTo>
                      <a:pt x="759" y="465"/>
                    </a:lnTo>
                    <a:lnTo>
                      <a:pt x="681" y="452"/>
                    </a:lnTo>
                    <a:lnTo>
                      <a:pt x="681" y="452"/>
                    </a:lnTo>
                    <a:cubicBezTo>
                      <a:pt x="675" y="481"/>
                      <a:pt x="665" y="509"/>
                      <a:pt x="651" y="535"/>
                    </a:cubicBezTo>
                    <a:lnTo>
                      <a:pt x="719" y="575"/>
                    </a:lnTo>
                    <a:lnTo>
                      <a:pt x="719" y="575"/>
                    </a:lnTo>
                    <a:cubicBezTo>
                      <a:pt x="720" y="575"/>
                      <a:pt x="720" y="577"/>
                      <a:pt x="722" y="578"/>
                    </a:cubicBezTo>
                    <a:cubicBezTo>
                      <a:pt x="722" y="580"/>
                      <a:pt x="723" y="580"/>
                      <a:pt x="723" y="582"/>
                    </a:cubicBezTo>
                    <a:cubicBezTo>
                      <a:pt x="723" y="583"/>
                      <a:pt x="723" y="585"/>
                      <a:pt x="722" y="586"/>
                    </a:cubicBezTo>
                    <a:lnTo>
                      <a:pt x="722" y="586"/>
                    </a:lnTo>
                    <a:cubicBezTo>
                      <a:pt x="722" y="586"/>
                      <a:pt x="722" y="587"/>
                      <a:pt x="721" y="587"/>
                    </a:cubicBezTo>
                    <a:cubicBezTo>
                      <a:pt x="699" y="626"/>
                      <a:pt x="670" y="661"/>
                      <a:pt x="635" y="690"/>
                    </a:cubicBezTo>
                    <a:lnTo>
                      <a:pt x="635" y="690"/>
                    </a:lnTo>
                    <a:lnTo>
                      <a:pt x="634" y="691"/>
                    </a:lnTo>
                    <a:cubicBezTo>
                      <a:pt x="633" y="691"/>
                      <a:pt x="631" y="692"/>
                      <a:pt x="630" y="692"/>
                    </a:cubicBezTo>
                    <a:cubicBezTo>
                      <a:pt x="628" y="692"/>
                      <a:pt x="626" y="692"/>
                      <a:pt x="625" y="691"/>
                    </a:cubicBezTo>
                    <a:cubicBezTo>
                      <a:pt x="624" y="691"/>
                      <a:pt x="624" y="690"/>
                      <a:pt x="623" y="689"/>
                    </a:cubicBezTo>
                    <a:lnTo>
                      <a:pt x="572" y="628"/>
                    </a:lnTo>
                    <a:lnTo>
                      <a:pt x="572" y="628"/>
                    </a:lnTo>
                    <a:cubicBezTo>
                      <a:pt x="561" y="636"/>
                      <a:pt x="549" y="644"/>
                      <a:pt x="537" y="651"/>
                    </a:cubicBezTo>
                    <a:cubicBezTo>
                      <a:pt x="523" y="659"/>
                      <a:pt x="509" y="666"/>
                      <a:pt x="495" y="671"/>
                    </a:cubicBezTo>
                    <a:lnTo>
                      <a:pt x="523" y="747"/>
                    </a:lnTo>
                    <a:lnTo>
                      <a:pt x="523" y="747"/>
                    </a:lnTo>
                    <a:cubicBezTo>
                      <a:pt x="523" y="748"/>
                      <a:pt x="523" y="749"/>
                      <a:pt x="523" y="750"/>
                    </a:cubicBezTo>
                    <a:cubicBezTo>
                      <a:pt x="523" y="751"/>
                      <a:pt x="523" y="753"/>
                      <a:pt x="522" y="754"/>
                    </a:cubicBezTo>
                    <a:cubicBezTo>
                      <a:pt x="521" y="755"/>
                      <a:pt x="520" y="756"/>
                      <a:pt x="519" y="757"/>
                    </a:cubicBezTo>
                    <a:lnTo>
                      <a:pt x="518" y="758"/>
                    </a:lnTo>
                    <a:lnTo>
                      <a:pt x="518" y="758"/>
                    </a:lnTo>
                    <a:cubicBezTo>
                      <a:pt x="475" y="773"/>
                      <a:pt x="430" y="781"/>
                      <a:pt x="384" y="782"/>
                    </a:cubicBezTo>
                    <a:moveTo>
                      <a:pt x="285" y="656"/>
                    </a:moveTo>
                    <a:lnTo>
                      <a:pt x="285" y="656"/>
                    </a:lnTo>
                    <a:cubicBezTo>
                      <a:pt x="286" y="656"/>
                      <a:pt x="287" y="656"/>
                      <a:pt x="288" y="657"/>
                    </a:cubicBezTo>
                    <a:lnTo>
                      <a:pt x="288" y="657"/>
                    </a:lnTo>
                    <a:cubicBezTo>
                      <a:pt x="319" y="668"/>
                      <a:pt x="351" y="674"/>
                      <a:pt x="384" y="675"/>
                    </a:cubicBezTo>
                    <a:lnTo>
                      <a:pt x="384" y="675"/>
                    </a:lnTo>
                    <a:cubicBezTo>
                      <a:pt x="386" y="675"/>
                      <a:pt x="386" y="676"/>
                      <a:pt x="388" y="676"/>
                    </a:cubicBezTo>
                    <a:cubicBezTo>
                      <a:pt x="390" y="677"/>
                      <a:pt x="390" y="678"/>
                      <a:pt x="391" y="679"/>
                    </a:cubicBezTo>
                    <a:cubicBezTo>
                      <a:pt x="391" y="681"/>
                      <a:pt x="393" y="681"/>
                      <a:pt x="393" y="683"/>
                    </a:cubicBezTo>
                    <a:lnTo>
                      <a:pt x="393" y="683"/>
                    </a:lnTo>
                    <a:lnTo>
                      <a:pt x="393" y="765"/>
                    </a:lnTo>
                    <a:lnTo>
                      <a:pt x="393" y="765"/>
                    </a:lnTo>
                    <a:cubicBezTo>
                      <a:pt x="431" y="764"/>
                      <a:pt x="468" y="757"/>
                      <a:pt x="504" y="745"/>
                    </a:cubicBezTo>
                    <a:lnTo>
                      <a:pt x="476" y="669"/>
                    </a:lnTo>
                    <a:lnTo>
                      <a:pt x="476" y="669"/>
                    </a:lnTo>
                    <a:cubicBezTo>
                      <a:pt x="476" y="668"/>
                      <a:pt x="476" y="667"/>
                      <a:pt x="476" y="666"/>
                    </a:cubicBezTo>
                    <a:cubicBezTo>
                      <a:pt x="476" y="665"/>
                      <a:pt x="476" y="664"/>
                      <a:pt x="477" y="663"/>
                    </a:cubicBezTo>
                    <a:lnTo>
                      <a:pt x="477" y="663"/>
                    </a:lnTo>
                    <a:lnTo>
                      <a:pt x="477" y="662"/>
                    </a:lnTo>
                    <a:cubicBezTo>
                      <a:pt x="478" y="661"/>
                      <a:pt x="478" y="660"/>
                      <a:pt x="480" y="659"/>
                    </a:cubicBezTo>
                    <a:cubicBezTo>
                      <a:pt x="481" y="659"/>
                      <a:pt x="481" y="659"/>
                      <a:pt x="482" y="659"/>
                    </a:cubicBezTo>
                    <a:lnTo>
                      <a:pt x="482" y="659"/>
                    </a:lnTo>
                    <a:cubicBezTo>
                      <a:pt x="498" y="653"/>
                      <a:pt x="514" y="646"/>
                      <a:pt x="530" y="637"/>
                    </a:cubicBezTo>
                    <a:cubicBezTo>
                      <a:pt x="543" y="630"/>
                      <a:pt x="556" y="620"/>
                      <a:pt x="568" y="610"/>
                    </a:cubicBezTo>
                    <a:lnTo>
                      <a:pt x="568" y="610"/>
                    </a:lnTo>
                    <a:cubicBezTo>
                      <a:pt x="568" y="610"/>
                      <a:pt x="568" y="609"/>
                      <a:pt x="569" y="609"/>
                    </a:cubicBezTo>
                    <a:cubicBezTo>
                      <a:pt x="570" y="609"/>
                      <a:pt x="571" y="608"/>
                      <a:pt x="573" y="608"/>
                    </a:cubicBezTo>
                    <a:cubicBezTo>
                      <a:pt x="574" y="608"/>
                      <a:pt x="576" y="609"/>
                      <a:pt x="577" y="609"/>
                    </a:cubicBezTo>
                    <a:cubicBezTo>
                      <a:pt x="578" y="610"/>
                      <a:pt x="579" y="610"/>
                      <a:pt x="580" y="611"/>
                    </a:cubicBezTo>
                    <a:lnTo>
                      <a:pt x="631" y="672"/>
                    </a:lnTo>
                    <a:lnTo>
                      <a:pt x="631" y="672"/>
                    </a:lnTo>
                    <a:cubicBezTo>
                      <a:pt x="659" y="647"/>
                      <a:pt x="684" y="618"/>
                      <a:pt x="704" y="585"/>
                    </a:cubicBezTo>
                    <a:lnTo>
                      <a:pt x="635" y="546"/>
                    </a:lnTo>
                    <a:lnTo>
                      <a:pt x="635" y="546"/>
                    </a:lnTo>
                    <a:lnTo>
                      <a:pt x="635" y="546"/>
                    </a:lnTo>
                    <a:cubicBezTo>
                      <a:pt x="634" y="545"/>
                      <a:pt x="632" y="545"/>
                      <a:pt x="632" y="543"/>
                    </a:cubicBezTo>
                    <a:cubicBezTo>
                      <a:pt x="631" y="543"/>
                      <a:pt x="632" y="541"/>
                      <a:pt x="631" y="541"/>
                    </a:cubicBezTo>
                    <a:lnTo>
                      <a:pt x="631" y="541"/>
                    </a:lnTo>
                    <a:cubicBezTo>
                      <a:pt x="631" y="540"/>
                      <a:pt x="631" y="539"/>
                      <a:pt x="631" y="539"/>
                    </a:cubicBezTo>
                    <a:cubicBezTo>
                      <a:pt x="631" y="537"/>
                      <a:pt x="631" y="536"/>
                      <a:pt x="632" y="534"/>
                    </a:cubicBezTo>
                    <a:lnTo>
                      <a:pt x="632" y="534"/>
                    </a:lnTo>
                    <a:cubicBezTo>
                      <a:pt x="632" y="534"/>
                      <a:pt x="633" y="534"/>
                      <a:pt x="633" y="533"/>
                    </a:cubicBezTo>
                    <a:cubicBezTo>
                      <a:pt x="649" y="505"/>
                      <a:pt x="661" y="474"/>
                      <a:pt x="666" y="441"/>
                    </a:cubicBezTo>
                    <a:lnTo>
                      <a:pt x="666" y="441"/>
                    </a:lnTo>
                    <a:cubicBezTo>
                      <a:pt x="666" y="440"/>
                      <a:pt x="666" y="439"/>
                      <a:pt x="667" y="438"/>
                    </a:cubicBezTo>
                    <a:cubicBezTo>
                      <a:pt x="667" y="437"/>
                      <a:pt x="669" y="436"/>
                      <a:pt x="670" y="436"/>
                    </a:cubicBezTo>
                    <a:lnTo>
                      <a:pt x="670" y="436"/>
                    </a:lnTo>
                    <a:lnTo>
                      <a:pt x="670" y="435"/>
                    </a:lnTo>
                    <a:cubicBezTo>
                      <a:pt x="672" y="435"/>
                      <a:pt x="673" y="434"/>
                      <a:pt x="674" y="434"/>
                    </a:cubicBezTo>
                    <a:cubicBezTo>
                      <a:pt x="675" y="434"/>
                      <a:pt x="675" y="434"/>
                      <a:pt x="676" y="434"/>
                    </a:cubicBezTo>
                    <a:lnTo>
                      <a:pt x="753" y="448"/>
                    </a:lnTo>
                    <a:cubicBezTo>
                      <a:pt x="753" y="447"/>
                      <a:pt x="754" y="446"/>
                      <a:pt x="754" y="446"/>
                    </a:cubicBezTo>
                    <a:lnTo>
                      <a:pt x="754" y="446"/>
                    </a:lnTo>
                    <a:cubicBezTo>
                      <a:pt x="755" y="439"/>
                      <a:pt x="756" y="431"/>
                      <a:pt x="757" y="424"/>
                    </a:cubicBezTo>
                    <a:lnTo>
                      <a:pt x="758" y="391"/>
                    </a:lnTo>
                    <a:lnTo>
                      <a:pt x="757" y="359"/>
                    </a:lnTo>
                    <a:lnTo>
                      <a:pt x="757" y="359"/>
                    </a:lnTo>
                    <a:cubicBezTo>
                      <a:pt x="756" y="351"/>
                      <a:pt x="755" y="344"/>
                      <a:pt x="754" y="337"/>
                    </a:cubicBezTo>
                    <a:cubicBezTo>
                      <a:pt x="754" y="336"/>
                      <a:pt x="754" y="336"/>
                      <a:pt x="753" y="335"/>
                    </a:cubicBezTo>
                    <a:lnTo>
                      <a:pt x="676" y="348"/>
                    </a:lnTo>
                    <a:lnTo>
                      <a:pt x="676" y="348"/>
                    </a:lnTo>
                    <a:cubicBezTo>
                      <a:pt x="675" y="349"/>
                      <a:pt x="675" y="349"/>
                      <a:pt x="674" y="349"/>
                    </a:cubicBezTo>
                    <a:cubicBezTo>
                      <a:pt x="673" y="349"/>
                      <a:pt x="672" y="348"/>
                      <a:pt x="670" y="347"/>
                    </a:cubicBezTo>
                    <a:lnTo>
                      <a:pt x="670" y="347"/>
                    </a:lnTo>
                    <a:lnTo>
                      <a:pt x="670" y="347"/>
                    </a:lnTo>
                    <a:cubicBezTo>
                      <a:pt x="669" y="346"/>
                      <a:pt x="668" y="345"/>
                      <a:pt x="667" y="344"/>
                    </a:cubicBezTo>
                    <a:cubicBezTo>
                      <a:pt x="667" y="344"/>
                      <a:pt x="666" y="343"/>
                      <a:pt x="666" y="342"/>
                    </a:cubicBezTo>
                    <a:lnTo>
                      <a:pt x="666" y="342"/>
                    </a:lnTo>
                    <a:cubicBezTo>
                      <a:pt x="661" y="309"/>
                      <a:pt x="649" y="278"/>
                      <a:pt x="633" y="250"/>
                    </a:cubicBezTo>
                    <a:cubicBezTo>
                      <a:pt x="633" y="249"/>
                      <a:pt x="632" y="249"/>
                      <a:pt x="632" y="248"/>
                    </a:cubicBezTo>
                    <a:lnTo>
                      <a:pt x="632" y="248"/>
                    </a:lnTo>
                    <a:cubicBezTo>
                      <a:pt x="631" y="247"/>
                      <a:pt x="631" y="246"/>
                      <a:pt x="631" y="244"/>
                    </a:cubicBezTo>
                    <a:cubicBezTo>
                      <a:pt x="631" y="243"/>
                      <a:pt x="631" y="243"/>
                      <a:pt x="631" y="242"/>
                    </a:cubicBezTo>
                    <a:lnTo>
                      <a:pt x="631" y="242"/>
                    </a:lnTo>
                    <a:cubicBezTo>
                      <a:pt x="632" y="241"/>
                      <a:pt x="631" y="241"/>
                      <a:pt x="632" y="240"/>
                    </a:cubicBezTo>
                    <a:cubicBezTo>
                      <a:pt x="632" y="239"/>
                      <a:pt x="634" y="238"/>
                      <a:pt x="635" y="237"/>
                    </a:cubicBezTo>
                    <a:lnTo>
                      <a:pt x="635" y="237"/>
                    </a:lnTo>
                    <a:lnTo>
                      <a:pt x="704" y="197"/>
                    </a:lnTo>
                    <a:lnTo>
                      <a:pt x="704" y="197"/>
                    </a:lnTo>
                    <a:cubicBezTo>
                      <a:pt x="684" y="165"/>
                      <a:pt x="659" y="136"/>
                      <a:pt x="631" y="111"/>
                    </a:cubicBezTo>
                    <a:lnTo>
                      <a:pt x="580" y="172"/>
                    </a:lnTo>
                    <a:lnTo>
                      <a:pt x="580" y="172"/>
                    </a:lnTo>
                    <a:cubicBezTo>
                      <a:pt x="579" y="172"/>
                      <a:pt x="578" y="174"/>
                      <a:pt x="577" y="174"/>
                    </a:cubicBezTo>
                    <a:cubicBezTo>
                      <a:pt x="576" y="175"/>
                      <a:pt x="574" y="175"/>
                      <a:pt x="573" y="175"/>
                    </a:cubicBezTo>
                    <a:cubicBezTo>
                      <a:pt x="571" y="175"/>
                      <a:pt x="570" y="175"/>
                      <a:pt x="569" y="174"/>
                    </a:cubicBezTo>
                    <a:cubicBezTo>
                      <a:pt x="567" y="174"/>
                      <a:pt x="568" y="173"/>
                      <a:pt x="568" y="173"/>
                    </a:cubicBezTo>
                    <a:lnTo>
                      <a:pt x="568" y="173"/>
                    </a:lnTo>
                    <a:cubicBezTo>
                      <a:pt x="556" y="163"/>
                      <a:pt x="543" y="154"/>
                      <a:pt x="530" y="146"/>
                    </a:cubicBezTo>
                    <a:cubicBezTo>
                      <a:pt x="514" y="137"/>
                      <a:pt x="498" y="130"/>
                      <a:pt x="482" y="124"/>
                    </a:cubicBezTo>
                    <a:lnTo>
                      <a:pt x="482" y="124"/>
                    </a:lnTo>
                    <a:cubicBezTo>
                      <a:pt x="481" y="124"/>
                      <a:pt x="481" y="125"/>
                      <a:pt x="480" y="124"/>
                    </a:cubicBezTo>
                    <a:cubicBezTo>
                      <a:pt x="478" y="124"/>
                      <a:pt x="478" y="122"/>
                      <a:pt x="477" y="121"/>
                    </a:cubicBezTo>
                    <a:cubicBezTo>
                      <a:pt x="477" y="120"/>
                      <a:pt x="477" y="120"/>
                      <a:pt x="477" y="120"/>
                    </a:cubicBezTo>
                    <a:lnTo>
                      <a:pt x="477" y="120"/>
                    </a:lnTo>
                    <a:cubicBezTo>
                      <a:pt x="476" y="119"/>
                      <a:pt x="476" y="118"/>
                      <a:pt x="476" y="116"/>
                    </a:cubicBezTo>
                    <a:cubicBezTo>
                      <a:pt x="476" y="115"/>
                      <a:pt x="476" y="114"/>
                      <a:pt x="476" y="114"/>
                    </a:cubicBezTo>
                    <a:lnTo>
                      <a:pt x="504" y="38"/>
                    </a:lnTo>
                    <a:lnTo>
                      <a:pt x="504" y="38"/>
                    </a:lnTo>
                    <a:cubicBezTo>
                      <a:pt x="468" y="26"/>
                      <a:pt x="431" y="19"/>
                      <a:pt x="393" y="18"/>
                    </a:cubicBezTo>
                    <a:lnTo>
                      <a:pt x="393" y="100"/>
                    </a:lnTo>
                    <a:lnTo>
                      <a:pt x="393" y="100"/>
                    </a:lnTo>
                    <a:lnTo>
                      <a:pt x="393" y="100"/>
                    </a:lnTo>
                    <a:cubicBezTo>
                      <a:pt x="393" y="101"/>
                      <a:pt x="391" y="103"/>
                      <a:pt x="391" y="104"/>
                    </a:cubicBezTo>
                    <a:cubicBezTo>
                      <a:pt x="390" y="106"/>
                      <a:pt x="390" y="106"/>
                      <a:pt x="388" y="107"/>
                    </a:cubicBezTo>
                    <a:cubicBezTo>
                      <a:pt x="386" y="108"/>
                      <a:pt x="386" y="108"/>
                      <a:pt x="384" y="108"/>
                    </a:cubicBezTo>
                    <a:lnTo>
                      <a:pt x="384" y="108"/>
                    </a:lnTo>
                    <a:cubicBezTo>
                      <a:pt x="351" y="108"/>
                      <a:pt x="319" y="115"/>
                      <a:pt x="288" y="126"/>
                    </a:cubicBezTo>
                    <a:lnTo>
                      <a:pt x="288" y="126"/>
                    </a:lnTo>
                    <a:cubicBezTo>
                      <a:pt x="287" y="126"/>
                      <a:pt x="286" y="127"/>
                      <a:pt x="285" y="127"/>
                    </a:cubicBezTo>
                    <a:cubicBezTo>
                      <a:pt x="284" y="127"/>
                      <a:pt x="282" y="126"/>
                      <a:pt x="281" y="126"/>
                    </a:cubicBezTo>
                    <a:lnTo>
                      <a:pt x="281" y="126"/>
                    </a:lnTo>
                    <a:lnTo>
                      <a:pt x="281" y="126"/>
                    </a:lnTo>
                    <a:cubicBezTo>
                      <a:pt x="279" y="125"/>
                      <a:pt x="279" y="124"/>
                      <a:pt x="278" y="122"/>
                    </a:cubicBezTo>
                    <a:cubicBezTo>
                      <a:pt x="277" y="122"/>
                      <a:pt x="277" y="122"/>
                      <a:pt x="277" y="121"/>
                    </a:cubicBezTo>
                    <a:lnTo>
                      <a:pt x="249" y="44"/>
                    </a:lnTo>
                    <a:lnTo>
                      <a:pt x="249" y="44"/>
                    </a:lnTo>
                    <a:cubicBezTo>
                      <a:pt x="231" y="50"/>
                      <a:pt x="213" y="59"/>
                      <a:pt x="197" y="68"/>
                    </a:cubicBezTo>
                    <a:cubicBezTo>
                      <a:pt x="180" y="78"/>
                      <a:pt x="165" y="88"/>
                      <a:pt x="151" y="100"/>
                    </a:cubicBezTo>
                    <a:lnTo>
                      <a:pt x="204" y="164"/>
                    </a:lnTo>
                    <a:lnTo>
                      <a:pt x="204" y="164"/>
                    </a:lnTo>
                    <a:cubicBezTo>
                      <a:pt x="205" y="164"/>
                      <a:pt x="205" y="165"/>
                      <a:pt x="205" y="165"/>
                    </a:cubicBezTo>
                    <a:cubicBezTo>
                      <a:pt x="206" y="166"/>
                      <a:pt x="206" y="168"/>
                      <a:pt x="206" y="169"/>
                    </a:cubicBezTo>
                    <a:cubicBezTo>
                      <a:pt x="206" y="171"/>
                      <a:pt x="206" y="172"/>
                      <a:pt x="205" y="174"/>
                    </a:cubicBezTo>
                    <a:cubicBezTo>
                      <a:pt x="205" y="174"/>
                      <a:pt x="204" y="175"/>
                      <a:pt x="203" y="176"/>
                    </a:cubicBezTo>
                    <a:lnTo>
                      <a:pt x="203" y="176"/>
                    </a:lnTo>
                    <a:cubicBezTo>
                      <a:pt x="179" y="197"/>
                      <a:pt x="158" y="222"/>
                      <a:pt x="142" y="250"/>
                    </a:cubicBezTo>
                    <a:cubicBezTo>
                      <a:pt x="141" y="250"/>
                      <a:pt x="141" y="251"/>
                      <a:pt x="141" y="251"/>
                    </a:cubicBezTo>
                    <a:lnTo>
                      <a:pt x="141" y="251"/>
                    </a:lnTo>
                    <a:lnTo>
                      <a:pt x="141" y="251"/>
                    </a:lnTo>
                    <a:cubicBezTo>
                      <a:pt x="140" y="252"/>
                      <a:pt x="139" y="253"/>
                      <a:pt x="138" y="254"/>
                    </a:cubicBezTo>
                    <a:cubicBezTo>
                      <a:pt x="137" y="255"/>
                      <a:pt x="135" y="255"/>
                      <a:pt x="134" y="255"/>
                    </a:cubicBezTo>
                    <a:cubicBezTo>
                      <a:pt x="132" y="255"/>
                      <a:pt x="131" y="255"/>
                      <a:pt x="130" y="254"/>
                    </a:cubicBezTo>
                    <a:lnTo>
                      <a:pt x="130" y="254"/>
                    </a:lnTo>
                    <a:lnTo>
                      <a:pt x="57" y="212"/>
                    </a:lnTo>
                    <a:lnTo>
                      <a:pt x="57" y="212"/>
                    </a:lnTo>
                    <a:cubicBezTo>
                      <a:pt x="39" y="245"/>
                      <a:pt x="26" y="281"/>
                      <a:pt x="18" y="318"/>
                    </a:cubicBezTo>
                    <a:lnTo>
                      <a:pt x="101" y="333"/>
                    </a:lnTo>
                    <a:lnTo>
                      <a:pt x="101" y="333"/>
                    </a:lnTo>
                    <a:cubicBezTo>
                      <a:pt x="102" y="333"/>
                      <a:pt x="103" y="333"/>
                      <a:pt x="104" y="334"/>
                    </a:cubicBezTo>
                    <a:cubicBezTo>
                      <a:pt x="105" y="335"/>
                      <a:pt x="106" y="336"/>
                      <a:pt x="107" y="337"/>
                    </a:cubicBezTo>
                    <a:cubicBezTo>
                      <a:pt x="107" y="339"/>
                      <a:pt x="108" y="340"/>
                      <a:pt x="108" y="341"/>
                    </a:cubicBezTo>
                    <a:cubicBezTo>
                      <a:pt x="108" y="342"/>
                      <a:pt x="108" y="342"/>
                      <a:pt x="108" y="343"/>
                    </a:cubicBezTo>
                    <a:lnTo>
                      <a:pt x="108" y="343"/>
                    </a:lnTo>
                    <a:cubicBezTo>
                      <a:pt x="105" y="359"/>
                      <a:pt x="104" y="375"/>
                      <a:pt x="104" y="391"/>
                    </a:cubicBezTo>
                    <a:cubicBezTo>
                      <a:pt x="104" y="408"/>
                      <a:pt x="105" y="424"/>
                      <a:pt x="108" y="440"/>
                    </a:cubicBezTo>
                    <a:lnTo>
                      <a:pt x="108" y="440"/>
                    </a:lnTo>
                    <a:lnTo>
                      <a:pt x="108" y="441"/>
                    </a:lnTo>
                    <a:cubicBezTo>
                      <a:pt x="108" y="443"/>
                      <a:pt x="107" y="445"/>
                      <a:pt x="107" y="446"/>
                    </a:cubicBezTo>
                    <a:cubicBezTo>
                      <a:pt x="106" y="448"/>
                      <a:pt x="105" y="449"/>
                      <a:pt x="104" y="449"/>
                    </a:cubicBezTo>
                    <a:cubicBezTo>
                      <a:pt x="103" y="450"/>
                      <a:pt x="102" y="450"/>
                      <a:pt x="101" y="450"/>
                    </a:cubicBezTo>
                    <a:lnTo>
                      <a:pt x="18" y="464"/>
                    </a:lnTo>
                    <a:lnTo>
                      <a:pt x="18" y="464"/>
                    </a:lnTo>
                    <a:cubicBezTo>
                      <a:pt x="26" y="502"/>
                      <a:pt x="39" y="537"/>
                      <a:pt x="57" y="571"/>
                    </a:cubicBezTo>
                    <a:lnTo>
                      <a:pt x="130" y="529"/>
                    </a:lnTo>
                    <a:lnTo>
                      <a:pt x="130" y="529"/>
                    </a:lnTo>
                    <a:cubicBezTo>
                      <a:pt x="131" y="528"/>
                      <a:pt x="132" y="528"/>
                      <a:pt x="134" y="528"/>
                    </a:cubicBezTo>
                    <a:cubicBezTo>
                      <a:pt x="135" y="528"/>
                      <a:pt x="135" y="528"/>
                      <a:pt x="136" y="528"/>
                    </a:cubicBezTo>
                    <a:lnTo>
                      <a:pt x="136" y="528"/>
                    </a:lnTo>
                    <a:cubicBezTo>
                      <a:pt x="137" y="528"/>
                      <a:pt x="136" y="529"/>
                      <a:pt x="138" y="529"/>
                    </a:cubicBezTo>
                    <a:cubicBezTo>
                      <a:pt x="139" y="530"/>
                      <a:pt x="140" y="530"/>
                      <a:pt x="141" y="532"/>
                    </a:cubicBezTo>
                    <a:lnTo>
                      <a:pt x="141" y="532"/>
                    </a:lnTo>
                    <a:lnTo>
                      <a:pt x="141" y="532"/>
                    </a:lnTo>
                    <a:cubicBezTo>
                      <a:pt x="141" y="532"/>
                      <a:pt x="141" y="533"/>
                      <a:pt x="142" y="533"/>
                    </a:cubicBezTo>
                    <a:cubicBezTo>
                      <a:pt x="158" y="561"/>
                      <a:pt x="179" y="586"/>
                      <a:pt x="203" y="607"/>
                    </a:cubicBezTo>
                    <a:lnTo>
                      <a:pt x="203" y="607"/>
                    </a:lnTo>
                    <a:cubicBezTo>
                      <a:pt x="204" y="608"/>
                      <a:pt x="204" y="609"/>
                      <a:pt x="205" y="609"/>
                    </a:cubicBezTo>
                    <a:cubicBezTo>
                      <a:pt x="205" y="611"/>
                      <a:pt x="206" y="612"/>
                      <a:pt x="206" y="613"/>
                    </a:cubicBezTo>
                    <a:cubicBezTo>
                      <a:pt x="206" y="615"/>
                      <a:pt x="206" y="616"/>
                      <a:pt x="205" y="618"/>
                    </a:cubicBezTo>
                    <a:lnTo>
                      <a:pt x="204" y="619"/>
                    </a:lnTo>
                    <a:lnTo>
                      <a:pt x="151" y="683"/>
                    </a:lnTo>
                    <a:lnTo>
                      <a:pt x="151" y="683"/>
                    </a:lnTo>
                    <a:cubicBezTo>
                      <a:pt x="165" y="695"/>
                      <a:pt x="181" y="705"/>
                      <a:pt x="197" y="715"/>
                    </a:cubicBezTo>
                    <a:cubicBezTo>
                      <a:pt x="214" y="724"/>
                      <a:pt x="231" y="732"/>
                      <a:pt x="249" y="739"/>
                    </a:cubicBezTo>
                    <a:lnTo>
                      <a:pt x="277" y="662"/>
                    </a:lnTo>
                    <a:lnTo>
                      <a:pt x="277" y="662"/>
                    </a:lnTo>
                    <a:cubicBezTo>
                      <a:pt x="277" y="661"/>
                      <a:pt x="277" y="662"/>
                      <a:pt x="278" y="660"/>
                    </a:cubicBezTo>
                    <a:cubicBezTo>
                      <a:pt x="278" y="660"/>
                      <a:pt x="279" y="658"/>
                      <a:pt x="281" y="657"/>
                    </a:cubicBezTo>
                    <a:lnTo>
                      <a:pt x="281" y="657"/>
                    </a:lnTo>
                    <a:lnTo>
                      <a:pt x="281" y="657"/>
                    </a:lnTo>
                    <a:cubicBezTo>
                      <a:pt x="282" y="656"/>
                      <a:pt x="284" y="656"/>
                      <a:pt x="285" y="6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34"/>
              <p:cNvSpPr/>
              <p:nvPr/>
            </p:nvSpPr>
            <p:spPr>
              <a:xfrm>
                <a:off x="4782136" y="2991182"/>
                <a:ext cx="245078" cy="245082"/>
              </a:xfrm>
              <a:custGeom>
                <a:avLst/>
                <a:gdLst/>
                <a:ahLst/>
                <a:cxnLst/>
                <a:rect l="l" t="t" r="r" b="b"/>
                <a:pathLst>
                  <a:path w="402" h="402" extrusionOk="0">
                    <a:moveTo>
                      <a:pt x="200" y="401"/>
                    </a:moveTo>
                    <a:lnTo>
                      <a:pt x="200" y="401"/>
                    </a:lnTo>
                    <a:lnTo>
                      <a:pt x="200" y="401"/>
                    </a:lnTo>
                    <a:cubicBezTo>
                      <a:pt x="165" y="401"/>
                      <a:pt x="130" y="392"/>
                      <a:pt x="100" y="374"/>
                    </a:cubicBezTo>
                    <a:cubicBezTo>
                      <a:pt x="69" y="356"/>
                      <a:pt x="43" y="332"/>
                      <a:pt x="26" y="301"/>
                    </a:cubicBezTo>
                    <a:cubicBezTo>
                      <a:pt x="8" y="271"/>
                      <a:pt x="0" y="235"/>
                      <a:pt x="0" y="200"/>
                    </a:cubicBezTo>
                    <a:cubicBezTo>
                      <a:pt x="0" y="165"/>
                      <a:pt x="8" y="131"/>
                      <a:pt x="26" y="100"/>
                    </a:cubicBezTo>
                    <a:cubicBezTo>
                      <a:pt x="43" y="70"/>
                      <a:pt x="69" y="45"/>
                      <a:pt x="100" y="27"/>
                    </a:cubicBezTo>
                    <a:cubicBezTo>
                      <a:pt x="130" y="10"/>
                      <a:pt x="165" y="0"/>
                      <a:pt x="200" y="0"/>
                    </a:cubicBezTo>
                    <a:cubicBezTo>
                      <a:pt x="235" y="0"/>
                      <a:pt x="270" y="10"/>
                      <a:pt x="301" y="27"/>
                    </a:cubicBezTo>
                    <a:cubicBezTo>
                      <a:pt x="331" y="45"/>
                      <a:pt x="355" y="70"/>
                      <a:pt x="374" y="100"/>
                    </a:cubicBezTo>
                    <a:cubicBezTo>
                      <a:pt x="391" y="131"/>
                      <a:pt x="401" y="165"/>
                      <a:pt x="401" y="200"/>
                    </a:cubicBezTo>
                    <a:lnTo>
                      <a:pt x="401" y="200"/>
                    </a:lnTo>
                    <a:cubicBezTo>
                      <a:pt x="401" y="235"/>
                      <a:pt x="391" y="271"/>
                      <a:pt x="374" y="300"/>
                    </a:cubicBezTo>
                    <a:cubicBezTo>
                      <a:pt x="356" y="332"/>
                      <a:pt x="331" y="357"/>
                      <a:pt x="300" y="374"/>
                    </a:cubicBezTo>
                    <a:cubicBezTo>
                      <a:pt x="270" y="392"/>
                      <a:pt x="235" y="401"/>
                      <a:pt x="200" y="401"/>
                    </a:cubicBezTo>
                    <a:moveTo>
                      <a:pt x="200" y="16"/>
                    </a:moveTo>
                    <a:lnTo>
                      <a:pt x="200" y="16"/>
                    </a:lnTo>
                    <a:lnTo>
                      <a:pt x="200" y="16"/>
                    </a:lnTo>
                    <a:cubicBezTo>
                      <a:pt x="168" y="16"/>
                      <a:pt x="136" y="25"/>
                      <a:pt x="108" y="41"/>
                    </a:cubicBezTo>
                    <a:cubicBezTo>
                      <a:pt x="80" y="57"/>
                      <a:pt x="57" y="80"/>
                      <a:pt x="41" y="108"/>
                    </a:cubicBezTo>
                    <a:cubicBezTo>
                      <a:pt x="25" y="136"/>
                      <a:pt x="16" y="168"/>
                      <a:pt x="16" y="200"/>
                    </a:cubicBezTo>
                    <a:cubicBezTo>
                      <a:pt x="16" y="233"/>
                      <a:pt x="25" y="264"/>
                      <a:pt x="41" y="292"/>
                    </a:cubicBezTo>
                    <a:cubicBezTo>
                      <a:pt x="57" y="320"/>
                      <a:pt x="80" y="343"/>
                      <a:pt x="108" y="359"/>
                    </a:cubicBezTo>
                    <a:cubicBezTo>
                      <a:pt x="136" y="376"/>
                      <a:pt x="168" y="384"/>
                      <a:pt x="200" y="384"/>
                    </a:cubicBezTo>
                    <a:cubicBezTo>
                      <a:pt x="232" y="384"/>
                      <a:pt x="264" y="376"/>
                      <a:pt x="292" y="359"/>
                    </a:cubicBezTo>
                    <a:cubicBezTo>
                      <a:pt x="320" y="343"/>
                      <a:pt x="342" y="320"/>
                      <a:pt x="359" y="292"/>
                    </a:cubicBezTo>
                    <a:cubicBezTo>
                      <a:pt x="375" y="264"/>
                      <a:pt x="384" y="233"/>
                      <a:pt x="384" y="200"/>
                    </a:cubicBezTo>
                    <a:lnTo>
                      <a:pt x="384" y="200"/>
                    </a:lnTo>
                    <a:cubicBezTo>
                      <a:pt x="384" y="168"/>
                      <a:pt x="375" y="137"/>
                      <a:pt x="359" y="109"/>
                    </a:cubicBezTo>
                    <a:cubicBezTo>
                      <a:pt x="343" y="81"/>
                      <a:pt x="320" y="57"/>
                      <a:pt x="292" y="41"/>
                    </a:cubicBezTo>
                    <a:cubicBezTo>
                      <a:pt x="264" y="25"/>
                      <a:pt x="232" y="17"/>
                      <a:pt x="200" y="17"/>
                    </a:cubicBezTo>
                    <a:lnTo>
                      <a:pt x="20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34"/>
              <p:cNvSpPr/>
              <p:nvPr/>
            </p:nvSpPr>
            <p:spPr>
              <a:xfrm>
                <a:off x="5146106" y="3155364"/>
                <a:ext cx="465771" cy="468827"/>
              </a:xfrm>
              <a:custGeom>
                <a:avLst/>
                <a:gdLst/>
                <a:ahLst/>
                <a:cxnLst/>
                <a:rect l="l" t="t" r="r" b="b"/>
                <a:pathLst>
                  <a:path w="764" h="769" extrusionOk="0">
                    <a:moveTo>
                      <a:pt x="379" y="696"/>
                    </a:moveTo>
                    <a:lnTo>
                      <a:pt x="379" y="768"/>
                    </a:lnTo>
                    <a:lnTo>
                      <a:pt x="379" y="768"/>
                    </a:lnTo>
                    <a:cubicBezTo>
                      <a:pt x="424" y="767"/>
                      <a:pt x="468" y="760"/>
                      <a:pt x="510" y="744"/>
                    </a:cubicBezTo>
                    <a:lnTo>
                      <a:pt x="486" y="678"/>
                    </a:lnTo>
                    <a:lnTo>
                      <a:pt x="486" y="678"/>
                    </a:lnTo>
                    <a:cubicBezTo>
                      <a:pt x="503" y="671"/>
                      <a:pt x="520" y="665"/>
                      <a:pt x="536" y="656"/>
                    </a:cubicBezTo>
                    <a:cubicBezTo>
                      <a:pt x="551" y="646"/>
                      <a:pt x="566" y="636"/>
                      <a:pt x="580" y="624"/>
                    </a:cubicBezTo>
                    <a:lnTo>
                      <a:pt x="626" y="678"/>
                    </a:lnTo>
                    <a:lnTo>
                      <a:pt x="626" y="678"/>
                    </a:lnTo>
                    <a:cubicBezTo>
                      <a:pt x="660" y="650"/>
                      <a:pt x="689" y="616"/>
                      <a:pt x="711" y="577"/>
                    </a:cubicBezTo>
                    <a:lnTo>
                      <a:pt x="712" y="577"/>
                    </a:lnTo>
                    <a:lnTo>
                      <a:pt x="650" y="541"/>
                    </a:lnTo>
                    <a:lnTo>
                      <a:pt x="650" y="541"/>
                    </a:lnTo>
                    <a:lnTo>
                      <a:pt x="650" y="541"/>
                    </a:lnTo>
                    <a:cubicBezTo>
                      <a:pt x="668" y="509"/>
                      <a:pt x="681" y="475"/>
                      <a:pt x="687" y="439"/>
                    </a:cubicBezTo>
                    <a:lnTo>
                      <a:pt x="757" y="451"/>
                    </a:lnTo>
                    <a:cubicBezTo>
                      <a:pt x="759" y="440"/>
                      <a:pt x="761" y="429"/>
                      <a:pt x="762" y="418"/>
                    </a:cubicBezTo>
                    <a:lnTo>
                      <a:pt x="763" y="384"/>
                    </a:lnTo>
                    <a:lnTo>
                      <a:pt x="762" y="351"/>
                    </a:lnTo>
                    <a:cubicBezTo>
                      <a:pt x="761" y="340"/>
                      <a:pt x="759" y="329"/>
                      <a:pt x="757" y="318"/>
                    </a:cubicBezTo>
                    <a:lnTo>
                      <a:pt x="687" y="330"/>
                    </a:lnTo>
                    <a:lnTo>
                      <a:pt x="687" y="330"/>
                    </a:lnTo>
                    <a:cubicBezTo>
                      <a:pt x="681" y="294"/>
                      <a:pt x="668" y="260"/>
                      <a:pt x="650" y="228"/>
                    </a:cubicBezTo>
                    <a:lnTo>
                      <a:pt x="650" y="228"/>
                    </a:lnTo>
                    <a:lnTo>
                      <a:pt x="712" y="192"/>
                    </a:lnTo>
                    <a:lnTo>
                      <a:pt x="712" y="192"/>
                    </a:lnTo>
                    <a:cubicBezTo>
                      <a:pt x="711" y="192"/>
                      <a:pt x="711" y="192"/>
                      <a:pt x="711" y="191"/>
                    </a:cubicBezTo>
                    <a:cubicBezTo>
                      <a:pt x="689" y="153"/>
                      <a:pt x="660" y="119"/>
                      <a:pt x="626" y="90"/>
                    </a:cubicBezTo>
                    <a:lnTo>
                      <a:pt x="580" y="145"/>
                    </a:lnTo>
                    <a:lnTo>
                      <a:pt x="580" y="145"/>
                    </a:lnTo>
                    <a:cubicBezTo>
                      <a:pt x="566" y="133"/>
                      <a:pt x="551" y="123"/>
                      <a:pt x="535" y="114"/>
                    </a:cubicBezTo>
                    <a:cubicBezTo>
                      <a:pt x="520" y="105"/>
                      <a:pt x="503" y="97"/>
                      <a:pt x="486" y="91"/>
                    </a:cubicBezTo>
                    <a:lnTo>
                      <a:pt x="510" y="24"/>
                    </a:lnTo>
                    <a:lnTo>
                      <a:pt x="510" y="24"/>
                    </a:lnTo>
                    <a:cubicBezTo>
                      <a:pt x="468" y="9"/>
                      <a:pt x="424" y="1"/>
                      <a:pt x="379" y="0"/>
                    </a:cubicBezTo>
                    <a:lnTo>
                      <a:pt x="379" y="72"/>
                    </a:lnTo>
                    <a:lnTo>
                      <a:pt x="379" y="72"/>
                    </a:lnTo>
                    <a:lnTo>
                      <a:pt x="379" y="72"/>
                    </a:lnTo>
                    <a:cubicBezTo>
                      <a:pt x="342" y="72"/>
                      <a:pt x="306" y="78"/>
                      <a:pt x="272" y="91"/>
                    </a:cubicBezTo>
                    <a:lnTo>
                      <a:pt x="247" y="24"/>
                    </a:lnTo>
                    <a:lnTo>
                      <a:pt x="247" y="24"/>
                    </a:lnTo>
                    <a:cubicBezTo>
                      <a:pt x="226" y="32"/>
                      <a:pt x="205" y="40"/>
                      <a:pt x="186" y="52"/>
                    </a:cubicBezTo>
                    <a:cubicBezTo>
                      <a:pt x="166" y="63"/>
                      <a:pt x="149" y="76"/>
                      <a:pt x="132" y="90"/>
                    </a:cubicBezTo>
                    <a:lnTo>
                      <a:pt x="177" y="145"/>
                    </a:lnTo>
                    <a:lnTo>
                      <a:pt x="177" y="145"/>
                    </a:lnTo>
                    <a:cubicBezTo>
                      <a:pt x="150" y="168"/>
                      <a:pt x="126" y="197"/>
                      <a:pt x="108" y="228"/>
                    </a:cubicBezTo>
                    <a:lnTo>
                      <a:pt x="46" y="193"/>
                    </a:lnTo>
                    <a:lnTo>
                      <a:pt x="46" y="193"/>
                    </a:lnTo>
                    <a:cubicBezTo>
                      <a:pt x="24" y="231"/>
                      <a:pt x="8" y="274"/>
                      <a:pt x="0" y="318"/>
                    </a:cubicBezTo>
                    <a:lnTo>
                      <a:pt x="71" y="330"/>
                    </a:lnTo>
                    <a:lnTo>
                      <a:pt x="71" y="330"/>
                    </a:lnTo>
                    <a:cubicBezTo>
                      <a:pt x="67" y="348"/>
                      <a:pt x="66" y="366"/>
                      <a:pt x="66" y="385"/>
                    </a:cubicBezTo>
                    <a:cubicBezTo>
                      <a:pt x="66" y="403"/>
                      <a:pt x="67" y="421"/>
                      <a:pt x="71" y="439"/>
                    </a:cubicBezTo>
                    <a:lnTo>
                      <a:pt x="0" y="451"/>
                    </a:lnTo>
                    <a:lnTo>
                      <a:pt x="0" y="451"/>
                    </a:lnTo>
                    <a:cubicBezTo>
                      <a:pt x="8" y="495"/>
                      <a:pt x="24" y="538"/>
                      <a:pt x="46" y="577"/>
                    </a:cubicBezTo>
                    <a:lnTo>
                      <a:pt x="108" y="541"/>
                    </a:lnTo>
                    <a:lnTo>
                      <a:pt x="108" y="541"/>
                    </a:lnTo>
                    <a:lnTo>
                      <a:pt x="108" y="541"/>
                    </a:lnTo>
                    <a:cubicBezTo>
                      <a:pt x="126" y="573"/>
                      <a:pt x="150" y="601"/>
                      <a:pt x="177" y="624"/>
                    </a:cubicBezTo>
                    <a:lnTo>
                      <a:pt x="132" y="678"/>
                    </a:lnTo>
                    <a:lnTo>
                      <a:pt x="132" y="678"/>
                    </a:lnTo>
                    <a:cubicBezTo>
                      <a:pt x="149" y="692"/>
                      <a:pt x="167" y="706"/>
                      <a:pt x="186" y="716"/>
                    </a:cubicBezTo>
                    <a:cubicBezTo>
                      <a:pt x="206" y="728"/>
                      <a:pt x="226" y="737"/>
                      <a:pt x="247" y="744"/>
                    </a:cubicBezTo>
                    <a:lnTo>
                      <a:pt x="271" y="678"/>
                    </a:lnTo>
                    <a:lnTo>
                      <a:pt x="271" y="678"/>
                    </a:lnTo>
                    <a:cubicBezTo>
                      <a:pt x="306" y="690"/>
                      <a:pt x="342" y="696"/>
                      <a:pt x="378" y="696"/>
                    </a:cubicBezTo>
                    <a:lnTo>
                      <a:pt x="379" y="696"/>
                    </a:lnTo>
                    <a:moveTo>
                      <a:pt x="215" y="384"/>
                    </a:moveTo>
                    <a:lnTo>
                      <a:pt x="215" y="384"/>
                    </a:lnTo>
                    <a:lnTo>
                      <a:pt x="215" y="384"/>
                    </a:lnTo>
                    <a:cubicBezTo>
                      <a:pt x="215" y="355"/>
                      <a:pt x="223" y="326"/>
                      <a:pt x="238" y="301"/>
                    </a:cubicBezTo>
                    <a:cubicBezTo>
                      <a:pt x="252" y="276"/>
                      <a:pt x="273" y="255"/>
                      <a:pt x="299" y="240"/>
                    </a:cubicBezTo>
                    <a:cubicBezTo>
                      <a:pt x="324" y="225"/>
                      <a:pt x="353" y="218"/>
                      <a:pt x="382" y="218"/>
                    </a:cubicBezTo>
                    <a:cubicBezTo>
                      <a:pt x="411" y="218"/>
                      <a:pt x="439" y="225"/>
                      <a:pt x="465" y="240"/>
                    </a:cubicBezTo>
                    <a:cubicBezTo>
                      <a:pt x="490" y="255"/>
                      <a:pt x="511" y="276"/>
                      <a:pt x="526" y="301"/>
                    </a:cubicBezTo>
                    <a:cubicBezTo>
                      <a:pt x="540" y="326"/>
                      <a:pt x="549" y="354"/>
                      <a:pt x="549" y="384"/>
                    </a:cubicBezTo>
                    <a:cubicBezTo>
                      <a:pt x="549" y="413"/>
                      <a:pt x="540" y="442"/>
                      <a:pt x="526" y="468"/>
                    </a:cubicBezTo>
                    <a:cubicBezTo>
                      <a:pt x="511" y="493"/>
                      <a:pt x="491" y="514"/>
                      <a:pt x="465" y="529"/>
                    </a:cubicBezTo>
                    <a:cubicBezTo>
                      <a:pt x="440" y="543"/>
                      <a:pt x="411" y="551"/>
                      <a:pt x="382" y="551"/>
                    </a:cubicBezTo>
                    <a:lnTo>
                      <a:pt x="382" y="551"/>
                    </a:lnTo>
                    <a:lnTo>
                      <a:pt x="382" y="551"/>
                    </a:lnTo>
                    <a:cubicBezTo>
                      <a:pt x="353" y="551"/>
                      <a:pt x="323" y="543"/>
                      <a:pt x="298" y="529"/>
                    </a:cubicBezTo>
                    <a:cubicBezTo>
                      <a:pt x="272" y="514"/>
                      <a:pt x="251" y="493"/>
                      <a:pt x="237" y="468"/>
                    </a:cubicBezTo>
                    <a:cubicBezTo>
                      <a:pt x="222" y="442"/>
                      <a:pt x="215" y="414"/>
                      <a:pt x="215" y="385"/>
                    </a:cubicBezTo>
                    <a:lnTo>
                      <a:pt x="215" y="38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34"/>
              <p:cNvSpPr/>
              <p:nvPr/>
            </p:nvSpPr>
            <p:spPr>
              <a:xfrm>
                <a:off x="5141229" y="3150487"/>
                <a:ext cx="475525" cy="479191"/>
              </a:xfrm>
              <a:custGeom>
                <a:avLst/>
                <a:gdLst/>
                <a:ahLst/>
                <a:cxnLst/>
                <a:rect l="l" t="t" r="r" b="b"/>
                <a:pathLst>
                  <a:path w="780" h="786" extrusionOk="0">
                    <a:moveTo>
                      <a:pt x="387" y="784"/>
                    </a:moveTo>
                    <a:lnTo>
                      <a:pt x="387" y="784"/>
                    </a:lnTo>
                    <a:cubicBezTo>
                      <a:pt x="385" y="784"/>
                      <a:pt x="384" y="784"/>
                      <a:pt x="383" y="783"/>
                    </a:cubicBezTo>
                    <a:cubicBezTo>
                      <a:pt x="381" y="782"/>
                      <a:pt x="380" y="781"/>
                      <a:pt x="380" y="780"/>
                    </a:cubicBezTo>
                    <a:cubicBezTo>
                      <a:pt x="379" y="779"/>
                      <a:pt x="379" y="777"/>
                      <a:pt x="379" y="776"/>
                    </a:cubicBezTo>
                    <a:lnTo>
                      <a:pt x="379" y="713"/>
                    </a:lnTo>
                    <a:lnTo>
                      <a:pt x="379" y="713"/>
                    </a:lnTo>
                    <a:cubicBezTo>
                      <a:pt x="347" y="712"/>
                      <a:pt x="315" y="707"/>
                      <a:pt x="285" y="696"/>
                    </a:cubicBezTo>
                    <a:lnTo>
                      <a:pt x="263" y="755"/>
                    </a:lnTo>
                    <a:lnTo>
                      <a:pt x="263" y="755"/>
                    </a:lnTo>
                    <a:cubicBezTo>
                      <a:pt x="263" y="756"/>
                      <a:pt x="263" y="757"/>
                      <a:pt x="263" y="757"/>
                    </a:cubicBezTo>
                    <a:cubicBezTo>
                      <a:pt x="262" y="759"/>
                      <a:pt x="261" y="760"/>
                      <a:pt x="260" y="760"/>
                    </a:cubicBezTo>
                    <a:cubicBezTo>
                      <a:pt x="258" y="761"/>
                      <a:pt x="257" y="761"/>
                      <a:pt x="256" y="761"/>
                    </a:cubicBezTo>
                    <a:cubicBezTo>
                      <a:pt x="255" y="761"/>
                      <a:pt x="254" y="761"/>
                      <a:pt x="253" y="760"/>
                    </a:cubicBezTo>
                    <a:lnTo>
                      <a:pt x="253" y="760"/>
                    </a:lnTo>
                    <a:cubicBezTo>
                      <a:pt x="231" y="752"/>
                      <a:pt x="210" y="743"/>
                      <a:pt x="190" y="731"/>
                    </a:cubicBezTo>
                    <a:cubicBezTo>
                      <a:pt x="170" y="720"/>
                      <a:pt x="152" y="707"/>
                      <a:pt x="135" y="692"/>
                    </a:cubicBezTo>
                    <a:lnTo>
                      <a:pt x="135" y="692"/>
                    </a:lnTo>
                    <a:cubicBezTo>
                      <a:pt x="134" y="692"/>
                      <a:pt x="133" y="691"/>
                      <a:pt x="133" y="690"/>
                    </a:cubicBezTo>
                    <a:cubicBezTo>
                      <a:pt x="132" y="689"/>
                      <a:pt x="132" y="688"/>
                      <a:pt x="132" y="687"/>
                    </a:cubicBezTo>
                    <a:lnTo>
                      <a:pt x="132" y="687"/>
                    </a:lnTo>
                    <a:cubicBezTo>
                      <a:pt x="132" y="686"/>
                      <a:pt x="132" y="686"/>
                      <a:pt x="132" y="686"/>
                    </a:cubicBezTo>
                    <a:cubicBezTo>
                      <a:pt x="132" y="684"/>
                      <a:pt x="132" y="684"/>
                      <a:pt x="133" y="682"/>
                    </a:cubicBezTo>
                    <a:cubicBezTo>
                      <a:pt x="133" y="682"/>
                      <a:pt x="133" y="681"/>
                      <a:pt x="134" y="681"/>
                    </a:cubicBezTo>
                    <a:lnTo>
                      <a:pt x="174" y="633"/>
                    </a:lnTo>
                    <a:lnTo>
                      <a:pt x="174" y="633"/>
                    </a:lnTo>
                    <a:cubicBezTo>
                      <a:pt x="150" y="612"/>
                      <a:pt x="130" y="587"/>
                      <a:pt x="113" y="560"/>
                    </a:cubicBezTo>
                    <a:lnTo>
                      <a:pt x="58" y="592"/>
                    </a:lnTo>
                    <a:lnTo>
                      <a:pt x="58" y="592"/>
                    </a:lnTo>
                    <a:lnTo>
                      <a:pt x="58" y="592"/>
                    </a:lnTo>
                    <a:cubicBezTo>
                      <a:pt x="57" y="593"/>
                      <a:pt x="55" y="593"/>
                      <a:pt x="54" y="593"/>
                    </a:cubicBezTo>
                    <a:cubicBezTo>
                      <a:pt x="52" y="593"/>
                      <a:pt x="51" y="593"/>
                      <a:pt x="50" y="592"/>
                    </a:cubicBezTo>
                    <a:cubicBezTo>
                      <a:pt x="49" y="591"/>
                      <a:pt x="48" y="590"/>
                      <a:pt x="47" y="589"/>
                    </a:cubicBezTo>
                    <a:lnTo>
                      <a:pt x="47" y="589"/>
                    </a:lnTo>
                    <a:lnTo>
                      <a:pt x="47" y="589"/>
                    </a:lnTo>
                    <a:cubicBezTo>
                      <a:pt x="24" y="549"/>
                      <a:pt x="8" y="506"/>
                      <a:pt x="0" y="461"/>
                    </a:cubicBezTo>
                    <a:lnTo>
                      <a:pt x="0" y="461"/>
                    </a:lnTo>
                    <a:cubicBezTo>
                      <a:pt x="0" y="460"/>
                      <a:pt x="0" y="460"/>
                      <a:pt x="0" y="459"/>
                    </a:cubicBezTo>
                    <a:cubicBezTo>
                      <a:pt x="0" y="458"/>
                      <a:pt x="0" y="456"/>
                      <a:pt x="1" y="455"/>
                    </a:cubicBezTo>
                    <a:cubicBezTo>
                      <a:pt x="1" y="453"/>
                      <a:pt x="2" y="452"/>
                      <a:pt x="4" y="452"/>
                    </a:cubicBezTo>
                    <a:cubicBezTo>
                      <a:pt x="5" y="451"/>
                      <a:pt x="6" y="451"/>
                      <a:pt x="7" y="451"/>
                    </a:cubicBezTo>
                    <a:lnTo>
                      <a:pt x="69" y="440"/>
                    </a:lnTo>
                    <a:lnTo>
                      <a:pt x="69" y="440"/>
                    </a:lnTo>
                    <a:cubicBezTo>
                      <a:pt x="67" y="424"/>
                      <a:pt x="66" y="408"/>
                      <a:pt x="66" y="393"/>
                    </a:cubicBezTo>
                    <a:cubicBezTo>
                      <a:pt x="66" y="377"/>
                      <a:pt x="67" y="361"/>
                      <a:pt x="69" y="345"/>
                    </a:cubicBezTo>
                    <a:lnTo>
                      <a:pt x="7" y="334"/>
                    </a:lnTo>
                    <a:lnTo>
                      <a:pt x="7" y="334"/>
                    </a:lnTo>
                    <a:cubicBezTo>
                      <a:pt x="6" y="334"/>
                      <a:pt x="6" y="333"/>
                      <a:pt x="5" y="333"/>
                    </a:cubicBezTo>
                    <a:cubicBezTo>
                      <a:pt x="3" y="332"/>
                      <a:pt x="3" y="332"/>
                      <a:pt x="2" y="331"/>
                    </a:cubicBezTo>
                    <a:lnTo>
                      <a:pt x="2" y="331"/>
                    </a:lnTo>
                    <a:lnTo>
                      <a:pt x="1" y="330"/>
                    </a:lnTo>
                    <a:cubicBezTo>
                      <a:pt x="0" y="329"/>
                      <a:pt x="0" y="327"/>
                      <a:pt x="0" y="326"/>
                    </a:cubicBezTo>
                    <a:cubicBezTo>
                      <a:pt x="0" y="325"/>
                      <a:pt x="0" y="325"/>
                      <a:pt x="0" y="324"/>
                    </a:cubicBezTo>
                    <a:lnTo>
                      <a:pt x="0" y="324"/>
                    </a:lnTo>
                    <a:cubicBezTo>
                      <a:pt x="8" y="279"/>
                      <a:pt x="24" y="236"/>
                      <a:pt x="47" y="196"/>
                    </a:cubicBezTo>
                    <a:lnTo>
                      <a:pt x="47" y="196"/>
                    </a:lnTo>
                    <a:lnTo>
                      <a:pt x="47" y="196"/>
                    </a:lnTo>
                    <a:cubicBezTo>
                      <a:pt x="48" y="195"/>
                      <a:pt x="48" y="193"/>
                      <a:pt x="50" y="193"/>
                    </a:cubicBezTo>
                    <a:cubicBezTo>
                      <a:pt x="51" y="192"/>
                      <a:pt x="51" y="193"/>
                      <a:pt x="52" y="192"/>
                    </a:cubicBezTo>
                    <a:lnTo>
                      <a:pt x="52" y="192"/>
                    </a:lnTo>
                    <a:cubicBezTo>
                      <a:pt x="53" y="192"/>
                      <a:pt x="54" y="192"/>
                      <a:pt x="54" y="192"/>
                    </a:cubicBezTo>
                    <a:cubicBezTo>
                      <a:pt x="56" y="192"/>
                      <a:pt x="57" y="193"/>
                      <a:pt x="58" y="193"/>
                    </a:cubicBezTo>
                    <a:lnTo>
                      <a:pt x="58" y="193"/>
                    </a:lnTo>
                    <a:lnTo>
                      <a:pt x="113" y="225"/>
                    </a:lnTo>
                    <a:lnTo>
                      <a:pt x="113" y="225"/>
                    </a:lnTo>
                    <a:cubicBezTo>
                      <a:pt x="130" y="198"/>
                      <a:pt x="150" y="173"/>
                      <a:pt x="174" y="152"/>
                    </a:cubicBezTo>
                    <a:lnTo>
                      <a:pt x="134" y="104"/>
                    </a:lnTo>
                    <a:lnTo>
                      <a:pt x="134" y="104"/>
                    </a:lnTo>
                    <a:cubicBezTo>
                      <a:pt x="133" y="103"/>
                      <a:pt x="133" y="103"/>
                      <a:pt x="133" y="103"/>
                    </a:cubicBezTo>
                    <a:cubicBezTo>
                      <a:pt x="132" y="101"/>
                      <a:pt x="132" y="99"/>
                      <a:pt x="132" y="98"/>
                    </a:cubicBezTo>
                    <a:cubicBezTo>
                      <a:pt x="132" y="96"/>
                      <a:pt x="132" y="95"/>
                      <a:pt x="133" y="94"/>
                    </a:cubicBezTo>
                    <a:cubicBezTo>
                      <a:pt x="133" y="93"/>
                      <a:pt x="134" y="93"/>
                      <a:pt x="135" y="92"/>
                    </a:cubicBezTo>
                    <a:lnTo>
                      <a:pt x="135" y="92"/>
                    </a:lnTo>
                    <a:cubicBezTo>
                      <a:pt x="152" y="78"/>
                      <a:pt x="169" y="64"/>
                      <a:pt x="190" y="53"/>
                    </a:cubicBezTo>
                    <a:cubicBezTo>
                      <a:pt x="209" y="41"/>
                      <a:pt x="231" y="32"/>
                      <a:pt x="253" y="24"/>
                    </a:cubicBezTo>
                    <a:lnTo>
                      <a:pt x="253" y="24"/>
                    </a:lnTo>
                    <a:cubicBezTo>
                      <a:pt x="254" y="24"/>
                      <a:pt x="255" y="24"/>
                      <a:pt x="256" y="24"/>
                    </a:cubicBezTo>
                    <a:cubicBezTo>
                      <a:pt x="257" y="24"/>
                      <a:pt x="258" y="24"/>
                      <a:pt x="260" y="25"/>
                    </a:cubicBezTo>
                    <a:cubicBezTo>
                      <a:pt x="261" y="26"/>
                      <a:pt x="262" y="27"/>
                      <a:pt x="263" y="28"/>
                    </a:cubicBezTo>
                    <a:lnTo>
                      <a:pt x="263" y="29"/>
                    </a:lnTo>
                    <a:lnTo>
                      <a:pt x="285" y="88"/>
                    </a:lnTo>
                    <a:lnTo>
                      <a:pt x="285" y="88"/>
                    </a:lnTo>
                    <a:cubicBezTo>
                      <a:pt x="315" y="78"/>
                      <a:pt x="347" y="72"/>
                      <a:pt x="379" y="71"/>
                    </a:cubicBezTo>
                    <a:lnTo>
                      <a:pt x="379" y="8"/>
                    </a:lnTo>
                    <a:lnTo>
                      <a:pt x="379" y="8"/>
                    </a:lnTo>
                    <a:cubicBezTo>
                      <a:pt x="379" y="7"/>
                      <a:pt x="379" y="5"/>
                      <a:pt x="380" y="4"/>
                    </a:cubicBezTo>
                    <a:cubicBezTo>
                      <a:pt x="380" y="3"/>
                      <a:pt x="381" y="2"/>
                      <a:pt x="383" y="1"/>
                    </a:cubicBezTo>
                    <a:cubicBezTo>
                      <a:pt x="384" y="0"/>
                      <a:pt x="385" y="0"/>
                      <a:pt x="387" y="0"/>
                    </a:cubicBezTo>
                    <a:lnTo>
                      <a:pt x="387" y="0"/>
                    </a:lnTo>
                    <a:lnTo>
                      <a:pt x="387" y="0"/>
                    </a:lnTo>
                    <a:cubicBezTo>
                      <a:pt x="433" y="0"/>
                      <a:pt x="478" y="9"/>
                      <a:pt x="521" y="24"/>
                    </a:cubicBezTo>
                    <a:lnTo>
                      <a:pt x="521" y="24"/>
                    </a:lnTo>
                    <a:lnTo>
                      <a:pt x="522" y="25"/>
                    </a:lnTo>
                    <a:cubicBezTo>
                      <a:pt x="524" y="26"/>
                      <a:pt x="524" y="26"/>
                      <a:pt x="525" y="28"/>
                    </a:cubicBezTo>
                    <a:cubicBezTo>
                      <a:pt x="525" y="29"/>
                      <a:pt x="526" y="31"/>
                      <a:pt x="526" y="32"/>
                    </a:cubicBezTo>
                    <a:cubicBezTo>
                      <a:pt x="526" y="33"/>
                      <a:pt x="526" y="34"/>
                      <a:pt x="526" y="35"/>
                    </a:cubicBezTo>
                    <a:lnTo>
                      <a:pt x="504" y="94"/>
                    </a:lnTo>
                    <a:lnTo>
                      <a:pt x="504" y="94"/>
                    </a:lnTo>
                    <a:cubicBezTo>
                      <a:pt x="519" y="100"/>
                      <a:pt x="534" y="107"/>
                      <a:pt x="548" y="115"/>
                    </a:cubicBezTo>
                    <a:cubicBezTo>
                      <a:pt x="561" y="123"/>
                      <a:pt x="574" y="132"/>
                      <a:pt x="587" y="141"/>
                    </a:cubicBezTo>
                    <a:lnTo>
                      <a:pt x="627" y="93"/>
                    </a:lnTo>
                    <a:lnTo>
                      <a:pt x="627" y="93"/>
                    </a:lnTo>
                    <a:cubicBezTo>
                      <a:pt x="628" y="93"/>
                      <a:pt x="628" y="91"/>
                      <a:pt x="630" y="91"/>
                    </a:cubicBezTo>
                    <a:cubicBezTo>
                      <a:pt x="631" y="90"/>
                      <a:pt x="632" y="90"/>
                      <a:pt x="634" y="90"/>
                    </a:cubicBezTo>
                    <a:cubicBezTo>
                      <a:pt x="635" y="90"/>
                      <a:pt x="637" y="90"/>
                      <a:pt x="638" y="91"/>
                    </a:cubicBezTo>
                    <a:lnTo>
                      <a:pt x="639" y="92"/>
                    </a:lnTo>
                    <a:lnTo>
                      <a:pt x="639" y="92"/>
                    </a:lnTo>
                    <a:cubicBezTo>
                      <a:pt x="674" y="121"/>
                      <a:pt x="703" y="156"/>
                      <a:pt x="725" y="195"/>
                    </a:cubicBezTo>
                    <a:cubicBezTo>
                      <a:pt x="726" y="195"/>
                      <a:pt x="726" y="196"/>
                      <a:pt x="726" y="197"/>
                    </a:cubicBezTo>
                    <a:lnTo>
                      <a:pt x="726" y="197"/>
                    </a:lnTo>
                    <a:cubicBezTo>
                      <a:pt x="727" y="198"/>
                      <a:pt x="727" y="199"/>
                      <a:pt x="727" y="201"/>
                    </a:cubicBezTo>
                    <a:cubicBezTo>
                      <a:pt x="727" y="202"/>
                      <a:pt x="727" y="202"/>
                      <a:pt x="727" y="203"/>
                    </a:cubicBezTo>
                    <a:lnTo>
                      <a:pt x="727" y="203"/>
                    </a:lnTo>
                    <a:cubicBezTo>
                      <a:pt x="727" y="204"/>
                      <a:pt x="726" y="203"/>
                      <a:pt x="726" y="205"/>
                    </a:cubicBezTo>
                    <a:cubicBezTo>
                      <a:pt x="725" y="205"/>
                      <a:pt x="725" y="207"/>
                      <a:pt x="723" y="208"/>
                    </a:cubicBezTo>
                    <a:lnTo>
                      <a:pt x="723" y="208"/>
                    </a:lnTo>
                    <a:lnTo>
                      <a:pt x="669" y="239"/>
                    </a:lnTo>
                    <a:lnTo>
                      <a:pt x="669" y="239"/>
                    </a:lnTo>
                    <a:cubicBezTo>
                      <a:pt x="684" y="267"/>
                      <a:pt x="695" y="298"/>
                      <a:pt x="701" y="329"/>
                    </a:cubicBezTo>
                    <a:lnTo>
                      <a:pt x="763" y="318"/>
                    </a:lnTo>
                    <a:lnTo>
                      <a:pt x="763" y="318"/>
                    </a:lnTo>
                    <a:cubicBezTo>
                      <a:pt x="764" y="318"/>
                      <a:pt x="764" y="318"/>
                      <a:pt x="765" y="318"/>
                    </a:cubicBezTo>
                    <a:cubicBezTo>
                      <a:pt x="766" y="318"/>
                      <a:pt x="768" y="318"/>
                      <a:pt x="769" y="319"/>
                    </a:cubicBezTo>
                    <a:lnTo>
                      <a:pt x="770" y="319"/>
                    </a:lnTo>
                    <a:lnTo>
                      <a:pt x="770" y="319"/>
                    </a:lnTo>
                    <a:cubicBezTo>
                      <a:pt x="770" y="320"/>
                      <a:pt x="771" y="320"/>
                      <a:pt x="772" y="322"/>
                    </a:cubicBezTo>
                    <a:cubicBezTo>
                      <a:pt x="772" y="322"/>
                      <a:pt x="773" y="324"/>
                      <a:pt x="773" y="325"/>
                    </a:cubicBezTo>
                    <a:lnTo>
                      <a:pt x="774" y="334"/>
                    </a:lnTo>
                    <a:lnTo>
                      <a:pt x="774" y="334"/>
                    </a:lnTo>
                    <a:cubicBezTo>
                      <a:pt x="776" y="342"/>
                      <a:pt x="777" y="351"/>
                      <a:pt x="777" y="359"/>
                    </a:cubicBezTo>
                    <a:lnTo>
                      <a:pt x="779" y="392"/>
                    </a:lnTo>
                    <a:lnTo>
                      <a:pt x="777" y="427"/>
                    </a:lnTo>
                    <a:lnTo>
                      <a:pt x="777" y="427"/>
                    </a:lnTo>
                    <a:cubicBezTo>
                      <a:pt x="777" y="435"/>
                      <a:pt x="776" y="443"/>
                      <a:pt x="774" y="451"/>
                    </a:cubicBezTo>
                    <a:cubicBezTo>
                      <a:pt x="774" y="454"/>
                      <a:pt x="773" y="457"/>
                      <a:pt x="773" y="461"/>
                    </a:cubicBezTo>
                    <a:lnTo>
                      <a:pt x="773" y="461"/>
                    </a:lnTo>
                    <a:cubicBezTo>
                      <a:pt x="773" y="462"/>
                      <a:pt x="772" y="463"/>
                      <a:pt x="772" y="464"/>
                    </a:cubicBezTo>
                    <a:cubicBezTo>
                      <a:pt x="771" y="465"/>
                      <a:pt x="770" y="466"/>
                      <a:pt x="770" y="466"/>
                    </a:cubicBezTo>
                    <a:lnTo>
                      <a:pt x="770" y="466"/>
                    </a:lnTo>
                    <a:cubicBezTo>
                      <a:pt x="769" y="466"/>
                      <a:pt x="769" y="467"/>
                      <a:pt x="769" y="467"/>
                    </a:cubicBezTo>
                    <a:cubicBezTo>
                      <a:pt x="767" y="467"/>
                      <a:pt x="766" y="468"/>
                      <a:pt x="765" y="468"/>
                    </a:cubicBezTo>
                    <a:cubicBezTo>
                      <a:pt x="764" y="468"/>
                      <a:pt x="764" y="468"/>
                      <a:pt x="763" y="468"/>
                    </a:cubicBezTo>
                    <a:lnTo>
                      <a:pt x="701" y="457"/>
                    </a:lnTo>
                    <a:lnTo>
                      <a:pt x="701" y="457"/>
                    </a:lnTo>
                    <a:cubicBezTo>
                      <a:pt x="695" y="488"/>
                      <a:pt x="684" y="518"/>
                      <a:pt x="669" y="546"/>
                    </a:cubicBezTo>
                    <a:lnTo>
                      <a:pt x="723" y="578"/>
                    </a:lnTo>
                    <a:lnTo>
                      <a:pt x="723" y="578"/>
                    </a:lnTo>
                    <a:lnTo>
                      <a:pt x="723" y="578"/>
                    </a:lnTo>
                    <a:cubicBezTo>
                      <a:pt x="725" y="578"/>
                      <a:pt x="725" y="579"/>
                      <a:pt x="726" y="581"/>
                    </a:cubicBezTo>
                    <a:cubicBezTo>
                      <a:pt x="726" y="581"/>
                      <a:pt x="727" y="582"/>
                      <a:pt x="727" y="583"/>
                    </a:cubicBezTo>
                    <a:lnTo>
                      <a:pt x="727" y="583"/>
                    </a:lnTo>
                    <a:cubicBezTo>
                      <a:pt x="727" y="583"/>
                      <a:pt x="727" y="584"/>
                      <a:pt x="727" y="585"/>
                    </a:cubicBezTo>
                    <a:cubicBezTo>
                      <a:pt x="727" y="586"/>
                      <a:pt x="727" y="588"/>
                      <a:pt x="726" y="589"/>
                    </a:cubicBezTo>
                    <a:lnTo>
                      <a:pt x="726" y="589"/>
                    </a:lnTo>
                    <a:cubicBezTo>
                      <a:pt x="726" y="590"/>
                      <a:pt x="726" y="590"/>
                      <a:pt x="725" y="591"/>
                    </a:cubicBezTo>
                    <a:cubicBezTo>
                      <a:pt x="703" y="630"/>
                      <a:pt x="674" y="664"/>
                      <a:pt x="639" y="692"/>
                    </a:cubicBezTo>
                    <a:lnTo>
                      <a:pt x="639" y="692"/>
                    </a:lnTo>
                    <a:cubicBezTo>
                      <a:pt x="639" y="693"/>
                      <a:pt x="638" y="693"/>
                      <a:pt x="638" y="693"/>
                    </a:cubicBezTo>
                    <a:cubicBezTo>
                      <a:pt x="637" y="694"/>
                      <a:pt x="635" y="694"/>
                      <a:pt x="634" y="694"/>
                    </a:cubicBezTo>
                    <a:cubicBezTo>
                      <a:pt x="632" y="694"/>
                      <a:pt x="631" y="694"/>
                      <a:pt x="630" y="693"/>
                    </a:cubicBezTo>
                    <a:cubicBezTo>
                      <a:pt x="629" y="693"/>
                      <a:pt x="628" y="692"/>
                      <a:pt x="627" y="691"/>
                    </a:cubicBezTo>
                    <a:lnTo>
                      <a:pt x="587" y="644"/>
                    </a:lnTo>
                    <a:lnTo>
                      <a:pt x="587" y="644"/>
                    </a:lnTo>
                    <a:cubicBezTo>
                      <a:pt x="574" y="654"/>
                      <a:pt x="561" y="662"/>
                      <a:pt x="547" y="670"/>
                    </a:cubicBezTo>
                    <a:cubicBezTo>
                      <a:pt x="534" y="678"/>
                      <a:pt x="519" y="685"/>
                      <a:pt x="504" y="691"/>
                    </a:cubicBezTo>
                    <a:lnTo>
                      <a:pt x="526" y="750"/>
                    </a:lnTo>
                    <a:lnTo>
                      <a:pt x="526" y="750"/>
                    </a:lnTo>
                    <a:cubicBezTo>
                      <a:pt x="526" y="751"/>
                      <a:pt x="526" y="752"/>
                      <a:pt x="526" y="753"/>
                    </a:cubicBezTo>
                    <a:cubicBezTo>
                      <a:pt x="526" y="754"/>
                      <a:pt x="525" y="756"/>
                      <a:pt x="525" y="757"/>
                    </a:cubicBezTo>
                    <a:cubicBezTo>
                      <a:pt x="524" y="759"/>
                      <a:pt x="524" y="759"/>
                      <a:pt x="522" y="760"/>
                    </a:cubicBezTo>
                    <a:lnTo>
                      <a:pt x="521" y="760"/>
                    </a:lnTo>
                    <a:lnTo>
                      <a:pt x="521" y="760"/>
                    </a:lnTo>
                    <a:cubicBezTo>
                      <a:pt x="478" y="776"/>
                      <a:pt x="433" y="784"/>
                      <a:pt x="387" y="785"/>
                    </a:cubicBezTo>
                    <a:lnTo>
                      <a:pt x="387" y="784"/>
                    </a:lnTo>
                    <a:moveTo>
                      <a:pt x="280" y="677"/>
                    </a:moveTo>
                    <a:lnTo>
                      <a:pt x="280" y="677"/>
                    </a:lnTo>
                    <a:lnTo>
                      <a:pt x="280" y="677"/>
                    </a:lnTo>
                    <a:cubicBezTo>
                      <a:pt x="281" y="677"/>
                      <a:pt x="282" y="678"/>
                      <a:pt x="283" y="678"/>
                    </a:cubicBezTo>
                    <a:lnTo>
                      <a:pt x="283" y="678"/>
                    </a:lnTo>
                    <a:cubicBezTo>
                      <a:pt x="316" y="690"/>
                      <a:pt x="351" y="696"/>
                      <a:pt x="387" y="696"/>
                    </a:cubicBezTo>
                    <a:lnTo>
                      <a:pt x="387" y="696"/>
                    </a:lnTo>
                    <a:lnTo>
                      <a:pt x="387" y="696"/>
                    </a:lnTo>
                    <a:cubicBezTo>
                      <a:pt x="388" y="696"/>
                      <a:pt x="390" y="697"/>
                      <a:pt x="391" y="697"/>
                    </a:cubicBezTo>
                    <a:cubicBezTo>
                      <a:pt x="392" y="698"/>
                      <a:pt x="393" y="699"/>
                      <a:pt x="394" y="700"/>
                    </a:cubicBezTo>
                    <a:cubicBezTo>
                      <a:pt x="395" y="702"/>
                      <a:pt x="395" y="703"/>
                      <a:pt x="395" y="705"/>
                    </a:cubicBezTo>
                    <a:lnTo>
                      <a:pt x="395" y="768"/>
                    </a:lnTo>
                    <a:lnTo>
                      <a:pt x="395" y="768"/>
                    </a:lnTo>
                    <a:cubicBezTo>
                      <a:pt x="434" y="767"/>
                      <a:pt x="471" y="760"/>
                      <a:pt x="507" y="748"/>
                    </a:cubicBezTo>
                    <a:lnTo>
                      <a:pt x="486" y="689"/>
                    </a:lnTo>
                    <a:lnTo>
                      <a:pt x="486" y="689"/>
                    </a:lnTo>
                    <a:cubicBezTo>
                      <a:pt x="486" y="688"/>
                      <a:pt x="486" y="687"/>
                      <a:pt x="486" y="686"/>
                    </a:cubicBezTo>
                    <a:cubicBezTo>
                      <a:pt x="486" y="684"/>
                      <a:pt x="486" y="684"/>
                      <a:pt x="487" y="682"/>
                    </a:cubicBezTo>
                    <a:cubicBezTo>
                      <a:pt x="487" y="681"/>
                      <a:pt x="488" y="680"/>
                      <a:pt x="490" y="679"/>
                    </a:cubicBezTo>
                    <a:cubicBezTo>
                      <a:pt x="491" y="679"/>
                      <a:pt x="490" y="678"/>
                      <a:pt x="491" y="678"/>
                    </a:cubicBezTo>
                    <a:lnTo>
                      <a:pt x="491" y="678"/>
                    </a:lnTo>
                    <a:cubicBezTo>
                      <a:pt x="508" y="672"/>
                      <a:pt x="524" y="665"/>
                      <a:pt x="539" y="657"/>
                    </a:cubicBezTo>
                    <a:cubicBezTo>
                      <a:pt x="554" y="648"/>
                      <a:pt x="569" y="638"/>
                      <a:pt x="583" y="626"/>
                    </a:cubicBezTo>
                    <a:lnTo>
                      <a:pt x="583" y="626"/>
                    </a:lnTo>
                    <a:cubicBezTo>
                      <a:pt x="583" y="626"/>
                      <a:pt x="582" y="625"/>
                      <a:pt x="584" y="625"/>
                    </a:cubicBezTo>
                    <a:cubicBezTo>
                      <a:pt x="585" y="624"/>
                      <a:pt x="586" y="624"/>
                      <a:pt x="588" y="624"/>
                    </a:cubicBezTo>
                    <a:cubicBezTo>
                      <a:pt x="589" y="624"/>
                      <a:pt x="591" y="624"/>
                      <a:pt x="592" y="625"/>
                    </a:cubicBezTo>
                    <a:cubicBezTo>
                      <a:pt x="593" y="625"/>
                      <a:pt x="594" y="626"/>
                      <a:pt x="594" y="627"/>
                    </a:cubicBezTo>
                    <a:lnTo>
                      <a:pt x="635" y="674"/>
                    </a:lnTo>
                    <a:lnTo>
                      <a:pt x="635" y="674"/>
                    </a:lnTo>
                    <a:cubicBezTo>
                      <a:pt x="663" y="650"/>
                      <a:pt x="688" y="621"/>
                      <a:pt x="708" y="588"/>
                    </a:cubicBezTo>
                    <a:lnTo>
                      <a:pt x="654" y="557"/>
                    </a:lnTo>
                    <a:lnTo>
                      <a:pt x="654" y="557"/>
                    </a:lnTo>
                    <a:lnTo>
                      <a:pt x="654" y="557"/>
                    </a:lnTo>
                    <a:cubicBezTo>
                      <a:pt x="652" y="556"/>
                      <a:pt x="651" y="555"/>
                      <a:pt x="651" y="554"/>
                    </a:cubicBezTo>
                    <a:cubicBezTo>
                      <a:pt x="650" y="552"/>
                      <a:pt x="649" y="550"/>
                      <a:pt x="649" y="549"/>
                    </a:cubicBezTo>
                    <a:cubicBezTo>
                      <a:pt x="649" y="547"/>
                      <a:pt x="650" y="547"/>
                      <a:pt x="651" y="545"/>
                    </a:cubicBezTo>
                    <a:lnTo>
                      <a:pt x="651" y="545"/>
                    </a:lnTo>
                    <a:lnTo>
                      <a:pt x="651" y="545"/>
                    </a:lnTo>
                    <a:lnTo>
                      <a:pt x="651" y="545"/>
                    </a:lnTo>
                    <a:cubicBezTo>
                      <a:pt x="668" y="514"/>
                      <a:pt x="681" y="481"/>
                      <a:pt x="687" y="446"/>
                    </a:cubicBezTo>
                    <a:lnTo>
                      <a:pt x="687" y="446"/>
                    </a:lnTo>
                    <a:cubicBezTo>
                      <a:pt x="687" y="445"/>
                      <a:pt x="687" y="444"/>
                      <a:pt x="688" y="443"/>
                    </a:cubicBezTo>
                    <a:cubicBezTo>
                      <a:pt x="688" y="442"/>
                      <a:pt x="689" y="441"/>
                      <a:pt x="690" y="440"/>
                    </a:cubicBezTo>
                    <a:lnTo>
                      <a:pt x="690" y="440"/>
                    </a:lnTo>
                    <a:lnTo>
                      <a:pt x="691" y="440"/>
                    </a:lnTo>
                    <a:cubicBezTo>
                      <a:pt x="692" y="439"/>
                      <a:pt x="693" y="439"/>
                      <a:pt x="695" y="439"/>
                    </a:cubicBezTo>
                    <a:lnTo>
                      <a:pt x="696" y="439"/>
                    </a:lnTo>
                    <a:lnTo>
                      <a:pt x="758" y="450"/>
                    </a:lnTo>
                    <a:cubicBezTo>
                      <a:pt x="758" y="449"/>
                      <a:pt x="758" y="449"/>
                      <a:pt x="758" y="448"/>
                    </a:cubicBezTo>
                    <a:lnTo>
                      <a:pt x="758" y="448"/>
                    </a:lnTo>
                    <a:cubicBezTo>
                      <a:pt x="759" y="441"/>
                      <a:pt x="760" y="433"/>
                      <a:pt x="761" y="426"/>
                    </a:cubicBezTo>
                    <a:lnTo>
                      <a:pt x="762" y="393"/>
                    </a:lnTo>
                    <a:lnTo>
                      <a:pt x="761" y="360"/>
                    </a:lnTo>
                    <a:cubicBezTo>
                      <a:pt x="760" y="352"/>
                      <a:pt x="759" y="345"/>
                      <a:pt x="758" y="337"/>
                    </a:cubicBezTo>
                    <a:lnTo>
                      <a:pt x="758" y="336"/>
                    </a:lnTo>
                    <a:lnTo>
                      <a:pt x="696" y="347"/>
                    </a:lnTo>
                    <a:lnTo>
                      <a:pt x="696" y="347"/>
                    </a:lnTo>
                    <a:lnTo>
                      <a:pt x="695" y="347"/>
                    </a:lnTo>
                    <a:cubicBezTo>
                      <a:pt x="693" y="347"/>
                      <a:pt x="692" y="346"/>
                      <a:pt x="691" y="346"/>
                    </a:cubicBezTo>
                    <a:cubicBezTo>
                      <a:pt x="690" y="345"/>
                      <a:pt x="690" y="346"/>
                      <a:pt x="690" y="345"/>
                    </a:cubicBezTo>
                    <a:lnTo>
                      <a:pt x="690" y="345"/>
                    </a:lnTo>
                    <a:cubicBezTo>
                      <a:pt x="689" y="345"/>
                      <a:pt x="688" y="343"/>
                      <a:pt x="688" y="343"/>
                    </a:cubicBezTo>
                    <a:cubicBezTo>
                      <a:pt x="687" y="341"/>
                      <a:pt x="687" y="341"/>
                      <a:pt x="687" y="340"/>
                    </a:cubicBezTo>
                    <a:lnTo>
                      <a:pt x="687" y="340"/>
                    </a:lnTo>
                    <a:cubicBezTo>
                      <a:pt x="681" y="305"/>
                      <a:pt x="668" y="272"/>
                      <a:pt x="651" y="241"/>
                    </a:cubicBezTo>
                    <a:lnTo>
                      <a:pt x="650" y="241"/>
                    </a:lnTo>
                    <a:lnTo>
                      <a:pt x="650" y="241"/>
                    </a:lnTo>
                    <a:lnTo>
                      <a:pt x="650" y="241"/>
                    </a:lnTo>
                    <a:cubicBezTo>
                      <a:pt x="650" y="239"/>
                      <a:pt x="649" y="237"/>
                      <a:pt x="649" y="236"/>
                    </a:cubicBezTo>
                    <a:cubicBezTo>
                      <a:pt x="649" y="234"/>
                      <a:pt x="649" y="233"/>
                      <a:pt x="650" y="232"/>
                    </a:cubicBezTo>
                    <a:cubicBezTo>
                      <a:pt x="650" y="230"/>
                      <a:pt x="652" y="230"/>
                      <a:pt x="654" y="229"/>
                    </a:cubicBezTo>
                    <a:lnTo>
                      <a:pt x="654" y="229"/>
                    </a:lnTo>
                    <a:lnTo>
                      <a:pt x="708" y="198"/>
                    </a:lnTo>
                    <a:lnTo>
                      <a:pt x="708" y="198"/>
                    </a:lnTo>
                    <a:cubicBezTo>
                      <a:pt x="688" y="165"/>
                      <a:pt x="663" y="136"/>
                      <a:pt x="635" y="111"/>
                    </a:cubicBezTo>
                    <a:lnTo>
                      <a:pt x="594" y="159"/>
                    </a:lnTo>
                    <a:lnTo>
                      <a:pt x="594" y="159"/>
                    </a:lnTo>
                    <a:cubicBezTo>
                      <a:pt x="594" y="159"/>
                      <a:pt x="593" y="160"/>
                      <a:pt x="592" y="161"/>
                    </a:cubicBezTo>
                    <a:cubicBezTo>
                      <a:pt x="591" y="161"/>
                      <a:pt x="590" y="162"/>
                      <a:pt x="589" y="162"/>
                    </a:cubicBezTo>
                    <a:lnTo>
                      <a:pt x="589" y="162"/>
                    </a:lnTo>
                    <a:cubicBezTo>
                      <a:pt x="588" y="162"/>
                      <a:pt x="588" y="162"/>
                      <a:pt x="588" y="162"/>
                    </a:cubicBezTo>
                    <a:cubicBezTo>
                      <a:pt x="586" y="162"/>
                      <a:pt x="585" y="161"/>
                      <a:pt x="584" y="161"/>
                    </a:cubicBezTo>
                    <a:cubicBezTo>
                      <a:pt x="582" y="160"/>
                      <a:pt x="583" y="160"/>
                      <a:pt x="583" y="160"/>
                    </a:cubicBezTo>
                    <a:lnTo>
                      <a:pt x="583" y="160"/>
                    </a:lnTo>
                    <a:cubicBezTo>
                      <a:pt x="569" y="148"/>
                      <a:pt x="554" y="138"/>
                      <a:pt x="539" y="129"/>
                    </a:cubicBezTo>
                    <a:cubicBezTo>
                      <a:pt x="524" y="120"/>
                      <a:pt x="508" y="113"/>
                      <a:pt x="491" y="107"/>
                    </a:cubicBezTo>
                    <a:lnTo>
                      <a:pt x="491" y="107"/>
                    </a:lnTo>
                    <a:cubicBezTo>
                      <a:pt x="490" y="107"/>
                      <a:pt x="490" y="106"/>
                      <a:pt x="489" y="106"/>
                    </a:cubicBezTo>
                    <a:cubicBezTo>
                      <a:pt x="487" y="105"/>
                      <a:pt x="487" y="104"/>
                      <a:pt x="486" y="103"/>
                    </a:cubicBezTo>
                    <a:lnTo>
                      <a:pt x="486" y="103"/>
                    </a:lnTo>
                    <a:lnTo>
                      <a:pt x="486" y="103"/>
                    </a:lnTo>
                    <a:cubicBezTo>
                      <a:pt x="485" y="101"/>
                      <a:pt x="485" y="100"/>
                      <a:pt x="485" y="99"/>
                    </a:cubicBezTo>
                    <a:cubicBezTo>
                      <a:pt x="485" y="98"/>
                      <a:pt x="485" y="97"/>
                      <a:pt x="486" y="96"/>
                    </a:cubicBezTo>
                    <a:lnTo>
                      <a:pt x="507" y="37"/>
                    </a:lnTo>
                    <a:lnTo>
                      <a:pt x="507" y="37"/>
                    </a:lnTo>
                    <a:cubicBezTo>
                      <a:pt x="471" y="25"/>
                      <a:pt x="433" y="18"/>
                      <a:pt x="395" y="17"/>
                    </a:cubicBezTo>
                    <a:lnTo>
                      <a:pt x="395" y="80"/>
                    </a:lnTo>
                    <a:lnTo>
                      <a:pt x="395" y="80"/>
                    </a:lnTo>
                    <a:cubicBezTo>
                      <a:pt x="395" y="82"/>
                      <a:pt x="395" y="83"/>
                      <a:pt x="394" y="85"/>
                    </a:cubicBezTo>
                    <a:cubicBezTo>
                      <a:pt x="393" y="86"/>
                      <a:pt x="392" y="87"/>
                      <a:pt x="391" y="88"/>
                    </a:cubicBezTo>
                    <a:cubicBezTo>
                      <a:pt x="390" y="88"/>
                      <a:pt x="388" y="89"/>
                      <a:pt x="387" y="89"/>
                    </a:cubicBezTo>
                    <a:lnTo>
                      <a:pt x="387" y="89"/>
                    </a:lnTo>
                    <a:lnTo>
                      <a:pt x="387" y="89"/>
                    </a:lnTo>
                    <a:lnTo>
                      <a:pt x="386" y="89"/>
                    </a:lnTo>
                    <a:cubicBezTo>
                      <a:pt x="351" y="89"/>
                      <a:pt x="316" y="95"/>
                      <a:pt x="282" y="107"/>
                    </a:cubicBezTo>
                    <a:lnTo>
                      <a:pt x="282" y="107"/>
                    </a:lnTo>
                    <a:cubicBezTo>
                      <a:pt x="281" y="107"/>
                      <a:pt x="280" y="108"/>
                      <a:pt x="279" y="108"/>
                    </a:cubicBezTo>
                    <a:cubicBezTo>
                      <a:pt x="278" y="108"/>
                      <a:pt x="276" y="106"/>
                      <a:pt x="275" y="106"/>
                    </a:cubicBezTo>
                    <a:cubicBezTo>
                      <a:pt x="274" y="105"/>
                      <a:pt x="273" y="105"/>
                      <a:pt x="272" y="103"/>
                    </a:cubicBezTo>
                    <a:lnTo>
                      <a:pt x="272" y="102"/>
                    </a:lnTo>
                    <a:lnTo>
                      <a:pt x="250" y="43"/>
                    </a:lnTo>
                    <a:lnTo>
                      <a:pt x="250" y="43"/>
                    </a:lnTo>
                    <a:cubicBezTo>
                      <a:pt x="232" y="50"/>
                      <a:pt x="214" y="59"/>
                      <a:pt x="197" y="69"/>
                    </a:cubicBezTo>
                    <a:cubicBezTo>
                      <a:pt x="181" y="78"/>
                      <a:pt x="166" y="88"/>
                      <a:pt x="152" y="100"/>
                    </a:cubicBezTo>
                    <a:lnTo>
                      <a:pt x="192" y="148"/>
                    </a:lnTo>
                    <a:lnTo>
                      <a:pt x="192" y="148"/>
                    </a:lnTo>
                    <a:lnTo>
                      <a:pt x="193" y="149"/>
                    </a:lnTo>
                    <a:cubicBezTo>
                      <a:pt x="193" y="150"/>
                      <a:pt x="194" y="151"/>
                      <a:pt x="194" y="153"/>
                    </a:cubicBezTo>
                    <a:cubicBezTo>
                      <a:pt x="194" y="154"/>
                      <a:pt x="194" y="156"/>
                      <a:pt x="193" y="157"/>
                    </a:cubicBezTo>
                    <a:cubicBezTo>
                      <a:pt x="192" y="158"/>
                      <a:pt x="192" y="159"/>
                      <a:pt x="191" y="160"/>
                    </a:cubicBezTo>
                    <a:lnTo>
                      <a:pt x="191" y="160"/>
                    </a:lnTo>
                    <a:cubicBezTo>
                      <a:pt x="164" y="182"/>
                      <a:pt x="141" y="210"/>
                      <a:pt x="123" y="240"/>
                    </a:cubicBezTo>
                    <a:lnTo>
                      <a:pt x="123" y="240"/>
                    </a:lnTo>
                    <a:lnTo>
                      <a:pt x="123" y="240"/>
                    </a:lnTo>
                    <a:cubicBezTo>
                      <a:pt x="122" y="242"/>
                      <a:pt x="121" y="243"/>
                      <a:pt x="120" y="244"/>
                    </a:cubicBezTo>
                    <a:cubicBezTo>
                      <a:pt x="119" y="244"/>
                      <a:pt x="117" y="245"/>
                      <a:pt x="116" y="245"/>
                    </a:cubicBezTo>
                    <a:cubicBezTo>
                      <a:pt x="115" y="245"/>
                      <a:pt x="113" y="244"/>
                      <a:pt x="112" y="244"/>
                    </a:cubicBezTo>
                    <a:lnTo>
                      <a:pt x="112" y="244"/>
                    </a:lnTo>
                    <a:lnTo>
                      <a:pt x="58" y="212"/>
                    </a:lnTo>
                    <a:lnTo>
                      <a:pt x="58" y="212"/>
                    </a:lnTo>
                    <a:cubicBezTo>
                      <a:pt x="39" y="246"/>
                      <a:pt x="26" y="282"/>
                      <a:pt x="19" y="319"/>
                    </a:cubicBezTo>
                    <a:lnTo>
                      <a:pt x="80" y="330"/>
                    </a:lnTo>
                    <a:lnTo>
                      <a:pt x="80" y="330"/>
                    </a:lnTo>
                    <a:cubicBezTo>
                      <a:pt x="81" y="330"/>
                      <a:pt x="82" y="330"/>
                      <a:pt x="83" y="331"/>
                    </a:cubicBezTo>
                    <a:cubicBezTo>
                      <a:pt x="84" y="331"/>
                      <a:pt x="85" y="333"/>
                      <a:pt x="86" y="334"/>
                    </a:cubicBezTo>
                    <a:lnTo>
                      <a:pt x="86" y="334"/>
                    </a:lnTo>
                    <a:lnTo>
                      <a:pt x="86" y="334"/>
                    </a:lnTo>
                    <a:cubicBezTo>
                      <a:pt x="87" y="336"/>
                      <a:pt x="87" y="337"/>
                      <a:pt x="87" y="338"/>
                    </a:cubicBezTo>
                    <a:cubicBezTo>
                      <a:pt x="87" y="339"/>
                      <a:pt x="87" y="339"/>
                      <a:pt x="87" y="340"/>
                    </a:cubicBezTo>
                    <a:lnTo>
                      <a:pt x="87" y="340"/>
                    </a:lnTo>
                    <a:cubicBezTo>
                      <a:pt x="84" y="357"/>
                      <a:pt x="83" y="375"/>
                      <a:pt x="83" y="393"/>
                    </a:cubicBezTo>
                    <a:cubicBezTo>
                      <a:pt x="83" y="411"/>
                      <a:pt x="84" y="428"/>
                      <a:pt x="87" y="446"/>
                    </a:cubicBezTo>
                    <a:lnTo>
                      <a:pt x="87" y="446"/>
                    </a:lnTo>
                    <a:lnTo>
                      <a:pt x="87" y="447"/>
                    </a:lnTo>
                    <a:cubicBezTo>
                      <a:pt x="87" y="449"/>
                      <a:pt x="86" y="449"/>
                      <a:pt x="86" y="451"/>
                    </a:cubicBezTo>
                    <a:cubicBezTo>
                      <a:pt x="85" y="451"/>
                      <a:pt x="86" y="452"/>
                      <a:pt x="86" y="452"/>
                    </a:cubicBezTo>
                    <a:lnTo>
                      <a:pt x="86" y="452"/>
                    </a:lnTo>
                    <a:cubicBezTo>
                      <a:pt x="85" y="453"/>
                      <a:pt x="84" y="453"/>
                      <a:pt x="83" y="454"/>
                    </a:cubicBezTo>
                    <a:cubicBezTo>
                      <a:pt x="81" y="454"/>
                      <a:pt x="81" y="455"/>
                      <a:pt x="80" y="455"/>
                    </a:cubicBezTo>
                    <a:lnTo>
                      <a:pt x="19" y="466"/>
                    </a:lnTo>
                    <a:lnTo>
                      <a:pt x="19" y="466"/>
                    </a:lnTo>
                    <a:cubicBezTo>
                      <a:pt x="26" y="504"/>
                      <a:pt x="39" y="540"/>
                      <a:pt x="58" y="573"/>
                    </a:cubicBezTo>
                    <a:lnTo>
                      <a:pt x="112" y="542"/>
                    </a:lnTo>
                    <a:lnTo>
                      <a:pt x="112" y="542"/>
                    </a:lnTo>
                    <a:lnTo>
                      <a:pt x="112" y="542"/>
                    </a:lnTo>
                    <a:cubicBezTo>
                      <a:pt x="113" y="541"/>
                      <a:pt x="114" y="541"/>
                      <a:pt x="116" y="541"/>
                    </a:cubicBezTo>
                    <a:cubicBezTo>
                      <a:pt x="117" y="541"/>
                      <a:pt x="117" y="541"/>
                      <a:pt x="118" y="541"/>
                    </a:cubicBezTo>
                    <a:lnTo>
                      <a:pt x="118" y="541"/>
                    </a:lnTo>
                    <a:cubicBezTo>
                      <a:pt x="119" y="541"/>
                      <a:pt x="119" y="541"/>
                      <a:pt x="120" y="542"/>
                    </a:cubicBezTo>
                    <a:cubicBezTo>
                      <a:pt x="121" y="542"/>
                      <a:pt x="122" y="544"/>
                      <a:pt x="123" y="545"/>
                    </a:cubicBezTo>
                    <a:lnTo>
                      <a:pt x="123" y="545"/>
                    </a:lnTo>
                    <a:lnTo>
                      <a:pt x="123" y="545"/>
                    </a:lnTo>
                    <a:lnTo>
                      <a:pt x="123" y="546"/>
                    </a:lnTo>
                    <a:cubicBezTo>
                      <a:pt x="141" y="576"/>
                      <a:pt x="164" y="603"/>
                      <a:pt x="191" y="626"/>
                    </a:cubicBezTo>
                    <a:lnTo>
                      <a:pt x="191" y="626"/>
                    </a:lnTo>
                    <a:cubicBezTo>
                      <a:pt x="192" y="627"/>
                      <a:pt x="192" y="626"/>
                      <a:pt x="193" y="628"/>
                    </a:cubicBezTo>
                    <a:cubicBezTo>
                      <a:pt x="193" y="629"/>
                      <a:pt x="194" y="631"/>
                      <a:pt x="194" y="633"/>
                    </a:cubicBezTo>
                    <a:cubicBezTo>
                      <a:pt x="194" y="634"/>
                      <a:pt x="194" y="635"/>
                      <a:pt x="193" y="637"/>
                    </a:cubicBezTo>
                    <a:cubicBezTo>
                      <a:pt x="192" y="637"/>
                      <a:pt x="192" y="638"/>
                      <a:pt x="192" y="638"/>
                    </a:cubicBezTo>
                    <a:lnTo>
                      <a:pt x="152" y="685"/>
                    </a:lnTo>
                    <a:lnTo>
                      <a:pt x="152" y="685"/>
                    </a:lnTo>
                    <a:cubicBezTo>
                      <a:pt x="166" y="697"/>
                      <a:pt x="182" y="708"/>
                      <a:pt x="198" y="717"/>
                    </a:cubicBezTo>
                    <a:cubicBezTo>
                      <a:pt x="215" y="728"/>
                      <a:pt x="232" y="735"/>
                      <a:pt x="250" y="742"/>
                    </a:cubicBezTo>
                    <a:lnTo>
                      <a:pt x="272" y="683"/>
                    </a:lnTo>
                    <a:lnTo>
                      <a:pt x="272" y="683"/>
                    </a:lnTo>
                    <a:lnTo>
                      <a:pt x="272" y="682"/>
                    </a:lnTo>
                    <a:cubicBezTo>
                      <a:pt x="273" y="680"/>
                      <a:pt x="273" y="679"/>
                      <a:pt x="275" y="678"/>
                    </a:cubicBezTo>
                    <a:cubicBezTo>
                      <a:pt x="276" y="678"/>
                      <a:pt x="278" y="677"/>
                      <a:pt x="280" y="6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34"/>
              <p:cNvSpPr/>
              <p:nvPr/>
            </p:nvSpPr>
            <p:spPr>
              <a:xfrm>
                <a:off x="5272303" y="3282782"/>
                <a:ext cx="213986" cy="214599"/>
              </a:xfrm>
              <a:custGeom>
                <a:avLst/>
                <a:gdLst/>
                <a:ahLst/>
                <a:cxnLst/>
                <a:rect l="l" t="t" r="r" b="b"/>
                <a:pathLst>
                  <a:path w="351" h="352" extrusionOk="0">
                    <a:moveTo>
                      <a:pt x="175" y="351"/>
                    </a:moveTo>
                    <a:lnTo>
                      <a:pt x="175" y="351"/>
                    </a:lnTo>
                    <a:lnTo>
                      <a:pt x="175" y="351"/>
                    </a:lnTo>
                    <a:cubicBezTo>
                      <a:pt x="144" y="351"/>
                      <a:pt x="113" y="342"/>
                      <a:pt x="87" y="327"/>
                    </a:cubicBezTo>
                    <a:cubicBezTo>
                      <a:pt x="60" y="311"/>
                      <a:pt x="38" y="290"/>
                      <a:pt x="23" y="263"/>
                    </a:cubicBezTo>
                    <a:cubicBezTo>
                      <a:pt x="8" y="236"/>
                      <a:pt x="0" y="206"/>
                      <a:pt x="0" y="176"/>
                    </a:cubicBezTo>
                    <a:cubicBezTo>
                      <a:pt x="0" y="145"/>
                      <a:pt x="8" y="115"/>
                      <a:pt x="23" y="88"/>
                    </a:cubicBezTo>
                    <a:cubicBezTo>
                      <a:pt x="38" y="61"/>
                      <a:pt x="60" y="39"/>
                      <a:pt x="87" y="24"/>
                    </a:cubicBezTo>
                    <a:cubicBezTo>
                      <a:pt x="113" y="8"/>
                      <a:pt x="144" y="0"/>
                      <a:pt x="175" y="0"/>
                    </a:cubicBezTo>
                    <a:cubicBezTo>
                      <a:pt x="206" y="0"/>
                      <a:pt x="235" y="8"/>
                      <a:pt x="262" y="24"/>
                    </a:cubicBezTo>
                    <a:cubicBezTo>
                      <a:pt x="288" y="39"/>
                      <a:pt x="310" y="61"/>
                      <a:pt x="326" y="88"/>
                    </a:cubicBezTo>
                    <a:cubicBezTo>
                      <a:pt x="341" y="115"/>
                      <a:pt x="350" y="145"/>
                      <a:pt x="350" y="176"/>
                    </a:cubicBezTo>
                    <a:lnTo>
                      <a:pt x="350" y="176"/>
                    </a:lnTo>
                    <a:lnTo>
                      <a:pt x="350" y="176"/>
                    </a:lnTo>
                    <a:cubicBezTo>
                      <a:pt x="350" y="206"/>
                      <a:pt x="341" y="235"/>
                      <a:pt x="326" y="263"/>
                    </a:cubicBezTo>
                    <a:cubicBezTo>
                      <a:pt x="310" y="289"/>
                      <a:pt x="288" y="311"/>
                      <a:pt x="262" y="327"/>
                    </a:cubicBezTo>
                    <a:cubicBezTo>
                      <a:pt x="235" y="342"/>
                      <a:pt x="206" y="351"/>
                      <a:pt x="175" y="351"/>
                    </a:cubicBezTo>
                    <a:moveTo>
                      <a:pt x="175" y="17"/>
                    </a:moveTo>
                    <a:lnTo>
                      <a:pt x="175" y="17"/>
                    </a:lnTo>
                    <a:lnTo>
                      <a:pt x="175" y="17"/>
                    </a:lnTo>
                    <a:cubicBezTo>
                      <a:pt x="147" y="17"/>
                      <a:pt x="120" y="24"/>
                      <a:pt x="96" y="38"/>
                    </a:cubicBezTo>
                    <a:cubicBezTo>
                      <a:pt x="71" y="51"/>
                      <a:pt x="51" y="72"/>
                      <a:pt x="38" y="96"/>
                    </a:cubicBezTo>
                    <a:cubicBezTo>
                      <a:pt x="24" y="120"/>
                      <a:pt x="16" y="148"/>
                      <a:pt x="16" y="176"/>
                    </a:cubicBezTo>
                    <a:cubicBezTo>
                      <a:pt x="16" y="203"/>
                      <a:pt x="24" y="231"/>
                      <a:pt x="38" y="255"/>
                    </a:cubicBezTo>
                    <a:cubicBezTo>
                      <a:pt x="51" y="279"/>
                      <a:pt x="71" y="299"/>
                      <a:pt x="96" y="313"/>
                    </a:cubicBezTo>
                    <a:cubicBezTo>
                      <a:pt x="120" y="327"/>
                      <a:pt x="147" y="334"/>
                      <a:pt x="175" y="334"/>
                    </a:cubicBezTo>
                    <a:cubicBezTo>
                      <a:pt x="203" y="334"/>
                      <a:pt x="230" y="327"/>
                      <a:pt x="254" y="313"/>
                    </a:cubicBezTo>
                    <a:cubicBezTo>
                      <a:pt x="278" y="299"/>
                      <a:pt x="298" y="279"/>
                      <a:pt x="312" y="255"/>
                    </a:cubicBezTo>
                    <a:cubicBezTo>
                      <a:pt x="326" y="231"/>
                      <a:pt x="333" y="203"/>
                      <a:pt x="333" y="176"/>
                    </a:cubicBezTo>
                    <a:lnTo>
                      <a:pt x="333" y="176"/>
                    </a:lnTo>
                    <a:cubicBezTo>
                      <a:pt x="333" y="148"/>
                      <a:pt x="325" y="121"/>
                      <a:pt x="312" y="97"/>
                    </a:cubicBezTo>
                    <a:cubicBezTo>
                      <a:pt x="297" y="72"/>
                      <a:pt x="278" y="51"/>
                      <a:pt x="254" y="38"/>
                    </a:cubicBezTo>
                    <a:cubicBezTo>
                      <a:pt x="230" y="24"/>
                      <a:pt x="203" y="17"/>
                      <a:pt x="175" y="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5" name="Google Shape;2035;p34"/>
            <p:cNvGrpSpPr/>
            <p:nvPr/>
          </p:nvGrpSpPr>
          <p:grpSpPr>
            <a:xfrm>
              <a:off x="4408628" y="3428896"/>
              <a:ext cx="153089" cy="251350"/>
              <a:chOff x="2587197" y="2869324"/>
              <a:chExt cx="110318" cy="181127"/>
            </a:xfrm>
          </p:grpSpPr>
          <p:sp>
            <p:nvSpPr>
              <p:cNvPr id="2036" name="Google Shape;2036;p34"/>
              <p:cNvSpPr/>
              <p:nvPr/>
            </p:nvSpPr>
            <p:spPr>
              <a:xfrm>
                <a:off x="2587197" y="2869324"/>
                <a:ext cx="110318" cy="181127"/>
              </a:xfrm>
              <a:custGeom>
                <a:avLst/>
                <a:gdLst/>
                <a:ahLst/>
                <a:cxnLst/>
                <a:rect l="l" t="t" r="r" b="b"/>
                <a:pathLst>
                  <a:path w="282" h="463" extrusionOk="0">
                    <a:moveTo>
                      <a:pt x="165" y="462"/>
                    </a:moveTo>
                    <a:lnTo>
                      <a:pt x="121" y="462"/>
                    </a:lnTo>
                    <a:lnTo>
                      <a:pt x="121" y="462"/>
                    </a:lnTo>
                    <a:lnTo>
                      <a:pt x="121" y="462"/>
                    </a:lnTo>
                    <a:cubicBezTo>
                      <a:pt x="119" y="462"/>
                      <a:pt x="118" y="461"/>
                      <a:pt x="117" y="461"/>
                    </a:cubicBezTo>
                    <a:cubicBezTo>
                      <a:pt x="116" y="460"/>
                      <a:pt x="114" y="460"/>
                      <a:pt x="114" y="459"/>
                    </a:cubicBezTo>
                    <a:cubicBezTo>
                      <a:pt x="113" y="457"/>
                      <a:pt x="113" y="456"/>
                      <a:pt x="113" y="455"/>
                    </a:cubicBezTo>
                    <a:lnTo>
                      <a:pt x="113" y="455"/>
                    </a:lnTo>
                    <a:lnTo>
                      <a:pt x="113" y="424"/>
                    </a:lnTo>
                    <a:lnTo>
                      <a:pt x="113" y="424"/>
                    </a:lnTo>
                    <a:cubicBezTo>
                      <a:pt x="76" y="422"/>
                      <a:pt x="40" y="413"/>
                      <a:pt x="6" y="398"/>
                    </a:cubicBezTo>
                    <a:lnTo>
                      <a:pt x="6" y="398"/>
                    </a:lnTo>
                    <a:lnTo>
                      <a:pt x="6" y="398"/>
                    </a:lnTo>
                    <a:cubicBezTo>
                      <a:pt x="5" y="397"/>
                      <a:pt x="4" y="396"/>
                      <a:pt x="3" y="395"/>
                    </a:cubicBezTo>
                    <a:cubicBezTo>
                      <a:pt x="2" y="394"/>
                      <a:pt x="2" y="392"/>
                      <a:pt x="2" y="391"/>
                    </a:cubicBezTo>
                    <a:cubicBezTo>
                      <a:pt x="2" y="390"/>
                      <a:pt x="2" y="390"/>
                      <a:pt x="2" y="389"/>
                    </a:cubicBezTo>
                    <a:lnTo>
                      <a:pt x="24" y="317"/>
                    </a:lnTo>
                    <a:lnTo>
                      <a:pt x="24" y="317"/>
                    </a:lnTo>
                    <a:lnTo>
                      <a:pt x="24" y="316"/>
                    </a:lnTo>
                    <a:cubicBezTo>
                      <a:pt x="25" y="315"/>
                      <a:pt x="26" y="314"/>
                      <a:pt x="27" y="313"/>
                    </a:cubicBezTo>
                    <a:cubicBezTo>
                      <a:pt x="28" y="312"/>
                      <a:pt x="29" y="312"/>
                      <a:pt x="31" y="312"/>
                    </a:cubicBezTo>
                    <a:cubicBezTo>
                      <a:pt x="32" y="312"/>
                      <a:pt x="33" y="312"/>
                      <a:pt x="34" y="313"/>
                    </a:cubicBezTo>
                    <a:lnTo>
                      <a:pt x="34" y="313"/>
                    </a:lnTo>
                    <a:cubicBezTo>
                      <a:pt x="48" y="320"/>
                      <a:pt x="62" y="325"/>
                      <a:pt x="77" y="329"/>
                    </a:cubicBezTo>
                    <a:lnTo>
                      <a:pt x="77" y="329"/>
                    </a:lnTo>
                    <a:cubicBezTo>
                      <a:pt x="89" y="332"/>
                      <a:pt x="101" y="334"/>
                      <a:pt x="113" y="335"/>
                    </a:cubicBezTo>
                    <a:lnTo>
                      <a:pt x="113" y="276"/>
                    </a:lnTo>
                    <a:lnTo>
                      <a:pt x="111" y="275"/>
                    </a:lnTo>
                    <a:cubicBezTo>
                      <a:pt x="76" y="266"/>
                      <a:pt x="48" y="251"/>
                      <a:pt x="29" y="231"/>
                    </a:cubicBezTo>
                    <a:lnTo>
                      <a:pt x="29" y="231"/>
                    </a:lnTo>
                    <a:cubicBezTo>
                      <a:pt x="23" y="225"/>
                      <a:pt x="18" y="217"/>
                      <a:pt x="14" y="210"/>
                    </a:cubicBezTo>
                    <a:cubicBezTo>
                      <a:pt x="5" y="194"/>
                      <a:pt x="0" y="177"/>
                      <a:pt x="0" y="159"/>
                    </a:cubicBezTo>
                    <a:lnTo>
                      <a:pt x="0" y="159"/>
                    </a:lnTo>
                    <a:lnTo>
                      <a:pt x="0" y="159"/>
                    </a:lnTo>
                    <a:cubicBezTo>
                      <a:pt x="0" y="158"/>
                      <a:pt x="0" y="157"/>
                      <a:pt x="0" y="156"/>
                    </a:cubicBezTo>
                    <a:cubicBezTo>
                      <a:pt x="0" y="139"/>
                      <a:pt x="5" y="122"/>
                      <a:pt x="13" y="107"/>
                    </a:cubicBezTo>
                    <a:cubicBezTo>
                      <a:pt x="18" y="98"/>
                      <a:pt x="25" y="90"/>
                      <a:pt x="33" y="83"/>
                    </a:cubicBezTo>
                    <a:cubicBezTo>
                      <a:pt x="53" y="65"/>
                      <a:pt x="80" y="54"/>
                      <a:pt x="113" y="50"/>
                    </a:cubicBezTo>
                    <a:lnTo>
                      <a:pt x="113" y="7"/>
                    </a:lnTo>
                    <a:lnTo>
                      <a:pt x="113" y="7"/>
                    </a:lnTo>
                    <a:lnTo>
                      <a:pt x="113" y="7"/>
                    </a:lnTo>
                    <a:cubicBezTo>
                      <a:pt x="113" y="6"/>
                      <a:pt x="113" y="4"/>
                      <a:pt x="114" y="3"/>
                    </a:cubicBezTo>
                    <a:cubicBezTo>
                      <a:pt x="114" y="2"/>
                      <a:pt x="116" y="1"/>
                      <a:pt x="117" y="1"/>
                    </a:cubicBezTo>
                    <a:cubicBezTo>
                      <a:pt x="118" y="0"/>
                      <a:pt x="119" y="0"/>
                      <a:pt x="121" y="0"/>
                    </a:cubicBezTo>
                    <a:lnTo>
                      <a:pt x="121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5" y="0"/>
                    </a:lnTo>
                    <a:cubicBezTo>
                      <a:pt x="166" y="0"/>
                      <a:pt x="167" y="0"/>
                      <a:pt x="169" y="1"/>
                    </a:cubicBezTo>
                    <a:cubicBezTo>
                      <a:pt x="170" y="1"/>
                      <a:pt x="170" y="2"/>
                      <a:pt x="171" y="3"/>
                    </a:cubicBezTo>
                    <a:cubicBezTo>
                      <a:pt x="171" y="4"/>
                      <a:pt x="172" y="6"/>
                      <a:pt x="172" y="7"/>
                    </a:cubicBezTo>
                    <a:lnTo>
                      <a:pt x="172" y="7"/>
                    </a:lnTo>
                    <a:lnTo>
                      <a:pt x="172" y="50"/>
                    </a:lnTo>
                    <a:lnTo>
                      <a:pt x="172" y="50"/>
                    </a:lnTo>
                    <a:cubicBezTo>
                      <a:pt x="204" y="53"/>
                      <a:pt x="235" y="62"/>
                      <a:pt x="265" y="75"/>
                    </a:cubicBezTo>
                    <a:lnTo>
                      <a:pt x="265" y="75"/>
                    </a:lnTo>
                    <a:lnTo>
                      <a:pt x="265" y="76"/>
                    </a:lnTo>
                    <a:cubicBezTo>
                      <a:pt x="266" y="76"/>
                      <a:pt x="267" y="77"/>
                      <a:pt x="268" y="78"/>
                    </a:cubicBezTo>
                    <a:cubicBezTo>
                      <a:pt x="269" y="79"/>
                      <a:pt x="269" y="81"/>
                      <a:pt x="269" y="82"/>
                    </a:cubicBezTo>
                    <a:cubicBezTo>
                      <a:pt x="269" y="83"/>
                      <a:pt x="269" y="84"/>
                      <a:pt x="268" y="85"/>
                    </a:cubicBezTo>
                    <a:lnTo>
                      <a:pt x="241" y="155"/>
                    </a:lnTo>
                    <a:lnTo>
                      <a:pt x="241" y="155"/>
                    </a:lnTo>
                    <a:lnTo>
                      <a:pt x="241" y="156"/>
                    </a:lnTo>
                    <a:cubicBezTo>
                      <a:pt x="240" y="157"/>
                      <a:pt x="239" y="157"/>
                      <a:pt x="238" y="158"/>
                    </a:cubicBezTo>
                    <a:cubicBezTo>
                      <a:pt x="237" y="158"/>
                      <a:pt x="235" y="159"/>
                      <a:pt x="234" y="159"/>
                    </a:cubicBezTo>
                    <a:cubicBezTo>
                      <a:pt x="232" y="159"/>
                      <a:pt x="232" y="159"/>
                      <a:pt x="231" y="158"/>
                    </a:cubicBezTo>
                    <a:lnTo>
                      <a:pt x="230" y="158"/>
                    </a:lnTo>
                    <a:cubicBezTo>
                      <a:pt x="216" y="148"/>
                      <a:pt x="196" y="142"/>
                      <a:pt x="172" y="138"/>
                    </a:cubicBezTo>
                    <a:lnTo>
                      <a:pt x="173" y="194"/>
                    </a:lnTo>
                    <a:cubicBezTo>
                      <a:pt x="207" y="203"/>
                      <a:pt x="234" y="217"/>
                      <a:pt x="252" y="237"/>
                    </a:cubicBezTo>
                    <a:lnTo>
                      <a:pt x="252" y="237"/>
                    </a:lnTo>
                    <a:cubicBezTo>
                      <a:pt x="258" y="243"/>
                      <a:pt x="264" y="250"/>
                      <a:pt x="268" y="257"/>
                    </a:cubicBezTo>
                    <a:cubicBezTo>
                      <a:pt x="277" y="272"/>
                      <a:pt x="281" y="290"/>
                      <a:pt x="281" y="307"/>
                    </a:cubicBezTo>
                    <a:cubicBezTo>
                      <a:pt x="281" y="308"/>
                      <a:pt x="281" y="308"/>
                      <a:pt x="281" y="308"/>
                    </a:cubicBezTo>
                    <a:cubicBezTo>
                      <a:pt x="281" y="341"/>
                      <a:pt x="271" y="367"/>
                      <a:pt x="251" y="387"/>
                    </a:cubicBezTo>
                    <a:cubicBezTo>
                      <a:pt x="232" y="405"/>
                      <a:pt x="205" y="417"/>
                      <a:pt x="172" y="422"/>
                    </a:cubicBezTo>
                    <a:lnTo>
                      <a:pt x="172" y="455"/>
                    </a:lnTo>
                    <a:lnTo>
                      <a:pt x="172" y="455"/>
                    </a:lnTo>
                    <a:lnTo>
                      <a:pt x="172" y="455"/>
                    </a:lnTo>
                    <a:cubicBezTo>
                      <a:pt x="172" y="456"/>
                      <a:pt x="171" y="457"/>
                      <a:pt x="171" y="459"/>
                    </a:cubicBezTo>
                    <a:cubicBezTo>
                      <a:pt x="170" y="460"/>
                      <a:pt x="170" y="460"/>
                      <a:pt x="169" y="461"/>
                    </a:cubicBezTo>
                    <a:cubicBezTo>
                      <a:pt x="168" y="461"/>
                      <a:pt x="166" y="462"/>
                      <a:pt x="165" y="462"/>
                    </a:cubicBezTo>
                    <a:moveTo>
                      <a:pt x="128" y="448"/>
                    </a:moveTo>
                    <a:lnTo>
                      <a:pt x="158" y="448"/>
                    </a:lnTo>
                    <a:lnTo>
                      <a:pt x="158" y="416"/>
                    </a:lnTo>
                    <a:lnTo>
                      <a:pt x="158" y="416"/>
                    </a:lnTo>
                    <a:lnTo>
                      <a:pt x="158" y="416"/>
                    </a:lnTo>
                    <a:cubicBezTo>
                      <a:pt x="158" y="414"/>
                      <a:pt x="158" y="413"/>
                      <a:pt x="159" y="412"/>
                    </a:cubicBezTo>
                    <a:cubicBezTo>
                      <a:pt x="159" y="411"/>
                      <a:pt x="160" y="409"/>
                      <a:pt x="161" y="409"/>
                    </a:cubicBezTo>
                    <a:cubicBezTo>
                      <a:pt x="162" y="408"/>
                      <a:pt x="163" y="409"/>
                      <a:pt x="164" y="408"/>
                    </a:cubicBezTo>
                    <a:cubicBezTo>
                      <a:pt x="197" y="405"/>
                      <a:pt x="222" y="394"/>
                      <a:pt x="240" y="377"/>
                    </a:cubicBezTo>
                    <a:cubicBezTo>
                      <a:pt x="257" y="359"/>
                      <a:pt x="267" y="337"/>
                      <a:pt x="267" y="309"/>
                    </a:cubicBezTo>
                    <a:lnTo>
                      <a:pt x="267" y="309"/>
                    </a:lnTo>
                    <a:cubicBezTo>
                      <a:pt x="267" y="308"/>
                      <a:pt x="267" y="308"/>
                      <a:pt x="267" y="307"/>
                    </a:cubicBezTo>
                    <a:cubicBezTo>
                      <a:pt x="267" y="292"/>
                      <a:pt x="262" y="278"/>
                      <a:pt x="255" y="265"/>
                    </a:cubicBezTo>
                    <a:cubicBezTo>
                      <a:pt x="251" y="258"/>
                      <a:pt x="247" y="253"/>
                      <a:pt x="242" y="247"/>
                    </a:cubicBezTo>
                    <a:cubicBezTo>
                      <a:pt x="225" y="230"/>
                      <a:pt x="200" y="217"/>
                      <a:pt x="169" y="209"/>
                    </a:cubicBezTo>
                    <a:lnTo>
                      <a:pt x="163" y="207"/>
                    </a:lnTo>
                    <a:lnTo>
                      <a:pt x="163" y="207"/>
                    </a:lnTo>
                    <a:cubicBezTo>
                      <a:pt x="162" y="207"/>
                      <a:pt x="162" y="207"/>
                      <a:pt x="161" y="207"/>
                    </a:cubicBezTo>
                    <a:cubicBezTo>
                      <a:pt x="160" y="206"/>
                      <a:pt x="158" y="205"/>
                      <a:pt x="158" y="204"/>
                    </a:cubicBezTo>
                    <a:cubicBezTo>
                      <a:pt x="157" y="203"/>
                      <a:pt x="157" y="201"/>
                      <a:pt x="157" y="200"/>
                    </a:cubicBezTo>
                    <a:lnTo>
                      <a:pt x="157" y="130"/>
                    </a:lnTo>
                    <a:lnTo>
                      <a:pt x="157" y="130"/>
                    </a:lnTo>
                    <a:lnTo>
                      <a:pt x="157" y="130"/>
                    </a:lnTo>
                    <a:cubicBezTo>
                      <a:pt x="157" y="129"/>
                      <a:pt x="157" y="127"/>
                      <a:pt x="158" y="126"/>
                    </a:cubicBezTo>
                    <a:cubicBezTo>
                      <a:pt x="158" y="124"/>
                      <a:pt x="160" y="124"/>
                      <a:pt x="161" y="124"/>
                    </a:cubicBezTo>
                    <a:cubicBezTo>
                      <a:pt x="162" y="123"/>
                      <a:pt x="163" y="123"/>
                      <a:pt x="165" y="123"/>
                    </a:cubicBezTo>
                    <a:lnTo>
                      <a:pt x="166" y="123"/>
                    </a:lnTo>
                    <a:lnTo>
                      <a:pt x="166" y="123"/>
                    </a:lnTo>
                    <a:cubicBezTo>
                      <a:pt x="188" y="125"/>
                      <a:pt x="210" y="131"/>
                      <a:pt x="230" y="141"/>
                    </a:cubicBezTo>
                    <a:lnTo>
                      <a:pt x="252" y="86"/>
                    </a:lnTo>
                    <a:lnTo>
                      <a:pt x="252" y="86"/>
                    </a:lnTo>
                    <a:cubicBezTo>
                      <a:pt x="224" y="74"/>
                      <a:pt x="194" y="66"/>
                      <a:pt x="164" y="64"/>
                    </a:cubicBezTo>
                    <a:lnTo>
                      <a:pt x="164" y="64"/>
                    </a:lnTo>
                    <a:cubicBezTo>
                      <a:pt x="163" y="64"/>
                      <a:pt x="162" y="63"/>
                      <a:pt x="161" y="63"/>
                    </a:cubicBezTo>
                    <a:cubicBezTo>
                      <a:pt x="160" y="62"/>
                      <a:pt x="158" y="61"/>
                      <a:pt x="158" y="60"/>
                    </a:cubicBezTo>
                    <a:cubicBezTo>
                      <a:pt x="157" y="59"/>
                      <a:pt x="157" y="58"/>
                      <a:pt x="157" y="57"/>
                    </a:cubicBezTo>
                    <a:lnTo>
                      <a:pt x="157" y="14"/>
                    </a:lnTo>
                    <a:lnTo>
                      <a:pt x="128" y="14"/>
                    </a:lnTo>
                    <a:lnTo>
                      <a:pt x="128" y="57"/>
                    </a:lnTo>
                    <a:lnTo>
                      <a:pt x="128" y="57"/>
                    </a:lnTo>
                    <a:lnTo>
                      <a:pt x="128" y="57"/>
                    </a:lnTo>
                    <a:cubicBezTo>
                      <a:pt x="128" y="58"/>
                      <a:pt x="127" y="59"/>
                      <a:pt x="127" y="60"/>
                    </a:cubicBezTo>
                    <a:cubicBezTo>
                      <a:pt x="126" y="61"/>
                      <a:pt x="125" y="62"/>
                      <a:pt x="124" y="63"/>
                    </a:cubicBezTo>
                    <a:cubicBezTo>
                      <a:pt x="123" y="63"/>
                      <a:pt x="122" y="64"/>
                      <a:pt x="121" y="64"/>
                    </a:cubicBezTo>
                    <a:cubicBezTo>
                      <a:pt x="88" y="67"/>
                      <a:pt x="61" y="77"/>
                      <a:pt x="43" y="94"/>
                    </a:cubicBezTo>
                    <a:lnTo>
                      <a:pt x="43" y="94"/>
                    </a:lnTo>
                    <a:cubicBezTo>
                      <a:pt x="36" y="100"/>
                      <a:pt x="30" y="107"/>
                      <a:pt x="26" y="114"/>
                    </a:cubicBezTo>
                    <a:cubicBezTo>
                      <a:pt x="19" y="127"/>
                      <a:pt x="15" y="141"/>
                      <a:pt x="15" y="155"/>
                    </a:cubicBezTo>
                    <a:cubicBezTo>
                      <a:pt x="15" y="156"/>
                      <a:pt x="15" y="157"/>
                      <a:pt x="15" y="158"/>
                    </a:cubicBezTo>
                    <a:lnTo>
                      <a:pt x="15" y="158"/>
                    </a:lnTo>
                    <a:cubicBezTo>
                      <a:pt x="15" y="159"/>
                      <a:pt x="15" y="159"/>
                      <a:pt x="15" y="160"/>
                    </a:cubicBezTo>
                    <a:cubicBezTo>
                      <a:pt x="15" y="175"/>
                      <a:pt x="19" y="189"/>
                      <a:pt x="27" y="203"/>
                    </a:cubicBezTo>
                    <a:cubicBezTo>
                      <a:pt x="30" y="208"/>
                      <a:pt x="35" y="215"/>
                      <a:pt x="40" y="220"/>
                    </a:cubicBezTo>
                    <a:cubicBezTo>
                      <a:pt x="57" y="238"/>
                      <a:pt x="82" y="252"/>
                      <a:pt x="115" y="261"/>
                    </a:cubicBezTo>
                    <a:lnTo>
                      <a:pt x="122" y="263"/>
                    </a:lnTo>
                    <a:lnTo>
                      <a:pt x="122" y="263"/>
                    </a:lnTo>
                    <a:cubicBezTo>
                      <a:pt x="123" y="263"/>
                      <a:pt x="123" y="263"/>
                      <a:pt x="124" y="264"/>
                    </a:cubicBezTo>
                    <a:cubicBezTo>
                      <a:pt x="124" y="264"/>
                      <a:pt x="126" y="264"/>
                      <a:pt x="127" y="266"/>
                    </a:cubicBezTo>
                    <a:cubicBezTo>
                      <a:pt x="127" y="267"/>
                      <a:pt x="128" y="269"/>
                      <a:pt x="128" y="270"/>
                    </a:cubicBezTo>
                    <a:lnTo>
                      <a:pt x="128" y="270"/>
                    </a:lnTo>
                    <a:lnTo>
                      <a:pt x="128" y="343"/>
                    </a:lnTo>
                    <a:lnTo>
                      <a:pt x="128" y="343"/>
                    </a:lnTo>
                    <a:cubicBezTo>
                      <a:pt x="128" y="344"/>
                      <a:pt x="127" y="346"/>
                      <a:pt x="127" y="347"/>
                    </a:cubicBezTo>
                    <a:cubicBezTo>
                      <a:pt x="126" y="348"/>
                      <a:pt x="126" y="348"/>
                      <a:pt x="125" y="349"/>
                    </a:cubicBezTo>
                    <a:lnTo>
                      <a:pt x="125" y="349"/>
                    </a:lnTo>
                    <a:cubicBezTo>
                      <a:pt x="125" y="349"/>
                      <a:pt x="125" y="348"/>
                      <a:pt x="124" y="349"/>
                    </a:cubicBezTo>
                    <a:cubicBezTo>
                      <a:pt x="123" y="349"/>
                      <a:pt x="122" y="351"/>
                      <a:pt x="120" y="351"/>
                    </a:cubicBezTo>
                    <a:lnTo>
                      <a:pt x="120" y="351"/>
                    </a:lnTo>
                    <a:lnTo>
                      <a:pt x="120" y="351"/>
                    </a:lnTo>
                    <a:cubicBezTo>
                      <a:pt x="104" y="349"/>
                      <a:pt x="89" y="347"/>
                      <a:pt x="74" y="343"/>
                    </a:cubicBezTo>
                    <a:lnTo>
                      <a:pt x="74" y="343"/>
                    </a:lnTo>
                    <a:cubicBezTo>
                      <a:pt x="61" y="340"/>
                      <a:pt x="48" y="335"/>
                      <a:pt x="35" y="330"/>
                    </a:cubicBezTo>
                    <a:lnTo>
                      <a:pt x="18" y="387"/>
                    </a:lnTo>
                    <a:lnTo>
                      <a:pt x="18" y="387"/>
                    </a:lnTo>
                    <a:cubicBezTo>
                      <a:pt x="51" y="401"/>
                      <a:pt x="86" y="408"/>
                      <a:pt x="121" y="410"/>
                    </a:cubicBezTo>
                    <a:lnTo>
                      <a:pt x="121" y="410"/>
                    </a:lnTo>
                    <a:cubicBezTo>
                      <a:pt x="122" y="410"/>
                      <a:pt x="123" y="409"/>
                      <a:pt x="124" y="410"/>
                    </a:cubicBezTo>
                    <a:cubicBezTo>
                      <a:pt x="125" y="410"/>
                      <a:pt x="126" y="412"/>
                      <a:pt x="127" y="413"/>
                    </a:cubicBezTo>
                    <a:cubicBezTo>
                      <a:pt x="128" y="414"/>
                      <a:pt x="128" y="416"/>
                      <a:pt x="128" y="417"/>
                    </a:cubicBezTo>
                    <a:lnTo>
                      <a:pt x="128" y="417"/>
                    </a:lnTo>
                    <a:lnTo>
                      <a:pt x="128" y="44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34"/>
              <p:cNvSpPr/>
              <p:nvPr/>
            </p:nvSpPr>
            <p:spPr>
              <a:xfrm>
                <a:off x="2620840" y="2917442"/>
                <a:ext cx="16822" cy="28167"/>
              </a:xfrm>
              <a:custGeom>
                <a:avLst/>
                <a:gdLst/>
                <a:ahLst/>
                <a:cxnLst/>
                <a:rect l="l" t="t" r="r" b="b"/>
                <a:pathLst>
                  <a:path w="43" h="72" extrusionOk="0">
                    <a:moveTo>
                      <a:pt x="35" y="71"/>
                    </a:moveTo>
                    <a:lnTo>
                      <a:pt x="35" y="71"/>
                    </a:lnTo>
                    <a:cubicBezTo>
                      <a:pt x="34" y="71"/>
                      <a:pt x="33" y="71"/>
                      <a:pt x="32" y="71"/>
                    </a:cubicBezTo>
                    <a:lnTo>
                      <a:pt x="32" y="71"/>
                    </a:lnTo>
                    <a:cubicBezTo>
                      <a:pt x="28" y="70"/>
                      <a:pt x="24" y="68"/>
                      <a:pt x="20" y="66"/>
                    </a:cubicBezTo>
                    <a:cubicBezTo>
                      <a:pt x="16" y="63"/>
                      <a:pt x="11" y="60"/>
                      <a:pt x="8" y="56"/>
                    </a:cubicBezTo>
                    <a:lnTo>
                      <a:pt x="8" y="56"/>
                    </a:lnTo>
                    <a:cubicBezTo>
                      <a:pt x="6" y="55"/>
                      <a:pt x="5" y="53"/>
                      <a:pt x="4" y="51"/>
                    </a:cubicBezTo>
                    <a:cubicBezTo>
                      <a:pt x="2" y="47"/>
                      <a:pt x="0" y="41"/>
                      <a:pt x="0" y="36"/>
                    </a:cubicBezTo>
                    <a:lnTo>
                      <a:pt x="0" y="35"/>
                    </a:lnTo>
                    <a:cubicBezTo>
                      <a:pt x="0" y="22"/>
                      <a:pt x="6" y="6"/>
                      <a:pt x="33" y="0"/>
                    </a:cubicBezTo>
                    <a:lnTo>
                      <a:pt x="33" y="0"/>
                    </a:lnTo>
                    <a:cubicBezTo>
                      <a:pt x="34" y="0"/>
                      <a:pt x="34" y="0"/>
                      <a:pt x="35" y="0"/>
                    </a:cubicBezTo>
                    <a:cubicBezTo>
                      <a:pt x="36" y="0"/>
                      <a:pt x="37" y="0"/>
                      <a:pt x="38" y="1"/>
                    </a:cubicBezTo>
                    <a:cubicBezTo>
                      <a:pt x="39" y="2"/>
                      <a:pt x="40" y="3"/>
                      <a:pt x="41" y="4"/>
                    </a:cubicBezTo>
                    <a:cubicBezTo>
                      <a:pt x="42" y="5"/>
                      <a:pt x="42" y="6"/>
                      <a:pt x="42" y="7"/>
                    </a:cubicBezTo>
                    <a:lnTo>
                      <a:pt x="42" y="7"/>
                    </a:lnTo>
                    <a:lnTo>
                      <a:pt x="42" y="64"/>
                    </a:lnTo>
                    <a:lnTo>
                      <a:pt x="42" y="64"/>
                    </a:lnTo>
                    <a:lnTo>
                      <a:pt x="42" y="64"/>
                    </a:lnTo>
                    <a:cubicBezTo>
                      <a:pt x="42" y="66"/>
                      <a:pt x="42" y="67"/>
                      <a:pt x="41" y="68"/>
                    </a:cubicBezTo>
                    <a:cubicBezTo>
                      <a:pt x="40" y="69"/>
                      <a:pt x="40" y="70"/>
                      <a:pt x="39" y="70"/>
                    </a:cubicBezTo>
                    <a:lnTo>
                      <a:pt x="39" y="70"/>
                    </a:lnTo>
                    <a:lnTo>
                      <a:pt x="39" y="70"/>
                    </a:lnTo>
                    <a:cubicBezTo>
                      <a:pt x="37" y="71"/>
                      <a:pt x="36" y="71"/>
                      <a:pt x="35" y="71"/>
                    </a:cubicBezTo>
                    <a:moveTo>
                      <a:pt x="27" y="17"/>
                    </a:moveTo>
                    <a:lnTo>
                      <a:pt x="27" y="17"/>
                    </a:lnTo>
                    <a:cubicBezTo>
                      <a:pt x="26" y="17"/>
                      <a:pt x="25" y="18"/>
                      <a:pt x="24" y="19"/>
                    </a:cubicBezTo>
                    <a:cubicBezTo>
                      <a:pt x="21" y="20"/>
                      <a:pt x="18" y="22"/>
                      <a:pt x="17" y="25"/>
                    </a:cubicBezTo>
                    <a:cubicBezTo>
                      <a:pt x="15" y="28"/>
                      <a:pt x="15" y="31"/>
                      <a:pt x="15" y="34"/>
                    </a:cubicBezTo>
                    <a:lnTo>
                      <a:pt x="15" y="35"/>
                    </a:lnTo>
                    <a:lnTo>
                      <a:pt x="15" y="35"/>
                    </a:lnTo>
                    <a:lnTo>
                      <a:pt x="15" y="36"/>
                    </a:lnTo>
                    <a:cubicBezTo>
                      <a:pt x="15" y="39"/>
                      <a:pt x="16" y="42"/>
                      <a:pt x="17" y="44"/>
                    </a:cubicBezTo>
                    <a:cubicBezTo>
                      <a:pt x="18" y="45"/>
                      <a:pt x="18" y="46"/>
                      <a:pt x="19" y="46"/>
                    </a:cubicBezTo>
                    <a:lnTo>
                      <a:pt x="19" y="46"/>
                    </a:lnTo>
                    <a:cubicBezTo>
                      <a:pt x="21" y="49"/>
                      <a:pt x="23" y="50"/>
                      <a:pt x="26" y="52"/>
                    </a:cubicBezTo>
                    <a:cubicBezTo>
                      <a:pt x="26" y="52"/>
                      <a:pt x="27" y="52"/>
                      <a:pt x="27" y="53"/>
                    </a:cubicBezTo>
                    <a:lnTo>
                      <a:pt x="27" y="1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34"/>
              <p:cNvSpPr/>
              <p:nvPr/>
            </p:nvSpPr>
            <p:spPr>
              <a:xfrm>
                <a:off x="2649006" y="2977687"/>
                <a:ext cx="15648" cy="27775"/>
              </a:xfrm>
              <a:custGeom>
                <a:avLst/>
                <a:gdLst/>
                <a:ahLst/>
                <a:cxnLst/>
                <a:rect l="l" t="t" r="r" b="b"/>
                <a:pathLst>
                  <a:path w="40" h="71" extrusionOk="0">
                    <a:moveTo>
                      <a:pt x="7" y="70"/>
                    </a:moveTo>
                    <a:lnTo>
                      <a:pt x="7" y="70"/>
                    </a:lnTo>
                    <a:cubicBezTo>
                      <a:pt x="6" y="70"/>
                      <a:pt x="4" y="70"/>
                      <a:pt x="3" y="69"/>
                    </a:cubicBezTo>
                    <a:lnTo>
                      <a:pt x="2" y="69"/>
                    </a:lnTo>
                    <a:lnTo>
                      <a:pt x="2" y="69"/>
                    </a:lnTo>
                    <a:cubicBezTo>
                      <a:pt x="2" y="68"/>
                      <a:pt x="1" y="68"/>
                      <a:pt x="1" y="67"/>
                    </a:cubicBezTo>
                    <a:cubicBezTo>
                      <a:pt x="0" y="65"/>
                      <a:pt x="0" y="64"/>
                      <a:pt x="0" y="63"/>
                    </a:cubicBezTo>
                    <a:lnTo>
                      <a:pt x="0" y="63"/>
                    </a:lnTo>
                    <a:lnTo>
                      <a:pt x="0" y="8"/>
                    </a:lnTo>
                    <a:lnTo>
                      <a:pt x="0" y="8"/>
                    </a:lnTo>
                    <a:cubicBezTo>
                      <a:pt x="0" y="6"/>
                      <a:pt x="0" y="5"/>
                      <a:pt x="1" y="4"/>
                    </a:cubicBezTo>
                    <a:cubicBezTo>
                      <a:pt x="1" y="3"/>
                      <a:pt x="2" y="2"/>
                      <a:pt x="3" y="2"/>
                    </a:cubicBezTo>
                    <a:lnTo>
                      <a:pt x="3" y="2"/>
                    </a:lnTo>
                    <a:lnTo>
                      <a:pt x="3" y="1"/>
                    </a:lnTo>
                    <a:cubicBezTo>
                      <a:pt x="4" y="1"/>
                      <a:pt x="6" y="0"/>
                      <a:pt x="7" y="0"/>
                    </a:cubicBezTo>
                    <a:cubicBezTo>
                      <a:pt x="8" y="0"/>
                      <a:pt x="9" y="1"/>
                      <a:pt x="10" y="1"/>
                    </a:cubicBezTo>
                    <a:cubicBezTo>
                      <a:pt x="21" y="5"/>
                      <a:pt x="28" y="10"/>
                      <a:pt x="32" y="16"/>
                    </a:cubicBezTo>
                    <a:lnTo>
                      <a:pt x="32" y="16"/>
                    </a:lnTo>
                    <a:cubicBezTo>
                      <a:pt x="33" y="17"/>
                      <a:pt x="33" y="17"/>
                      <a:pt x="34" y="18"/>
                    </a:cubicBezTo>
                    <a:cubicBezTo>
                      <a:pt x="37" y="23"/>
                      <a:pt x="39" y="30"/>
                      <a:pt x="39" y="37"/>
                    </a:cubicBezTo>
                    <a:lnTo>
                      <a:pt x="39" y="38"/>
                    </a:lnTo>
                    <a:cubicBezTo>
                      <a:pt x="39" y="49"/>
                      <a:pt x="34" y="64"/>
                      <a:pt x="9" y="70"/>
                    </a:cubicBezTo>
                    <a:lnTo>
                      <a:pt x="9" y="70"/>
                    </a:lnTo>
                    <a:cubicBezTo>
                      <a:pt x="8" y="70"/>
                      <a:pt x="8" y="70"/>
                      <a:pt x="7" y="70"/>
                    </a:cubicBezTo>
                    <a:moveTo>
                      <a:pt x="14" y="20"/>
                    </a:moveTo>
                    <a:lnTo>
                      <a:pt x="14" y="53"/>
                    </a:lnTo>
                    <a:lnTo>
                      <a:pt x="14" y="53"/>
                    </a:lnTo>
                    <a:cubicBezTo>
                      <a:pt x="15" y="53"/>
                      <a:pt x="16" y="52"/>
                      <a:pt x="16" y="52"/>
                    </a:cubicBezTo>
                    <a:cubicBezTo>
                      <a:pt x="19" y="50"/>
                      <a:pt x="21" y="48"/>
                      <a:pt x="22" y="46"/>
                    </a:cubicBezTo>
                    <a:cubicBezTo>
                      <a:pt x="23" y="43"/>
                      <a:pt x="24" y="41"/>
                      <a:pt x="24" y="39"/>
                    </a:cubicBezTo>
                    <a:cubicBezTo>
                      <a:pt x="24" y="38"/>
                      <a:pt x="24" y="38"/>
                      <a:pt x="24" y="38"/>
                    </a:cubicBezTo>
                    <a:lnTo>
                      <a:pt x="24" y="38"/>
                    </a:lnTo>
                    <a:lnTo>
                      <a:pt x="24" y="37"/>
                    </a:lnTo>
                    <a:cubicBezTo>
                      <a:pt x="24" y="33"/>
                      <a:pt x="23" y="29"/>
                      <a:pt x="21" y="26"/>
                    </a:cubicBezTo>
                    <a:cubicBezTo>
                      <a:pt x="21" y="25"/>
                      <a:pt x="21" y="25"/>
                      <a:pt x="21" y="25"/>
                    </a:cubicBezTo>
                    <a:lnTo>
                      <a:pt x="21" y="25"/>
                    </a:lnTo>
                    <a:cubicBezTo>
                      <a:pt x="19" y="23"/>
                      <a:pt x="17" y="21"/>
                      <a:pt x="15" y="20"/>
                    </a:cubicBezTo>
                    <a:lnTo>
                      <a:pt x="14" y="2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39" name="Google Shape;2039;p34"/>
          <p:cNvGrpSpPr/>
          <p:nvPr/>
        </p:nvGrpSpPr>
        <p:grpSpPr>
          <a:xfrm>
            <a:off x="7772428" y="118169"/>
            <a:ext cx="1060142" cy="2204569"/>
            <a:chOff x="7884647" y="-694601"/>
            <a:chExt cx="1060142" cy="2204569"/>
          </a:xfrm>
        </p:grpSpPr>
        <p:sp>
          <p:nvSpPr>
            <p:cNvPr id="2040" name="Google Shape;2040;p34"/>
            <p:cNvSpPr/>
            <p:nvPr/>
          </p:nvSpPr>
          <p:spPr>
            <a:xfrm>
              <a:off x="7884647" y="-2128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4"/>
            <p:cNvSpPr/>
            <p:nvPr/>
          </p:nvSpPr>
          <p:spPr>
            <a:xfrm>
              <a:off x="7884647" y="1326127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4"/>
            <p:cNvSpPr/>
            <p:nvPr/>
          </p:nvSpPr>
          <p:spPr>
            <a:xfrm>
              <a:off x="7884647" y="-55978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4"/>
            <p:cNvSpPr/>
            <p:nvPr/>
          </p:nvSpPr>
          <p:spPr>
            <a:xfrm>
              <a:off x="7884647" y="105649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4"/>
            <p:cNvSpPr/>
            <p:nvPr/>
          </p:nvSpPr>
          <p:spPr>
            <a:xfrm>
              <a:off x="7884647" y="78685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4"/>
            <p:cNvSpPr/>
            <p:nvPr/>
          </p:nvSpPr>
          <p:spPr>
            <a:xfrm>
              <a:off x="7884647" y="51798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4"/>
            <p:cNvSpPr/>
            <p:nvPr/>
          </p:nvSpPr>
          <p:spPr>
            <a:xfrm>
              <a:off x="7884647" y="2483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4"/>
            <p:cNvSpPr/>
            <p:nvPr/>
          </p:nvSpPr>
          <p:spPr>
            <a:xfrm>
              <a:off x="7884647" y="-29014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4"/>
            <p:cNvSpPr/>
            <p:nvPr/>
          </p:nvSpPr>
          <p:spPr>
            <a:xfrm>
              <a:off x="8086870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8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4"/>
            <p:cNvSpPr/>
            <p:nvPr/>
          </p:nvSpPr>
          <p:spPr>
            <a:xfrm>
              <a:off x="8086870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4"/>
            <p:cNvSpPr/>
            <p:nvPr/>
          </p:nvSpPr>
          <p:spPr>
            <a:xfrm>
              <a:off x="8086870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2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4"/>
            <p:cNvSpPr/>
            <p:nvPr/>
          </p:nvSpPr>
          <p:spPr>
            <a:xfrm>
              <a:off x="8086870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4"/>
            <p:cNvSpPr/>
            <p:nvPr/>
          </p:nvSpPr>
          <p:spPr>
            <a:xfrm>
              <a:off x="8086870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8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4"/>
            <p:cNvSpPr/>
            <p:nvPr/>
          </p:nvSpPr>
          <p:spPr>
            <a:xfrm>
              <a:off x="8086870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2" y="44"/>
                    <a:pt x="60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2" y="2"/>
                    <a:pt x="48" y="5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4"/>
            <p:cNvSpPr/>
            <p:nvPr/>
          </p:nvSpPr>
          <p:spPr>
            <a:xfrm>
              <a:off x="8086870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4"/>
            <p:cNvSpPr/>
            <p:nvPr/>
          </p:nvSpPr>
          <p:spPr>
            <a:xfrm>
              <a:off x="8086870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4"/>
            <p:cNvSpPr/>
            <p:nvPr/>
          </p:nvSpPr>
          <p:spPr>
            <a:xfrm>
              <a:off x="8086870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4"/>
            <p:cNvSpPr/>
            <p:nvPr/>
          </p:nvSpPr>
          <p:spPr>
            <a:xfrm>
              <a:off x="8289094" y="1326127"/>
              <a:ext cx="49790" cy="49024"/>
            </a:xfrm>
            <a:custGeom>
              <a:avLst/>
              <a:gdLst/>
              <a:ahLst/>
              <a:cxnLst/>
              <a:rect l="l" t="t" r="r" b="b"/>
              <a:pathLst>
                <a:path w="65" h="64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2"/>
                    <a:pt x="53" y="56"/>
                    <a:pt x="48" y="58"/>
                  </a:cubicBezTo>
                  <a:cubicBezTo>
                    <a:pt x="43" y="61"/>
                    <a:pt x="38" y="63"/>
                    <a:pt x="32" y="63"/>
                  </a:cubicBezTo>
                  <a:cubicBezTo>
                    <a:pt x="26" y="63"/>
                    <a:pt x="21" y="61"/>
                    <a:pt x="16" y="58"/>
                  </a:cubicBezTo>
                  <a:cubicBezTo>
                    <a:pt x="11" y="56"/>
                    <a:pt x="7" y="52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4"/>
            <p:cNvSpPr/>
            <p:nvPr/>
          </p:nvSpPr>
          <p:spPr>
            <a:xfrm>
              <a:off x="8289094" y="51798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4"/>
            <p:cNvSpPr/>
            <p:nvPr/>
          </p:nvSpPr>
          <p:spPr>
            <a:xfrm>
              <a:off x="8289094" y="105649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4"/>
            <p:cNvSpPr/>
            <p:nvPr/>
          </p:nvSpPr>
          <p:spPr>
            <a:xfrm>
              <a:off x="8289094" y="786857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3"/>
                  </a:moveTo>
                  <a:lnTo>
                    <a:pt x="64" y="33"/>
                  </a:lnTo>
                  <a:cubicBezTo>
                    <a:pt x="64" y="38"/>
                    <a:pt x="63" y="44"/>
                    <a:pt x="60" y="49"/>
                  </a:cubicBezTo>
                  <a:cubicBezTo>
                    <a:pt x="57" y="54"/>
                    <a:pt x="53" y="57"/>
                    <a:pt x="48" y="60"/>
                  </a:cubicBezTo>
                  <a:cubicBezTo>
                    <a:pt x="43" y="62"/>
                    <a:pt x="38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4" y="49"/>
                  </a:cubicBezTo>
                  <a:cubicBezTo>
                    <a:pt x="1" y="44"/>
                    <a:pt x="0" y="38"/>
                    <a:pt x="0" y="33"/>
                  </a:cubicBezTo>
                  <a:cubicBezTo>
                    <a:pt x="0" y="27"/>
                    <a:pt x="1" y="21"/>
                    <a:pt x="4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6" y="12"/>
                    <a:pt x="60" y="17"/>
                  </a:cubicBezTo>
                  <a:cubicBezTo>
                    <a:pt x="62" y="21"/>
                    <a:pt x="64" y="27"/>
                    <a:pt x="64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4"/>
            <p:cNvSpPr/>
            <p:nvPr/>
          </p:nvSpPr>
          <p:spPr>
            <a:xfrm>
              <a:off x="8491318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4"/>
            <p:cNvSpPr/>
            <p:nvPr/>
          </p:nvSpPr>
          <p:spPr>
            <a:xfrm>
              <a:off x="8491318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4"/>
            <p:cNvSpPr/>
            <p:nvPr/>
          </p:nvSpPr>
          <p:spPr>
            <a:xfrm>
              <a:off x="8289094" y="-29014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4"/>
            <p:cNvSpPr/>
            <p:nvPr/>
          </p:nvSpPr>
          <p:spPr>
            <a:xfrm>
              <a:off x="8491318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4"/>
            <p:cNvSpPr/>
            <p:nvPr/>
          </p:nvSpPr>
          <p:spPr>
            <a:xfrm>
              <a:off x="8289094" y="24835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4"/>
            <p:cNvSpPr/>
            <p:nvPr/>
          </p:nvSpPr>
          <p:spPr>
            <a:xfrm>
              <a:off x="8289094" y="-21280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3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8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3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6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4"/>
            <p:cNvSpPr/>
            <p:nvPr/>
          </p:nvSpPr>
          <p:spPr>
            <a:xfrm>
              <a:off x="8491318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1" y="45"/>
                    <a:pt x="59" y="49"/>
                  </a:cubicBezTo>
                  <a:cubicBezTo>
                    <a:pt x="56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8"/>
                    <a:pt x="7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7" y="12"/>
                    <a:pt x="11" y="9"/>
                    <a:pt x="16" y="5"/>
                  </a:cubicBezTo>
                  <a:cubicBezTo>
                    <a:pt x="20" y="3"/>
                    <a:pt x="26" y="0"/>
                    <a:pt x="32" y="0"/>
                  </a:cubicBezTo>
                  <a:lnTo>
                    <a:pt x="32" y="0"/>
                  </a:lnTo>
                  <a:cubicBezTo>
                    <a:pt x="37" y="0"/>
                    <a:pt x="43" y="2"/>
                    <a:pt x="48" y="5"/>
                  </a:cubicBezTo>
                  <a:cubicBezTo>
                    <a:pt x="53" y="8"/>
                    <a:pt x="56" y="13"/>
                    <a:pt x="59" y="16"/>
                  </a:cubicBezTo>
                  <a:cubicBezTo>
                    <a:pt x="61" y="22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4"/>
            <p:cNvSpPr/>
            <p:nvPr/>
          </p:nvSpPr>
          <p:spPr>
            <a:xfrm>
              <a:off x="8289094" y="-559784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8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4"/>
            <p:cNvSpPr/>
            <p:nvPr/>
          </p:nvSpPr>
          <p:spPr>
            <a:xfrm>
              <a:off x="8491318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6"/>
                    <a:pt x="57" y="11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4"/>
            <p:cNvSpPr/>
            <p:nvPr/>
          </p:nvSpPr>
          <p:spPr>
            <a:xfrm>
              <a:off x="8491318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1" y="42"/>
                    <a:pt x="59" y="48"/>
                  </a:cubicBezTo>
                  <a:cubicBezTo>
                    <a:pt x="56" y="52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0" y="61"/>
                    <a:pt x="16" y="59"/>
                  </a:cubicBezTo>
                  <a:cubicBezTo>
                    <a:pt x="11" y="56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4"/>
            <p:cNvSpPr/>
            <p:nvPr/>
          </p:nvSpPr>
          <p:spPr>
            <a:xfrm>
              <a:off x="8692776" y="1326127"/>
              <a:ext cx="50556" cy="49024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2"/>
                    <a:pt x="52" y="57"/>
                    <a:pt x="48" y="59"/>
                  </a:cubicBezTo>
                  <a:cubicBezTo>
                    <a:pt x="43" y="62"/>
                    <a:pt x="37" y="63"/>
                    <a:pt x="32" y="63"/>
                  </a:cubicBezTo>
                  <a:cubicBezTo>
                    <a:pt x="26" y="63"/>
                    <a:pt x="21" y="62"/>
                    <a:pt x="16" y="59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2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0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4"/>
            <p:cNvSpPr/>
            <p:nvPr/>
          </p:nvSpPr>
          <p:spPr>
            <a:xfrm>
              <a:off x="8491318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0" y="62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7" y="11"/>
                    <a:pt x="59" y="16"/>
                  </a:cubicBezTo>
                  <a:cubicBezTo>
                    <a:pt x="62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4"/>
            <p:cNvSpPr/>
            <p:nvPr/>
          </p:nvSpPr>
          <p:spPr>
            <a:xfrm>
              <a:off x="8491318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1" y="44"/>
                    <a:pt x="59" y="49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0" y="63"/>
                    <a:pt x="16" y="60"/>
                  </a:cubicBezTo>
                  <a:cubicBezTo>
                    <a:pt x="11" y="57"/>
                    <a:pt x="7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0" y="2"/>
                    <a:pt x="26" y="0"/>
                    <a:pt x="32" y="0"/>
                  </a:cubicBezTo>
                  <a:cubicBezTo>
                    <a:pt x="37" y="0"/>
                    <a:pt x="43" y="2"/>
                    <a:pt x="48" y="5"/>
                  </a:cubicBezTo>
                  <a:cubicBezTo>
                    <a:pt x="53" y="7"/>
                    <a:pt x="57" y="12"/>
                    <a:pt x="59" y="16"/>
                  </a:cubicBezTo>
                  <a:cubicBezTo>
                    <a:pt x="62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4"/>
            <p:cNvSpPr/>
            <p:nvPr/>
          </p:nvSpPr>
          <p:spPr>
            <a:xfrm>
              <a:off x="8491318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1" y="43"/>
                    <a:pt x="59" y="48"/>
                  </a:cubicBezTo>
                  <a:cubicBezTo>
                    <a:pt x="56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0" y="63"/>
                    <a:pt x="16" y="60"/>
                  </a:cubicBezTo>
                  <a:cubicBezTo>
                    <a:pt x="11" y="57"/>
                    <a:pt x="7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0" y="1"/>
                    <a:pt x="26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7" y="0"/>
                    <a:pt x="43" y="1"/>
                    <a:pt x="48" y="4"/>
                  </a:cubicBezTo>
                  <a:cubicBezTo>
                    <a:pt x="53" y="7"/>
                    <a:pt x="56" y="11"/>
                    <a:pt x="59" y="16"/>
                  </a:cubicBezTo>
                  <a:cubicBezTo>
                    <a:pt x="61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4"/>
            <p:cNvSpPr/>
            <p:nvPr/>
          </p:nvSpPr>
          <p:spPr>
            <a:xfrm>
              <a:off x="8692776" y="1056492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4"/>
            <p:cNvSpPr/>
            <p:nvPr/>
          </p:nvSpPr>
          <p:spPr>
            <a:xfrm>
              <a:off x="8692776" y="-55978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2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4"/>
            <p:cNvSpPr/>
            <p:nvPr/>
          </p:nvSpPr>
          <p:spPr>
            <a:xfrm>
              <a:off x="8692776" y="786857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3"/>
                  </a:moveTo>
                  <a:lnTo>
                    <a:pt x="65" y="33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4"/>
                    <a:pt x="52" y="57"/>
                    <a:pt x="48" y="60"/>
                  </a:cubicBezTo>
                  <a:cubicBezTo>
                    <a:pt x="43" y="62"/>
                    <a:pt x="37" y="65"/>
                    <a:pt x="32" y="65"/>
                  </a:cubicBezTo>
                  <a:cubicBezTo>
                    <a:pt x="26" y="65"/>
                    <a:pt x="21" y="62"/>
                    <a:pt x="16" y="60"/>
                  </a:cubicBezTo>
                  <a:cubicBezTo>
                    <a:pt x="11" y="57"/>
                    <a:pt x="7" y="54"/>
                    <a:pt x="5" y="49"/>
                  </a:cubicBezTo>
                  <a:cubicBezTo>
                    <a:pt x="2" y="44"/>
                    <a:pt x="0" y="38"/>
                    <a:pt x="0" y="33"/>
                  </a:cubicBezTo>
                  <a:cubicBezTo>
                    <a:pt x="0" y="27"/>
                    <a:pt x="2" y="21"/>
                    <a:pt x="5" y="17"/>
                  </a:cubicBezTo>
                  <a:cubicBezTo>
                    <a:pt x="7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8"/>
                    <a:pt x="56" y="12"/>
                    <a:pt x="60" y="17"/>
                  </a:cubicBezTo>
                  <a:cubicBezTo>
                    <a:pt x="62" y="21"/>
                    <a:pt x="65" y="27"/>
                    <a:pt x="65" y="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4"/>
            <p:cNvSpPr/>
            <p:nvPr/>
          </p:nvSpPr>
          <p:spPr>
            <a:xfrm>
              <a:off x="8692776" y="51798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7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7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4"/>
            <p:cNvSpPr/>
            <p:nvPr/>
          </p:nvSpPr>
          <p:spPr>
            <a:xfrm>
              <a:off x="8692776" y="-21280"/>
              <a:ext cx="50556" cy="5055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5" y="32"/>
                  </a:moveTo>
                  <a:lnTo>
                    <a:pt x="65" y="32"/>
                  </a:lnTo>
                  <a:lnTo>
                    <a:pt x="65" y="32"/>
                  </a:lnTo>
                  <a:cubicBezTo>
                    <a:pt x="65" y="38"/>
                    <a:pt x="63" y="44"/>
                    <a:pt x="60" y="49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7" y="53"/>
                    <a:pt x="5" y="49"/>
                  </a:cubicBezTo>
                  <a:cubicBezTo>
                    <a:pt x="2" y="44"/>
                    <a:pt x="0" y="37"/>
                    <a:pt x="0" y="32"/>
                  </a:cubicBezTo>
                  <a:cubicBezTo>
                    <a:pt x="0" y="26"/>
                    <a:pt x="2" y="20"/>
                    <a:pt x="5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2" y="7"/>
                    <a:pt x="57" y="12"/>
                    <a:pt x="60" y="16"/>
                  </a:cubicBezTo>
                  <a:cubicBezTo>
                    <a:pt x="63" y="21"/>
                    <a:pt x="65" y="27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4"/>
            <p:cNvSpPr/>
            <p:nvPr/>
          </p:nvSpPr>
          <p:spPr>
            <a:xfrm>
              <a:off x="8692776" y="-290149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2" y="7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4"/>
            <p:cNvSpPr/>
            <p:nvPr/>
          </p:nvSpPr>
          <p:spPr>
            <a:xfrm>
              <a:off x="8692776" y="248354"/>
              <a:ext cx="50556" cy="497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32"/>
                  </a:moveTo>
                  <a:lnTo>
                    <a:pt x="65" y="32"/>
                  </a:lnTo>
                  <a:cubicBezTo>
                    <a:pt x="65" y="38"/>
                    <a:pt x="63" y="43"/>
                    <a:pt x="60" y="48"/>
                  </a:cubicBezTo>
                  <a:cubicBezTo>
                    <a:pt x="57" y="53"/>
                    <a:pt x="52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7" y="53"/>
                    <a:pt x="5" y="48"/>
                  </a:cubicBezTo>
                  <a:cubicBezTo>
                    <a:pt x="2" y="43"/>
                    <a:pt x="0" y="38"/>
                    <a:pt x="0" y="32"/>
                  </a:cubicBezTo>
                  <a:cubicBezTo>
                    <a:pt x="0" y="26"/>
                    <a:pt x="2" y="21"/>
                    <a:pt x="5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4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5" y="26"/>
                    <a:pt x="65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4"/>
            <p:cNvSpPr/>
            <p:nvPr/>
          </p:nvSpPr>
          <p:spPr>
            <a:xfrm>
              <a:off x="8894999" y="65280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6"/>
                    <a:pt x="48" y="59"/>
                  </a:cubicBezTo>
                  <a:cubicBezTo>
                    <a:pt x="43" y="61"/>
                    <a:pt x="37" y="64"/>
                    <a:pt x="32" y="64"/>
                  </a:cubicBezTo>
                  <a:cubicBezTo>
                    <a:pt x="26" y="64"/>
                    <a:pt x="21" y="61"/>
                    <a:pt x="16" y="59"/>
                  </a:cubicBezTo>
                  <a:cubicBezTo>
                    <a:pt x="11" y="56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1" y="20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6" y="11"/>
                    <a:pt x="60" y="16"/>
                  </a:cubicBezTo>
                  <a:cubicBezTo>
                    <a:pt x="62" y="20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4"/>
            <p:cNvSpPr/>
            <p:nvPr/>
          </p:nvSpPr>
          <p:spPr>
            <a:xfrm>
              <a:off x="8894999" y="1191309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4"/>
            <p:cNvSpPr/>
            <p:nvPr/>
          </p:nvSpPr>
          <p:spPr>
            <a:xfrm>
              <a:off x="8894999" y="38317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4"/>
            <p:cNvSpPr/>
            <p:nvPr/>
          </p:nvSpPr>
          <p:spPr>
            <a:xfrm>
              <a:off x="8894999" y="-694601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cubicBezTo>
                    <a:pt x="64" y="38"/>
                    <a:pt x="63" y="44"/>
                    <a:pt x="60" y="49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7"/>
                    <a:pt x="6" y="53"/>
                    <a:pt x="4" y="49"/>
                  </a:cubicBezTo>
                  <a:cubicBezTo>
                    <a:pt x="1" y="44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2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4"/>
            <p:cNvSpPr/>
            <p:nvPr/>
          </p:nvSpPr>
          <p:spPr>
            <a:xfrm>
              <a:off x="8894999" y="113537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2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2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7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cubicBezTo>
                    <a:pt x="38" y="0"/>
                    <a:pt x="43" y="2"/>
                    <a:pt x="48" y="5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4"/>
            <p:cNvSpPr/>
            <p:nvPr/>
          </p:nvSpPr>
          <p:spPr>
            <a:xfrm>
              <a:off x="8894999" y="1459412"/>
              <a:ext cx="49790" cy="50556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3"/>
                    <a:pt x="64" y="33"/>
                    <a:pt x="64" y="33"/>
                  </a:cubicBezTo>
                  <a:cubicBezTo>
                    <a:pt x="64" y="38"/>
                    <a:pt x="63" y="45"/>
                    <a:pt x="60" y="49"/>
                  </a:cubicBezTo>
                  <a:cubicBezTo>
                    <a:pt x="57" y="54"/>
                    <a:pt x="53" y="58"/>
                    <a:pt x="48" y="60"/>
                  </a:cubicBezTo>
                  <a:cubicBezTo>
                    <a:pt x="43" y="63"/>
                    <a:pt x="37" y="65"/>
                    <a:pt x="32" y="65"/>
                  </a:cubicBez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6" y="54"/>
                    <a:pt x="4" y="49"/>
                  </a:cubicBezTo>
                  <a:cubicBezTo>
                    <a:pt x="1" y="45"/>
                    <a:pt x="0" y="39"/>
                    <a:pt x="0" y="33"/>
                  </a:cubicBezTo>
                  <a:cubicBezTo>
                    <a:pt x="0" y="28"/>
                    <a:pt x="1" y="21"/>
                    <a:pt x="4" y="16"/>
                  </a:cubicBezTo>
                  <a:cubicBezTo>
                    <a:pt x="6" y="12"/>
                    <a:pt x="11" y="8"/>
                    <a:pt x="16" y="5"/>
                  </a:cubicBezTo>
                  <a:cubicBezTo>
                    <a:pt x="21" y="2"/>
                    <a:pt x="27" y="0"/>
                    <a:pt x="32" y="0"/>
                  </a:cubicBezTo>
                  <a:lnTo>
                    <a:pt x="32" y="0"/>
                  </a:lnTo>
                  <a:cubicBezTo>
                    <a:pt x="38" y="0"/>
                    <a:pt x="43" y="2"/>
                    <a:pt x="48" y="5"/>
                  </a:cubicBezTo>
                  <a:cubicBezTo>
                    <a:pt x="53" y="8"/>
                    <a:pt x="57" y="12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4"/>
            <p:cNvSpPr/>
            <p:nvPr/>
          </p:nvSpPr>
          <p:spPr>
            <a:xfrm>
              <a:off x="8894999" y="921675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7"/>
                    <a:pt x="2" y="21"/>
                    <a:pt x="4" y="16"/>
                  </a:cubicBezTo>
                  <a:cubicBezTo>
                    <a:pt x="7" y="11"/>
                    <a:pt x="11" y="6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6"/>
                    <a:pt x="57" y="11"/>
                    <a:pt x="60" y="16"/>
                  </a:cubicBezTo>
                  <a:cubicBezTo>
                    <a:pt x="63" y="21"/>
                    <a:pt x="64" y="27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4"/>
            <p:cNvSpPr/>
            <p:nvPr/>
          </p:nvSpPr>
          <p:spPr>
            <a:xfrm>
              <a:off x="8894999" y="-155332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cubicBezTo>
                    <a:pt x="64" y="37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2"/>
                    <a:pt x="37" y="64"/>
                    <a:pt x="32" y="64"/>
                  </a:cubicBezTo>
                  <a:cubicBezTo>
                    <a:pt x="26" y="64"/>
                    <a:pt x="21" y="62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7"/>
                    <a:pt x="0" y="32"/>
                  </a:cubicBezTo>
                  <a:cubicBezTo>
                    <a:pt x="0" y="26"/>
                    <a:pt x="2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4"/>
            <p:cNvSpPr/>
            <p:nvPr/>
          </p:nvSpPr>
          <p:spPr>
            <a:xfrm>
              <a:off x="8894999" y="-424966"/>
              <a:ext cx="49790" cy="497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64" y="32"/>
                  </a:moveTo>
                  <a:lnTo>
                    <a:pt x="64" y="32"/>
                  </a:lnTo>
                  <a:cubicBezTo>
                    <a:pt x="64" y="38"/>
                    <a:pt x="63" y="43"/>
                    <a:pt x="60" y="48"/>
                  </a:cubicBezTo>
                  <a:cubicBezTo>
                    <a:pt x="57" y="53"/>
                    <a:pt x="53" y="57"/>
                    <a:pt x="48" y="60"/>
                  </a:cubicBezTo>
                  <a:cubicBezTo>
                    <a:pt x="43" y="63"/>
                    <a:pt x="37" y="64"/>
                    <a:pt x="32" y="64"/>
                  </a:cubicBezTo>
                  <a:cubicBezTo>
                    <a:pt x="26" y="64"/>
                    <a:pt x="21" y="63"/>
                    <a:pt x="16" y="60"/>
                  </a:cubicBezTo>
                  <a:cubicBezTo>
                    <a:pt x="11" y="57"/>
                    <a:pt x="6" y="53"/>
                    <a:pt x="4" y="48"/>
                  </a:cubicBezTo>
                  <a:cubicBezTo>
                    <a:pt x="1" y="43"/>
                    <a:pt x="0" y="38"/>
                    <a:pt x="0" y="32"/>
                  </a:cubicBezTo>
                  <a:cubicBezTo>
                    <a:pt x="0" y="26"/>
                    <a:pt x="1" y="21"/>
                    <a:pt x="4" y="16"/>
                  </a:cubicBezTo>
                  <a:cubicBezTo>
                    <a:pt x="6" y="11"/>
                    <a:pt x="11" y="7"/>
                    <a:pt x="16" y="4"/>
                  </a:cubicBezTo>
                  <a:cubicBezTo>
                    <a:pt x="21" y="1"/>
                    <a:pt x="27" y="0"/>
                    <a:pt x="32" y="0"/>
                  </a:cubicBezTo>
                  <a:lnTo>
                    <a:pt x="32" y="0"/>
                  </a:lnTo>
                  <a:lnTo>
                    <a:pt x="32" y="0"/>
                  </a:lnTo>
                  <a:cubicBezTo>
                    <a:pt x="38" y="0"/>
                    <a:pt x="43" y="1"/>
                    <a:pt x="48" y="4"/>
                  </a:cubicBezTo>
                  <a:cubicBezTo>
                    <a:pt x="53" y="7"/>
                    <a:pt x="57" y="11"/>
                    <a:pt x="60" y="16"/>
                  </a:cubicBezTo>
                  <a:cubicBezTo>
                    <a:pt x="63" y="21"/>
                    <a:pt x="64" y="26"/>
                    <a:pt x="6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75F972C9-99FB-D900-2C11-11182DFE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41" y="252294"/>
            <a:ext cx="4421152" cy="841800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A2AA89-8692-566C-FBA7-BCD292D61786}"/>
              </a:ext>
            </a:extLst>
          </p:cNvPr>
          <p:cNvSpPr txBox="1"/>
          <p:nvPr/>
        </p:nvSpPr>
        <p:spPr>
          <a:xfrm>
            <a:off x="626294" y="2717953"/>
            <a:ext cx="789141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Approach: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Dataset: TMDB 5000 Movies Datase</a:t>
            </a:r>
            <a:r>
              <a:rPr lang="en-US" altLang="zh-CN" dirty="0"/>
              <a:t>t</a:t>
            </a:r>
            <a:r>
              <a:rPr lang="en-US" dirty="0"/>
              <a:t> </a:t>
            </a:r>
          </a:p>
          <a:p>
            <a:r>
              <a:rPr lang="en-US" dirty="0"/>
              <a:t>      - tmdb_5000_movies.csv (1572 movies, 20 features) </a:t>
            </a:r>
          </a:p>
          <a:p>
            <a:r>
              <a:rPr lang="en-US" dirty="0"/>
              <a:t>      - tmdb_5000_credits.csv (1572 movies, 4 features)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Features: budget, popularity, cast, crew, genres, release date, keywords, and more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Models: Linear Regression, Random Forest, </a:t>
            </a:r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Evaluation: RMSE, RSE, R²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C8042C-CFE3-A3F7-3622-3FE994A38527}"/>
              </a:ext>
            </a:extLst>
          </p:cNvPr>
          <p:cNvSpPr txBox="1"/>
          <p:nvPr/>
        </p:nvSpPr>
        <p:spPr>
          <a:xfrm>
            <a:off x="413051" y="1291012"/>
            <a:ext cx="81684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This project uses the TMDB 5000 Movies Dataset to build machine learning models that predict a movie's worldwide box office revenue. </a:t>
            </a:r>
          </a:p>
          <a:p>
            <a:endParaRPr lang="en-US" sz="1600" dirty="0"/>
          </a:p>
          <a:p>
            <a:r>
              <a:rPr lang="en-US" sz="1600" dirty="0"/>
              <a:t>Through data cleaning, JSON parsing, and feature engineering, we identify the key factors that drive financial success in the film industry.</a:t>
            </a:r>
            <a:endParaRPr lang="en-US" sz="16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6F0C166C-3C0C-81BA-0B48-D1B05418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7BECDC96-3833-331E-EAC1-D684101FA4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0221" y="160759"/>
            <a:ext cx="5809518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Section 0 – Environment Setup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EC83D2-7E5D-8C9E-667C-34CFCE73C83D}"/>
              </a:ext>
            </a:extLst>
          </p:cNvPr>
          <p:cNvSpPr txBox="1"/>
          <p:nvPr/>
        </p:nvSpPr>
        <p:spPr>
          <a:xfrm>
            <a:off x="4715282" y="1360860"/>
            <a:ext cx="442871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Libraries Used: </a:t>
            </a:r>
          </a:p>
          <a:p>
            <a:pPr marL="285750" indent="-285750">
              <a:buFontTx/>
              <a:buChar char="-"/>
            </a:pPr>
            <a:r>
              <a:rPr lang="en-US" dirty="0"/>
              <a:t>pandas — data loading, cleaning, and manipulation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numpy</a:t>
            </a:r>
            <a:r>
              <a:rPr lang="en-US" dirty="0"/>
              <a:t> — numerical computation </a:t>
            </a:r>
          </a:p>
          <a:p>
            <a:pPr marL="285750" indent="-285750">
              <a:buFontTx/>
              <a:buChar char="-"/>
            </a:pPr>
            <a:r>
              <a:rPr lang="en-US" dirty="0"/>
              <a:t>matplotlib &amp; seaborn — data visualization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ast</a:t>
            </a:r>
            <a:r>
              <a:rPr lang="en-US" dirty="0"/>
              <a:t> / </a:t>
            </a:r>
            <a:r>
              <a:rPr lang="en-US" dirty="0" err="1"/>
              <a:t>json</a:t>
            </a:r>
            <a:r>
              <a:rPr lang="en-US" dirty="0"/>
              <a:t> — parsing JSON-formatted columns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collections — genre trend analysis </a:t>
            </a:r>
          </a:p>
          <a:p>
            <a:pPr marL="285750" indent="-285750">
              <a:buFontTx/>
              <a:buChar char="-"/>
            </a:pPr>
            <a:r>
              <a:rPr lang="en-US" dirty="0"/>
              <a:t>scikit-learn — train/test split, </a:t>
            </a:r>
            <a:r>
              <a:rPr lang="en-US" dirty="0" err="1"/>
              <a:t>StandardScaler</a:t>
            </a:r>
            <a:r>
              <a:rPr lang="en-US" dirty="0"/>
              <a:t>, Linear Regression, Random Forest, and evaluation metrics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xgboost</a:t>
            </a:r>
            <a:r>
              <a:rPr lang="en-US" dirty="0"/>
              <a:t> — </a:t>
            </a:r>
            <a:r>
              <a:rPr lang="en-US" dirty="0" err="1"/>
              <a:t>XGBoost</a:t>
            </a:r>
            <a:r>
              <a:rPr lang="en-US" dirty="0"/>
              <a:t> regression model</a:t>
            </a:r>
          </a:p>
        </p:txBody>
      </p:sp>
      <p:pic>
        <p:nvPicPr>
          <p:cNvPr id="39" name="Picture 38" descr="The provided text appears to be a collection of Python import statements and configuration settings for data analysis and machine learning tasks, including the installation of the XGBoost library.&#10;&#10;AI-generated content may be incorrect.">
            <a:extLst>
              <a:ext uri="{FF2B5EF4-FFF2-40B4-BE49-F238E27FC236}">
                <a16:creationId xmlns:a16="http://schemas.microsoft.com/office/drawing/2014/main" id="{14428FA6-E52E-B216-A9D3-6E73F0491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5" y="781878"/>
            <a:ext cx="4115085" cy="397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8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53838ADB-A7C5-7AD5-A808-7B1E6BE4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53B32CE7-99D3-2DCA-6C29-0DFB0AAF79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0221" y="160759"/>
            <a:ext cx="3790457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Section 1 – Data Loading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6EC39C-7754-A2C9-68B5-CCCC870C3FED}"/>
              </a:ext>
            </a:extLst>
          </p:cNvPr>
          <p:cNvSpPr txBox="1"/>
          <p:nvPr/>
        </p:nvSpPr>
        <p:spPr>
          <a:xfrm>
            <a:off x="743832" y="783935"/>
            <a:ext cx="70092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Loaded two datasets using pandas 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Used python engine to handle formatting errors 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highlight>
                  <a:srgbClr val="FFFF00"/>
                </a:highlight>
              </a:rPr>
              <a:t>on_bad_lines</a:t>
            </a:r>
            <a:r>
              <a:rPr lang="en-US" dirty="0">
                <a:highlight>
                  <a:srgbClr val="FFFF00"/>
                </a:highlight>
              </a:rPr>
              <a:t>='skip': </a:t>
            </a:r>
            <a:r>
              <a:rPr lang="en-US" dirty="0"/>
              <a:t>skip rows with formatting errors </a:t>
            </a:r>
          </a:p>
          <a:p>
            <a:pPr marL="285750" indent="-285750">
              <a:buFontTx/>
              <a:buChar char="-"/>
            </a:pPr>
            <a:r>
              <a:rPr lang="en-US" dirty="0">
                <a:highlight>
                  <a:srgbClr val="FFFF00"/>
                </a:highlight>
              </a:rPr>
              <a:t>engine='python': </a:t>
            </a:r>
            <a:r>
              <a:rPr lang="en-US" dirty="0"/>
              <a:t>better error tolerance than default C engine</a:t>
            </a:r>
          </a:p>
        </p:txBody>
      </p:sp>
      <p:pic>
        <p:nvPicPr>
          <p:cNvPr id="5" name="Picture 4" descr="The image depicts a section of Python code for loading a dataset of movies and credits, with error handling and data preview.&#10;&#10;AI-generated content may be incorrect.">
            <a:extLst>
              <a:ext uri="{FF2B5EF4-FFF2-40B4-BE49-F238E27FC236}">
                <a16:creationId xmlns:a16="http://schemas.microsoft.com/office/drawing/2014/main" id="{E67D34AB-87CF-0D99-A835-643DA8758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32" y="2223379"/>
            <a:ext cx="5631080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44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28670112-288E-D1B0-881C-F13C0DF6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BE605482-EA7F-D7D7-31D7-67546DEB298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193546"/>
            <a:ext cx="3790457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Section 2 – Data C</a:t>
            </a:r>
            <a:r>
              <a:rPr lang="en-US" altLang="zh-CN" dirty="0"/>
              <a:t>leaning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CF439-6F25-3DDD-FF24-C7A40298E883}"/>
              </a:ext>
            </a:extLst>
          </p:cNvPr>
          <p:cNvSpPr txBox="1"/>
          <p:nvPr/>
        </p:nvSpPr>
        <p:spPr>
          <a:xfrm>
            <a:off x="340424" y="764193"/>
            <a:ext cx="826266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Initial Inspection: </a:t>
            </a:r>
          </a:p>
          <a:p>
            <a:pPr marL="285750" indent="-285750">
              <a:buFontTx/>
              <a:buChar char="-"/>
            </a:pPr>
            <a:r>
              <a:rPr lang="en-US" dirty="0"/>
              <a:t>Checked missing values and data types for both datasets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Steps Taken: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Converted </a:t>
            </a:r>
            <a:r>
              <a:rPr lang="en-US" dirty="0" err="1"/>
              <a:t>release_date</a:t>
            </a:r>
            <a:r>
              <a:rPr lang="en-US" dirty="0"/>
              <a:t> from string to datetime - Removed rows where revenue = 0 (indicates missing data) </a:t>
            </a:r>
          </a:p>
          <a:p>
            <a:pPr marL="285750" indent="-285750">
              <a:buFontTx/>
              <a:buChar char="-"/>
            </a:pPr>
            <a:r>
              <a:rPr lang="en-US" dirty="0"/>
              <a:t>Removed rows where budget = 0 (indicates missing data) </a:t>
            </a:r>
          </a:p>
          <a:p>
            <a:pPr marL="285750" indent="-285750">
              <a:buFontTx/>
              <a:buChar char="-"/>
            </a:pPr>
            <a:r>
              <a:rPr lang="en-US" dirty="0"/>
              <a:t>Dropped homepage column (846 missing values, no predictive value) </a:t>
            </a:r>
          </a:p>
          <a:p>
            <a:pPr marL="285750" indent="-285750">
              <a:buFontTx/>
              <a:buChar char="-"/>
            </a:pPr>
            <a:r>
              <a:rPr lang="en-US" dirty="0"/>
              <a:t>Dropped tagline column (85 missing values, text-based sentiment analysis is beyond the scope of this project) </a:t>
            </a:r>
          </a:p>
          <a:p>
            <a:pPr marL="285750" indent="-285750">
              <a:buFontTx/>
              <a:buChar char="-"/>
            </a:pPr>
            <a:r>
              <a:rPr lang="en-US" dirty="0"/>
              <a:t>Removed outliers in revenue using IQR method </a:t>
            </a:r>
          </a:p>
          <a:p>
            <a:endParaRPr lang="en-US" dirty="0"/>
          </a:p>
          <a:p>
            <a:r>
              <a:rPr lang="en-US" dirty="0"/>
              <a:t>Result: </a:t>
            </a:r>
          </a:p>
          <a:p>
            <a:pPr marL="285750" indent="-285750">
              <a:buFontTx/>
              <a:buChar char="-"/>
            </a:pPr>
            <a:r>
              <a:rPr lang="en-US" dirty="0"/>
              <a:t>1572 → 1306 movies remaining after cleaning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Data Dictionary – Key Decisions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Drop Columns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Convert data types</a:t>
            </a:r>
          </a:p>
          <a:p>
            <a:pPr marL="285750" indent="-285750">
              <a:buFontTx/>
              <a:buChar char="-"/>
            </a:pPr>
            <a:r>
              <a:rPr lang="en-US" dirty="0"/>
              <a:t>Parsing JSON Columns</a:t>
            </a:r>
          </a:p>
        </p:txBody>
      </p:sp>
    </p:spTree>
    <p:extLst>
      <p:ext uri="{BB962C8B-B14F-4D97-AF65-F5344CB8AC3E}">
        <p14:creationId xmlns:p14="http://schemas.microsoft.com/office/powerpoint/2010/main" val="35902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0D41B56B-781B-A0FE-D450-D49F4672E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C7694581-3F25-94F0-C067-5CE6F9E5CE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3 – </a:t>
            </a:r>
            <a:r>
              <a:rPr lang="en-US" dirty="0"/>
              <a:t>JSON Parsing &amp; Credits Merging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139B73-7E94-8BBD-BD51-081B304E2BA2}"/>
              </a:ext>
            </a:extLst>
          </p:cNvPr>
          <p:cNvSpPr txBox="1"/>
          <p:nvPr/>
        </p:nvSpPr>
        <p:spPr>
          <a:xfrm>
            <a:off x="379061" y="1150559"/>
            <a:ext cx="826266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Columns Parsed: </a:t>
            </a:r>
          </a:p>
          <a:p>
            <a:pPr marL="285750" indent="-285750">
              <a:buFontTx/>
              <a:buChar char="-"/>
            </a:pPr>
            <a:r>
              <a:rPr lang="en-US" dirty="0"/>
              <a:t>genres → </a:t>
            </a:r>
            <a:r>
              <a:rPr lang="en-US" dirty="0" err="1"/>
              <a:t>genre_list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keywords → </a:t>
            </a:r>
            <a:r>
              <a:rPr lang="en-US" dirty="0" err="1"/>
              <a:t>keyword_list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production_companies</a:t>
            </a:r>
            <a:r>
              <a:rPr lang="en-US" dirty="0"/>
              <a:t> → </a:t>
            </a:r>
            <a:r>
              <a:rPr lang="en-US" dirty="0" err="1"/>
              <a:t>production_company_list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production_countries</a:t>
            </a:r>
            <a:r>
              <a:rPr lang="en-US" dirty="0"/>
              <a:t> → </a:t>
            </a:r>
            <a:r>
              <a:rPr lang="en-US" dirty="0" err="1"/>
              <a:t>production_country_list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spoken_languages</a:t>
            </a:r>
            <a:r>
              <a:rPr lang="en-US" dirty="0"/>
              <a:t> → </a:t>
            </a:r>
            <a:r>
              <a:rPr lang="en-US" dirty="0" err="1"/>
              <a:t>spoken_language_list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Credits Merging: </a:t>
            </a:r>
          </a:p>
          <a:p>
            <a:pPr marL="285750" indent="-285750">
              <a:buFontTx/>
              <a:buChar char="-"/>
            </a:pPr>
            <a:r>
              <a:rPr lang="en-US" dirty="0"/>
              <a:t>Merged credits dataset into movies using movie ID as key </a:t>
            </a:r>
          </a:p>
          <a:p>
            <a:pPr marL="285750" indent="-285750">
              <a:buFontTx/>
              <a:buChar char="-"/>
            </a:pPr>
            <a:r>
              <a:rPr lang="en-US" dirty="0"/>
              <a:t>cast → extracted top 3 actor names → </a:t>
            </a:r>
            <a:r>
              <a:rPr lang="en-US" dirty="0" err="1"/>
              <a:t>cast_list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crew → extracted director name → director</a:t>
            </a:r>
          </a:p>
        </p:txBody>
      </p:sp>
    </p:spTree>
    <p:extLst>
      <p:ext uri="{BB962C8B-B14F-4D97-AF65-F5344CB8AC3E}">
        <p14:creationId xmlns:p14="http://schemas.microsoft.com/office/powerpoint/2010/main" val="3769168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9ADA1945-F929-122B-D396-3AC73930D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BA7CD837-E26D-16E1-0D4F-07E61FD1DF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4 – </a:t>
            </a:r>
            <a:r>
              <a:rPr lang="en-US" dirty="0"/>
              <a:t>EDA: R</a:t>
            </a:r>
            <a:r>
              <a:rPr lang="en-US" altLang="zh-CN" dirty="0"/>
              <a:t>elease Patterns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FDD8B9-3FF7-66E9-7123-4EA64E5F0B2F}"/>
              </a:ext>
            </a:extLst>
          </p:cNvPr>
          <p:cNvSpPr txBox="1"/>
          <p:nvPr/>
        </p:nvSpPr>
        <p:spPr>
          <a:xfrm>
            <a:off x="2061901" y="738435"/>
            <a:ext cx="82626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Movies Released by Year / Month / Day of Week</a:t>
            </a:r>
          </a:p>
        </p:txBody>
      </p:sp>
      <p:pic>
        <p:nvPicPr>
          <p:cNvPr id="3" name="Picture 2" descr="The image depicts three line graphs, each showing the number of movies released annually, monthly, and by day of the week, with data points ranging from 0 to 1000.&#10;&#10;AI-generated content may be incorrect.">
            <a:extLst>
              <a:ext uri="{FF2B5EF4-FFF2-40B4-BE49-F238E27FC236}">
                <a16:creationId xmlns:a16="http://schemas.microsoft.com/office/drawing/2014/main" id="{FFE6969A-E3C2-D2E6-8C8E-73C2AC999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9" y="1167505"/>
            <a:ext cx="8899482" cy="24625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36DE98-3948-F661-77CA-8166F2CD4EA6}"/>
              </a:ext>
            </a:extLst>
          </p:cNvPr>
          <p:cNvSpPr txBox="1"/>
          <p:nvPr/>
        </p:nvSpPr>
        <p:spPr>
          <a:xfrm>
            <a:off x="122259" y="3782316"/>
            <a:ext cx="90280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Movies increased significantly from </a:t>
            </a:r>
            <a:r>
              <a:rPr lang="en-US" b="1" dirty="0"/>
              <a:t>1990</a:t>
            </a:r>
            <a:r>
              <a:rPr lang="en-US" dirty="0"/>
              <a:t> onwards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June, July </a:t>
            </a:r>
            <a:r>
              <a:rPr lang="en-US" dirty="0"/>
              <a:t>and </a:t>
            </a:r>
            <a:r>
              <a:rPr lang="en-US" b="1" dirty="0"/>
              <a:t>December </a:t>
            </a:r>
            <a:r>
              <a:rPr lang="en-US" dirty="0"/>
              <a:t>have the highest release counts </a:t>
            </a:r>
          </a:p>
          <a:p>
            <a:r>
              <a:rPr lang="en-US" dirty="0"/>
              <a:t>	→ Summer season and Christmas holiday season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Friday</a:t>
            </a:r>
            <a:r>
              <a:rPr lang="en-US" dirty="0"/>
              <a:t> is by far the most popular release day </a:t>
            </a:r>
          </a:p>
          <a:p>
            <a:r>
              <a:rPr lang="en-US" dirty="0"/>
              <a:t> 	→ Studios target Friday to capture the full weekend box office</a:t>
            </a:r>
          </a:p>
        </p:txBody>
      </p:sp>
    </p:spTree>
    <p:extLst>
      <p:ext uri="{BB962C8B-B14F-4D97-AF65-F5344CB8AC3E}">
        <p14:creationId xmlns:p14="http://schemas.microsoft.com/office/powerpoint/2010/main" val="3503578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875D92AD-A19D-8E1C-2D62-A512FE12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C49BD9CF-9647-E0A0-E885-B3A497DBA2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4 – </a:t>
            </a:r>
            <a:r>
              <a:rPr lang="en-US" dirty="0"/>
              <a:t>EDA: Genre Trends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16C37-C560-7CBC-14C3-1E0FF8345811}"/>
              </a:ext>
            </a:extLst>
          </p:cNvPr>
          <p:cNvSpPr txBox="1"/>
          <p:nvPr/>
        </p:nvSpPr>
        <p:spPr>
          <a:xfrm>
            <a:off x="2061901" y="738435"/>
            <a:ext cx="82626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Genre Trend Over Years (Top 6 Genres, 1990-2016)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4DAB5-8AA3-7473-FAEF-FC155BF0FA90}"/>
              </a:ext>
            </a:extLst>
          </p:cNvPr>
          <p:cNvSpPr txBox="1"/>
          <p:nvPr/>
        </p:nvSpPr>
        <p:spPr>
          <a:xfrm>
            <a:off x="122259" y="3782316"/>
            <a:ext cx="90280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genres increased from 1990 to ~2013, then slightly declined toward 2016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Action has been the </a:t>
            </a:r>
            <a:r>
              <a:rPr lang="en-US" altLang="zh-CN" dirty="0"/>
              <a:t>most popular </a:t>
            </a:r>
            <a:r>
              <a:rPr lang="en-US" dirty="0"/>
              <a:t>genre since 2000, peaking around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Drama remained consistently popular throughout, suggesting stable audience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Thriller peaked around 1997 and 2003 then declined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Crime remained the least produced genre throughout, staying consistently at the bottom</a:t>
            </a:r>
          </a:p>
        </p:txBody>
      </p:sp>
      <p:pic>
        <p:nvPicPr>
          <p:cNvPr id="4" name="Picture 3" descr="The diagram shows the popularity of various movie genres over the years, with Action, Drama, Comedy, Thriller, and Adventure peaking in the 1990s and Crime in the mid-1990s.&#10;&#10;AI-generated content may be incorrect.">
            <a:extLst>
              <a:ext uri="{FF2B5EF4-FFF2-40B4-BE49-F238E27FC236}">
                <a16:creationId xmlns:a16="http://schemas.microsoft.com/office/drawing/2014/main" id="{55E7C573-9298-D72F-BC79-6A90B3E20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99" y="1046212"/>
            <a:ext cx="5486400" cy="253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41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EE94D758-D7D1-182F-531D-1F0A45144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C36AE62D-2B7A-EBB8-638F-B9031CD1B50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4 – </a:t>
            </a:r>
            <a:r>
              <a:rPr lang="en-US" dirty="0"/>
              <a:t>EDA3: Correlation &amp; Revenue Distribution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EFEED-BF64-079D-16DB-BB27CAE22C24}"/>
              </a:ext>
            </a:extLst>
          </p:cNvPr>
          <p:cNvSpPr txBox="1"/>
          <p:nvPr/>
        </p:nvSpPr>
        <p:spPr>
          <a:xfrm>
            <a:off x="4988296" y="1482452"/>
            <a:ext cx="29787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Strongest predictors: </a:t>
            </a:r>
          </a:p>
          <a:p>
            <a:r>
              <a:rPr lang="en-US" sz="1800" dirty="0"/>
              <a:t>      - </a:t>
            </a:r>
            <a:r>
              <a:rPr lang="en-US" sz="1800" dirty="0" err="1"/>
              <a:t>vote_count</a:t>
            </a:r>
            <a:r>
              <a:rPr lang="en-US" sz="1800" dirty="0"/>
              <a:t>: 0.65 </a:t>
            </a:r>
          </a:p>
          <a:p>
            <a:r>
              <a:rPr lang="en-US" sz="1800" dirty="0"/>
              <a:t>      - popularity: 0.58 </a:t>
            </a:r>
          </a:p>
          <a:p>
            <a:r>
              <a:rPr lang="en-US" sz="1800" dirty="0"/>
              <a:t>      - budget: 0.55 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Weakest predictors: </a:t>
            </a:r>
          </a:p>
          <a:p>
            <a:r>
              <a:rPr lang="en-US" sz="1800" dirty="0"/>
              <a:t>      - </a:t>
            </a:r>
            <a:r>
              <a:rPr lang="en-US" sz="1800" dirty="0" err="1"/>
              <a:t>vote_average</a:t>
            </a:r>
            <a:r>
              <a:rPr lang="en-US" sz="1800" dirty="0"/>
              <a:t>: 0.27 </a:t>
            </a:r>
          </a:p>
          <a:p>
            <a:r>
              <a:rPr lang="en-US" sz="1800" dirty="0"/>
              <a:t>      - runtime: 0.09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784A50-3750-1B0B-65A8-97931B505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10" y="917696"/>
            <a:ext cx="4504459" cy="381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11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BA8208C5-0078-932C-67B4-92121003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39B42C70-895C-D0A1-ACD4-5FE88937EB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4 – </a:t>
            </a:r>
            <a:r>
              <a:rPr lang="en-US" dirty="0"/>
              <a:t>EDA3: Correlation &amp; Revenue Distribution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4465E-14CA-4EDC-6B6C-047DD0066454}"/>
              </a:ext>
            </a:extLst>
          </p:cNvPr>
          <p:cNvSpPr txBox="1"/>
          <p:nvPr/>
        </p:nvSpPr>
        <p:spPr>
          <a:xfrm>
            <a:off x="376538" y="3673218"/>
            <a:ext cx="80430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Revenue Distribution: 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Distribution is right-skewed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Most movies earn relatively low revenue 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A small number of blockbusters earn extremely high revenue </a:t>
            </a:r>
          </a:p>
        </p:txBody>
      </p:sp>
      <p:pic>
        <p:nvPicPr>
          <p:cNvPr id="4" name="Picture 3" descr="The image displays a bar chart depicting the distribution of revenue across different count ranges, with a significant concentration of values around the 70 million USD mark.&#10;&#10;AI-generated content may be incorrect.">
            <a:extLst>
              <a:ext uri="{FF2B5EF4-FFF2-40B4-BE49-F238E27FC236}">
                <a16:creationId xmlns:a16="http://schemas.microsoft.com/office/drawing/2014/main" id="{C7846A40-9D6E-9477-29F9-340E39DC1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140" y="827315"/>
            <a:ext cx="4944740" cy="271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0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8371FA3A-A9D9-1860-FF02-86ADB4F20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1A3D8129-403C-B2B3-525C-AECD7C45FA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5 – </a:t>
            </a:r>
            <a:r>
              <a:rPr lang="en-US" dirty="0"/>
              <a:t>F</a:t>
            </a:r>
            <a:r>
              <a:rPr lang="en-US" altLang="zh-CN" dirty="0"/>
              <a:t>eature Extraction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C5A83-7672-75E8-602B-E154C67D92E3}"/>
              </a:ext>
            </a:extLst>
          </p:cNvPr>
          <p:cNvSpPr txBox="1"/>
          <p:nvPr/>
        </p:nvSpPr>
        <p:spPr>
          <a:xfrm>
            <a:off x="585988" y="940334"/>
            <a:ext cx="646734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Extracted from JSON columns: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num_genres</a:t>
            </a:r>
            <a:r>
              <a:rPr lang="en-US" dirty="0"/>
              <a:t> — number of genres per movie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num_companies</a:t>
            </a:r>
            <a:r>
              <a:rPr lang="en-US" dirty="0"/>
              <a:t> — number of production companies per movie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num_countries</a:t>
            </a:r>
            <a:r>
              <a:rPr lang="en-US" dirty="0"/>
              <a:t> — number of production countries per movie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num_languages</a:t>
            </a:r>
            <a:r>
              <a:rPr lang="en-US" dirty="0"/>
              <a:t> — number of spoken languages per movie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num_keywords</a:t>
            </a:r>
            <a:r>
              <a:rPr lang="en-US" dirty="0"/>
              <a:t> — number of keywords per movie </a:t>
            </a:r>
          </a:p>
          <a:p>
            <a:endParaRPr lang="en-US" dirty="0"/>
          </a:p>
          <a:p>
            <a:r>
              <a:rPr lang="en-US" dirty="0"/>
              <a:t>Extracted from </a:t>
            </a:r>
            <a:r>
              <a:rPr lang="en-US" dirty="0" err="1"/>
              <a:t>release_date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release_year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release_month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Final Feature Set (12 features): budget, popularity, runtime, </a:t>
            </a:r>
            <a:r>
              <a:rPr lang="en-US" dirty="0" err="1"/>
              <a:t>vote_average</a:t>
            </a:r>
            <a:r>
              <a:rPr lang="en-US" dirty="0"/>
              <a:t>, </a:t>
            </a:r>
            <a:r>
              <a:rPr lang="en-US" dirty="0" err="1"/>
              <a:t>vote_count</a:t>
            </a:r>
            <a:r>
              <a:rPr lang="en-US" dirty="0"/>
              <a:t>, </a:t>
            </a:r>
            <a:r>
              <a:rPr lang="en-US" dirty="0" err="1"/>
              <a:t>num_genres</a:t>
            </a:r>
            <a:r>
              <a:rPr lang="en-US" dirty="0"/>
              <a:t>, </a:t>
            </a:r>
            <a:r>
              <a:rPr lang="en-US" dirty="0" err="1"/>
              <a:t>num_companies</a:t>
            </a:r>
            <a:r>
              <a:rPr lang="en-US" dirty="0"/>
              <a:t>, </a:t>
            </a:r>
            <a:r>
              <a:rPr lang="en-US" dirty="0" err="1"/>
              <a:t>num_countries</a:t>
            </a:r>
            <a:r>
              <a:rPr lang="en-US" dirty="0"/>
              <a:t>, </a:t>
            </a:r>
            <a:r>
              <a:rPr lang="en-US" dirty="0" err="1"/>
              <a:t>num_languages</a:t>
            </a:r>
            <a:r>
              <a:rPr lang="en-US" dirty="0"/>
              <a:t>, </a:t>
            </a:r>
            <a:r>
              <a:rPr lang="en-US" dirty="0" err="1"/>
              <a:t>num_keywords</a:t>
            </a:r>
            <a:r>
              <a:rPr lang="en-US" dirty="0"/>
              <a:t>, </a:t>
            </a:r>
            <a:r>
              <a:rPr lang="en-US" dirty="0" err="1"/>
              <a:t>release_year</a:t>
            </a:r>
            <a:r>
              <a:rPr lang="en-US" dirty="0"/>
              <a:t>, </a:t>
            </a:r>
            <a:r>
              <a:rPr lang="en-US" dirty="0" err="1"/>
              <a:t>release_month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Target Variable: revenue </a:t>
            </a:r>
          </a:p>
          <a:p>
            <a:r>
              <a:rPr lang="en-US" dirty="0"/>
              <a:t>Final dataset: 1306 movies, 13 columns</a:t>
            </a:r>
          </a:p>
        </p:txBody>
      </p:sp>
    </p:spTree>
    <p:extLst>
      <p:ext uri="{BB962C8B-B14F-4D97-AF65-F5344CB8AC3E}">
        <p14:creationId xmlns:p14="http://schemas.microsoft.com/office/powerpoint/2010/main" val="123998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59E6AE18-1521-E2EB-4D5E-5B3C92D5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ADCDDE97-78AE-6204-9B7B-2512970CCE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6 – </a:t>
            </a:r>
            <a:r>
              <a:rPr lang="en-US" dirty="0"/>
              <a:t>Train/Test/Cross-Validation Split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6762E9-4BA3-6578-84E3-66AA8755D6D3}"/>
              </a:ext>
            </a:extLst>
          </p:cNvPr>
          <p:cNvSpPr txBox="1"/>
          <p:nvPr/>
        </p:nvSpPr>
        <p:spPr>
          <a:xfrm>
            <a:off x="585988" y="940334"/>
            <a:ext cx="646734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Split the dataset into three parts: training, validation, and test set </a:t>
            </a:r>
          </a:p>
          <a:p>
            <a:pPr marL="285750" indent="-285750">
              <a:buFontTx/>
              <a:buChar char="-"/>
            </a:pPr>
            <a:r>
              <a:rPr lang="en-US" dirty="0"/>
              <a:t>Training set is used to train the models </a:t>
            </a:r>
          </a:p>
          <a:p>
            <a:pPr marL="285750" indent="-285750">
              <a:buFontTx/>
              <a:buChar char="-"/>
            </a:pPr>
            <a:r>
              <a:rPr lang="en-US" dirty="0"/>
              <a:t>Validation set is used to tune and verify model performance </a:t>
            </a:r>
          </a:p>
          <a:p>
            <a:pPr marL="285750" indent="-285750">
              <a:buFontTx/>
              <a:buChar char="-"/>
            </a:pPr>
            <a:r>
              <a:rPr lang="en-US" dirty="0"/>
              <a:t>Test set is held out until final evaluation to prevent data leakage </a:t>
            </a:r>
          </a:p>
          <a:p>
            <a:pPr marL="285750" indent="-285750">
              <a:buFontTx/>
              <a:buChar char="-"/>
            </a:pPr>
            <a:r>
              <a:rPr lang="en-US" dirty="0"/>
              <a:t>Features were normalized using </a:t>
            </a:r>
            <a:r>
              <a:rPr lang="en-US" dirty="0" err="1"/>
              <a:t>StandardScaler</a:t>
            </a:r>
            <a:r>
              <a:rPr lang="en-US" dirty="0"/>
              <a:t> (Z-score normalization)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5A4BBB-0799-9826-1194-BF670F393731}"/>
              </a:ext>
            </a:extLst>
          </p:cNvPr>
          <p:cNvSpPr/>
          <p:nvPr/>
        </p:nvSpPr>
        <p:spPr>
          <a:xfrm>
            <a:off x="3612524" y="2215806"/>
            <a:ext cx="1918952" cy="5194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altLang="zh-CN" dirty="0"/>
              <a:t>otal Dataset</a:t>
            </a:r>
          </a:p>
          <a:p>
            <a:pPr algn="ctr"/>
            <a:r>
              <a:rPr lang="en-US" dirty="0"/>
              <a:t>1306 movies(100%)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137B3B-8142-A349-6BB0-11A151CC0178}"/>
              </a:ext>
            </a:extLst>
          </p:cNvPr>
          <p:cNvSpPr/>
          <p:nvPr/>
        </p:nvSpPr>
        <p:spPr>
          <a:xfrm>
            <a:off x="1973686" y="3216437"/>
            <a:ext cx="1918952" cy="5194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Train + Validation</a:t>
            </a:r>
          </a:p>
          <a:p>
            <a:pPr algn="ctr"/>
            <a:r>
              <a:rPr lang="en-US" dirty="0"/>
              <a:t>1044 movies(80%)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D09316-2DAA-8EEA-949C-7573F3C777F2}"/>
              </a:ext>
            </a:extLst>
          </p:cNvPr>
          <p:cNvSpPr/>
          <p:nvPr/>
        </p:nvSpPr>
        <p:spPr>
          <a:xfrm>
            <a:off x="5251362" y="3216437"/>
            <a:ext cx="1918952" cy="5194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Test</a:t>
            </a:r>
          </a:p>
          <a:p>
            <a:pPr algn="ctr"/>
            <a:r>
              <a:rPr lang="en-US" dirty="0"/>
              <a:t>262 movies(20%)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506F9E-6550-BB41-B97B-1350E7A2EB05}"/>
              </a:ext>
            </a:extLst>
          </p:cNvPr>
          <p:cNvSpPr/>
          <p:nvPr/>
        </p:nvSpPr>
        <p:spPr>
          <a:xfrm>
            <a:off x="787758" y="4203166"/>
            <a:ext cx="1918952" cy="5194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Training</a:t>
            </a:r>
          </a:p>
          <a:p>
            <a:pPr algn="ctr"/>
            <a:r>
              <a:rPr lang="en-US" dirty="0"/>
              <a:t>835 movies(64%)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4D2FA7-A2C8-A621-FA6C-62992C3430C4}"/>
              </a:ext>
            </a:extLst>
          </p:cNvPr>
          <p:cNvSpPr/>
          <p:nvPr/>
        </p:nvSpPr>
        <p:spPr>
          <a:xfrm>
            <a:off x="3515931" y="4222746"/>
            <a:ext cx="1918952" cy="5194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Validation</a:t>
            </a:r>
          </a:p>
          <a:p>
            <a:pPr algn="ctr"/>
            <a:r>
              <a:rPr lang="en-US" dirty="0"/>
              <a:t>209 movies(16%)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1A372F-2DEF-A423-C515-6B222FF7AD21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2933162" y="2735254"/>
            <a:ext cx="1638838" cy="481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875882-5CB7-9704-3731-7E314E42B551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4572000" y="2735254"/>
            <a:ext cx="1638838" cy="481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AAF701-4C0D-7857-414F-AD331F4B9D72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1747234" y="3735885"/>
            <a:ext cx="1185928" cy="467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2292B7-BBE6-10A2-1B6F-D0337B33385F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933162" y="3735885"/>
            <a:ext cx="1542245" cy="486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545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9A01F054-9438-F3CD-FDCD-F2853F6B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827BB09D-EFE9-EE33-7FF6-786836A18D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7 – </a:t>
            </a:r>
            <a:r>
              <a:rPr lang="en-US" dirty="0"/>
              <a:t>Modeling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BD324-B0FA-48A4-C4CB-B54E738C01E0}"/>
              </a:ext>
            </a:extLst>
          </p:cNvPr>
          <p:cNvSpPr txBox="1"/>
          <p:nvPr/>
        </p:nvSpPr>
        <p:spPr>
          <a:xfrm>
            <a:off x="385124" y="985826"/>
            <a:ext cx="804300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Model 1: Linear Regression 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Assumes a linear relationship between features and revenue 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Simple and interpretable, used as a baseline model </a:t>
            </a:r>
          </a:p>
          <a:p>
            <a:endParaRPr lang="en-US" sz="1800" dirty="0"/>
          </a:p>
          <a:p>
            <a:r>
              <a:rPr lang="en-US" sz="1800" dirty="0"/>
              <a:t>Model 2: Random Forest 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An ensemble of decision trees 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Reduces overfitting by averaging predictions from multiple trees 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Handles non-linear relationships well </a:t>
            </a:r>
          </a:p>
          <a:p>
            <a:endParaRPr lang="en-US" sz="1800" dirty="0"/>
          </a:p>
          <a:p>
            <a:r>
              <a:rPr lang="en-US" sz="1800" dirty="0"/>
              <a:t>Model 3: </a:t>
            </a:r>
            <a:r>
              <a:rPr lang="en-US" sz="1800" dirty="0" err="1"/>
              <a:t>XGBoost</a:t>
            </a:r>
            <a:r>
              <a:rPr lang="en-US" sz="1800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Gradient boosting algorithm 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Builds trees sequentially, each correcting errors of the previous one 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Generally achieves best performance on tabular data </a:t>
            </a:r>
          </a:p>
        </p:txBody>
      </p:sp>
    </p:spTree>
    <p:extLst>
      <p:ext uri="{BB962C8B-B14F-4D97-AF65-F5344CB8AC3E}">
        <p14:creationId xmlns:p14="http://schemas.microsoft.com/office/powerpoint/2010/main" val="2838146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059D1501-0E42-BA93-1BBE-520EF6D3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DFDE8860-60C9-3D9D-59AD-A6A6E98F76D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8 – </a:t>
            </a:r>
            <a:r>
              <a:rPr lang="en-US" dirty="0"/>
              <a:t>Evaluation Metrics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4EB46A-0B6D-4F5D-B4B4-60A4664850AE}"/>
              </a:ext>
            </a:extLst>
          </p:cNvPr>
          <p:cNvSpPr txBox="1"/>
          <p:nvPr/>
        </p:nvSpPr>
        <p:spPr>
          <a:xfrm>
            <a:off x="385124" y="882795"/>
            <a:ext cx="80430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RMSE – </a:t>
            </a:r>
            <a:r>
              <a:rPr lang="en-US" altLang="zh-CN" sz="1800" dirty="0"/>
              <a:t>the lower the better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RSE – the lower the 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R² - the higher the better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713C34-6507-6CF7-7C98-12B72FA19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450266"/>
              </p:ext>
            </p:extLst>
          </p:nvPr>
        </p:nvGraphicFramePr>
        <p:xfrm>
          <a:off x="306080" y="1899360"/>
          <a:ext cx="8713425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131">
                  <a:extLst>
                    <a:ext uri="{9D8B030D-6E8A-4147-A177-3AD203B41FA5}">
                      <a16:colId xmlns:a16="http://schemas.microsoft.com/office/drawing/2014/main" val="2664761003"/>
                    </a:ext>
                  </a:extLst>
                </a:gridCol>
                <a:gridCol w="1400419">
                  <a:extLst>
                    <a:ext uri="{9D8B030D-6E8A-4147-A177-3AD203B41FA5}">
                      <a16:colId xmlns:a16="http://schemas.microsoft.com/office/drawing/2014/main" val="1259606643"/>
                    </a:ext>
                  </a:extLst>
                </a:gridCol>
                <a:gridCol w="1244775">
                  <a:extLst>
                    <a:ext uri="{9D8B030D-6E8A-4147-A177-3AD203B41FA5}">
                      <a16:colId xmlns:a16="http://schemas.microsoft.com/office/drawing/2014/main" val="3254463536"/>
                    </a:ext>
                  </a:extLst>
                </a:gridCol>
                <a:gridCol w="1244775">
                  <a:extLst>
                    <a:ext uri="{9D8B030D-6E8A-4147-A177-3AD203B41FA5}">
                      <a16:colId xmlns:a16="http://schemas.microsoft.com/office/drawing/2014/main" val="910020135"/>
                    </a:ext>
                  </a:extLst>
                </a:gridCol>
                <a:gridCol w="1244775">
                  <a:extLst>
                    <a:ext uri="{9D8B030D-6E8A-4147-A177-3AD203B41FA5}">
                      <a16:colId xmlns:a16="http://schemas.microsoft.com/office/drawing/2014/main" val="2187631495"/>
                    </a:ext>
                  </a:extLst>
                </a:gridCol>
                <a:gridCol w="1244775">
                  <a:extLst>
                    <a:ext uri="{9D8B030D-6E8A-4147-A177-3AD203B41FA5}">
                      <a16:colId xmlns:a16="http://schemas.microsoft.com/office/drawing/2014/main" val="1029548033"/>
                    </a:ext>
                  </a:extLst>
                </a:gridCol>
                <a:gridCol w="1244775">
                  <a:extLst>
                    <a:ext uri="{9D8B030D-6E8A-4147-A177-3AD203B41FA5}">
                      <a16:colId xmlns:a16="http://schemas.microsoft.com/office/drawing/2014/main" val="1226509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altLang="zh-CN" dirty="0"/>
                        <a:t>alidation Set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r>
                        <a:rPr lang="en-US" altLang="zh-CN" dirty="0"/>
                        <a:t>est Set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3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479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r>
                        <a:rPr lang="en-US" altLang="zh-CN" dirty="0"/>
                        <a:t>inear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$86,474,524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0.7363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0.4579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$81,976,417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0.6839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0.5322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48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altLang="zh-CN" dirty="0"/>
                        <a:t>andom Forest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$72,044,587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0.6134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0.6237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$80,009,477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0.6675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0.5544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XGB</a:t>
                      </a:r>
                      <a:r>
                        <a:rPr lang="en-US" altLang="zh-CN" dirty="0" err="1"/>
                        <a:t>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$70,820,810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0.6030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0.6364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$80,357,526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0.6704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0.5505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992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844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722B3CA7-B44C-53FD-6BBE-B1FB9613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96F36610-08B5-13BD-6E5A-4D875509F3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9 – </a:t>
            </a:r>
            <a:r>
              <a:rPr lang="en-US" dirty="0"/>
              <a:t>Model Comparison Visualization</a:t>
            </a:r>
            <a:endParaRPr lang="en-GB" dirty="0"/>
          </a:p>
        </p:txBody>
      </p:sp>
      <p:pic>
        <p:nvPicPr>
          <p:cNvPr id="4" name="Picture 3" descr="The provided text appears to be a fragment of a statistical or data visualization, likely showing a comparison between actual and predicted values for different regression models such as Linear Regression, Random Forest, and XGBoost. The data seems to be plotted on a graph with a scatter plot of actual versus predicted values, with markers indicating the performance of each model.&#10;&#10;AI-generated content may be incorrect.">
            <a:extLst>
              <a:ext uri="{FF2B5EF4-FFF2-40B4-BE49-F238E27FC236}">
                <a16:creationId xmlns:a16="http://schemas.microsoft.com/office/drawing/2014/main" id="{1C1D9056-F6A2-4579-0CFC-E765EFA22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5713"/>
            <a:ext cx="9144000" cy="24966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2C1486-A0F9-EB0E-6FE8-745A428C1719}"/>
              </a:ext>
            </a:extLst>
          </p:cNvPr>
          <p:cNvSpPr txBox="1"/>
          <p:nvPr/>
        </p:nvSpPr>
        <p:spPr>
          <a:xfrm>
            <a:off x="1997298" y="3754376"/>
            <a:ext cx="514940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3 models show similar patterns: </a:t>
            </a:r>
          </a:p>
          <a:p>
            <a:pPr marL="285750" indent="-285750">
              <a:buFontTx/>
              <a:buChar char="-"/>
            </a:pPr>
            <a:r>
              <a:rPr lang="en-US" dirty="0"/>
              <a:t>Good predictions for mid-range revenue movies </a:t>
            </a:r>
          </a:p>
          <a:p>
            <a:pPr marL="285750" indent="-285750">
              <a:buFontTx/>
              <a:buChar char="-"/>
            </a:pPr>
            <a:r>
              <a:rPr lang="en-US" dirty="0"/>
              <a:t>Larger errors for extremely high-revenue blockbusters</a:t>
            </a:r>
          </a:p>
        </p:txBody>
      </p:sp>
    </p:spTree>
    <p:extLst>
      <p:ext uri="{BB962C8B-B14F-4D97-AF65-F5344CB8AC3E}">
        <p14:creationId xmlns:p14="http://schemas.microsoft.com/office/powerpoint/2010/main" val="962000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6749E9BA-EF69-5650-D236-45FDBBBB3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155F21AC-C6DB-A69B-78C8-17C7443A28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9 – </a:t>
            </a:r>
            <a:r>
              <a:rPr lang="en-US" dirty="0"/>
              <a:t>Model Comparison Visualization</a:t>
            </a:r>
            <a:endParaRPr lang="en-GB" dirty="0"/>
          </a:p>
        </p:txBody>
      </p:sp>
      <p:pic>
        <p:nvPicPr>
          <p:cNvPr id="3" name="Picture 2" descr="The diagram compares the performance of three regression models (Linear Regression, Random Forest, and XGBoost) in terms of RMSE and R2 scores, with the latter indicating better performance for R2.&#10;&#10;AI-generated content may be incorrect.">
            <a:extLst>
              <a:ext uri="{FF2B5EF4-FFF2-40B4-BE49-F238E27FC236}">
                <a16:creationId xmlns:a16="http://schemas.microsoft.com/office/drawing/2014/main" id="{E5924325-7ECB-B973-29B5-C39C394AF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028" y="996002"/>
            <a:ext cx="6151808" cy="2501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7BBEF0-0E3D-B3B0-B372-8CE7AF1E485D}"/>
              </a:ext>
            </a:extLst>
          </p:cNvPr>
          <p:cNvSpPr txBox="1"/>
          <p:nvPr/>
        </p:nvSpPr>
        <p:spPr>
          <a:xfrm>
            <a:off x="858374" y="3872611"/>
            <a:ext cx="74272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Forest achieves the lowest RMSE and highest R² on test 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models perform similarly,</a:t>
            </a:r>
            <a:r>
              <a:rPr lang="zh-CN" altLang="en-US" dirty="0"/>
              <a:t> </a:t>
            </a:r>
            <a:r>
              <a:rPr lang="en-US" dirty="0"/>
              <a:t>suggesting the limiting factor is the features available instead of the choice of model</a:t>
            </a:r>
          </a:p>
        </p:txBody>
      </p:sp>
    </p:spTree>
    <p:extLst>
      <p:ext uri="{BB962C8B-B14F-4D97-AF65-F5344CB8AC3E}">
        <p14:creationId xmlns:p14="http://schemas.microsoft.com/office/powerpoint/2010/main" val="716683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>
          <a:extLst>
            <a:ext uri="{FF2B5EF4-FFF2-40B4-BE49-F238E27FC236}">
              <a16:creationId xmlns:a16="http://schemas.microsoft.com/office/drawing/2014/main" id="{D845AAF0-FFC9-A2E8-2E4D-6B4FFDAD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32">
            <a:extLst>
              <a:ext uri="{FF2B5EF4-FFF2-40B4-BE49-F238E27FC236}">
                <a16:creationId xmlns:a16="http://schemas.microsoft.com/office/drawing/2014/main" id="{0D79256E-4BDC-5D9A-8353-EE815E41FD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080" y="305163"/>
            <a:ext cx="7532861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Section 9 – </a:t>
            </a:r>
            <a:r>
              <a:rPr lang="en-US" dirty="0"/>
              <a:t>Model Comparison Visualization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8D138-053B-E8FD-95FA-04CCDFF311AF}"/>
              </a:ext>
            </a:extLst>
          </p:cNvPr>
          <p:cNvSpPr txBox="1"/>
          <p:nvPr/>
        </p:nvSpPr>
        <p:spPr>
          <a:xfrm>
            <a:off x="158622" y="3680139"/>
            <a:ext cx="873638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Audience engagement (</a:t>
            </a:r>
            <a:r>
              <a:rPr lang="en-US" dirty="0" err="1"/>
              <a:t>vote_count</a:t>
            </a:r>
            <a:r>
              <a:rPr lang="en-US" dirty="0"/>
              <a:t>, popularity) matters more than production scale (budget, </a:t>
            </a:r>
            <a:r>
              <a:rPr lang="en-US" dirty="0" err="1"/>
              <a:t>num_companies</a:t>
            </a:r>
            <a:r>
              <a:rPr lang="en-US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release_year</a:t>
            </a:r>
            <a:r>
              <a:rPr lang="en-US" dirty="0"/>
              <a:t> is a surprisingly strong predictor (4th place) → Overall box office has grown significantly over the decades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release_month</a:t>
            </a:r>
            <a:r>
              <a:rPr lang="en-US" dirty="0"/>
              <a:t> contributes less — specific month matters less than the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num_countries</a:t>
            </a:r>
            <a:r>
              <a:rPr lang="en-US" dirty="0"/>
              <a:t>, </a:t>
            </a:r>
            <a:r>
              <a:rPr lang="en-US" dirty="0" err="1"/>
              <a:t>num_languages</a:t>
            </a:r>
            <a:r>
              <a:rPr lang="en-US" dirty="0"/>
              <a:t>, </a:t>
            </a:r>
            <a:r>
              <a:rPr lang="en-US" dirty="0" err="1"/>
              <a:t>num_genres</a:t>
            </a:r>
            <a:r>
              <a:rPr lang="en-US" dirty="0"/>
              <a:t> contribute the least</a:t>
            </a:r>
          </a:p>
        </p:txBody>
      </p:sp>
      <p:pic>
        <p:nvPicPr>
          <p:cNvPr id="4" name="Picture 3" descr="The diagram is a bar chart showing the relative importance of various features (e.g., vote count, budget, popularity) in a random forest model, with importance scores ranging from 0.0 to 0.5.&#10;&#10;AI-generated content may be incorrect.">
            <a:extLst>
              <a:ext uri="{FF2B5EF4-FFF2-40B4-BE49-F238E27FC236}">
                <a16:creationId xmlns:a16="http://schemas.microsoft.com/office/drawing/2014/main" id="{F4EF074D-1B4D-562A-15B2-690F160DC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945" y="770863"/>
            <a:ext cx="5031565" cy="289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60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37"/>
          <p:cNvSpPr txBox="1">
            <a:spLocks noGrp="1"/>
          </p:cNvSpPr>
          <p:nvPr>
            <p:ph type="subTitle" idx="6"/>
          </p:nvPr>
        </p:nvSpPr>
        <p:spPr>
          <a:xfrm>
            <a:off x="1415442" y="2755220"/>
            <a:ext cx="269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Findings</a:t>
            </a:r>
          </a:p>
        </p:txBody>
      </p:sp>
      <p:sp>
        <p:nvSpPr>
          <p:cNvPr id="2285" name="Google Shape;2285;p37"/>
          <p:cNvSpPr txBox="1">
            <a:spLocks noGrp="1"/>
          </p:cNvSpPr>
          <p:nvPr>
            <p:ph type="title"/>
          </p:nvPr>
        </p:nvSpPr>
        <p:spPr>
          <a:xfrm>
            <a:off x="518231" y="3037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b="0" dirty="0"/>
          </a:p>
        </p:txBody>
      </p:sp>
      <p:sp>
        <p:nvSpPr>
          <p:cNvPr id="2287" name="Google Shape;2287;p37"/>
          <p:cNvSpPr txBox="1">
            <a:spLocks noGrp="1"/>
          </p:cNvSpPr>
          <p:nvPr>
            <p:ph type="subTitle" idx="2"/>
          </p:nvPr>
        </p:nvSpPr>
        <p:spPr>
          <a:xfrm>
            <a:off x="1368243" y="1745671"/>
            <a:ext cx="6118674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Tx/>
              <a:buChar char="-"/>
            </a:pPr>
            <a:r>
              <a:rPr lang="en-US" sz="1600" dirty="0"/>
              <a:t>RMSE: $80.0M | RSE: 0.6675 | R²: 0.5544 </a:t>
            </a:r>
          </a:p>
          <a:p>
            <a:pPr marL="171450" lvl="0" indent="-171450">
              <a:buFontTx/>
              <a:buChar char="-"/>
            </a:pPr>
            <a:r>
              <a:rPr lang="en-US" sz="1600" dirty="0"/>
              <a:t>Explains 55% of worldwide box office revenue variation</a:t>
            </a:r>
            <a:endParaRPr lang="en-GB" sz="1600" dirty="0"/>
          </a:p>
        </p:txBody>
      </p:sp>
      <p:sp>
        <p:nvSpPr>
          <p:cNvPr id="2288" name="Google Shape;2288;p37"/>
          <p:cNvSpPr txBox="1">
            <a:spLocks noGrp="1"/>
          </p:cNvSpPr>
          <p:nvPr>
            <p:ph type="subTitle" idx="3"/>
          </p:nvPr>
        </p:nvSpPr>
        <p:spPr>
          <a:xfrm>
            <a:off x="1415441" y="3048495"/>
            <a:ext cx="7026429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Tx/>
              <a:buChar char="-"/>
            </a:pPr>
            <a:r>
              <a:rPr lang="en-US" sz="1600" dirty="0" err="1"/>
              <a:t>vote_count</a:t>
            </a:r>
            <a:r>
              <a:rPr lang="en-US" sz="1600" dirty="0"/>
              <a:t>, budget, and popularity are the strongest predictors </a:t>
            </a:r>
          </a:p>
          <a:p>
            <a:pPr marL="171450" lvl="0" indent="-171450">
              <a:buFontTx/>
              <a:buChar char="-"/>
            </a:pPr>
            <a:r>
              <a:rPr lang="en-US" sz="1600" dirty="0" err="1"/>
              <a:t>release_year</a:t>
            </a:r>
            <a:r>
              <a:rPr lang="en-US" sz="1600" dirty="0"/>
              <a:t> matters — box office revenue has grown over the decades </a:t>
            </a:r>
          </a:p>
          <a:p>
            <a:pPr marL="171450" lvl="0" indent="-171450">
              <a:buFontTx/>
              <a:buChar char="-"/>
            </a:pPr>
            <a:r>
              <a:rPr lang="en-US" sz="1600" dirty="0" err="1"/>
              <a:t>release_month</a:t>
            </a:r>
            <a:r>
              <a:rPr lang="en-US" sz="1600" dirty="0"/>
              <a:t> contributes very little to prediction </a:t>
            </a:r>
          </a:p>
          <a:p>
            <a:pPr marL="171450" lvl="0" indent="-171450">
              <a:buFontTx/>
              <a:buChar char="-"/>
            </a:pPr>
            <a:r>
              <a:rPr lang="en-US" sz="1600" dirty="0"/>
              <a:t>All three models perform similarly, suggesting the limiting factor is feature availability, not model choice</a:t>
            </a:r>
            <a:endParaRPr lang="en-GB" sz="1600" dirty="0"/>
          </a:p>
        </p:txBody>
      </p:sp>
      <p:sp>
        <p:nvSpPr>
          <p:cNvPr id="2291" name="Google Shape;2291;p37"/>
          <p:cNvSpPr txBox="1">
            <a:spLocks noGrp="1"/>
          </p:cNvSpPr>
          <p:nvPr>
            <p:ph type="subTitle" idx="7"/>
          </p:nvPr>
        </p:nvSpPr>
        <p:spPr>
          <a:xfrm>
            <a:off x="1415441" y="1429021"/>
            <a:ext cx="4178282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</a:t>
            </a:r>
            <a:r>
              <a:rPr lang="en-US" altLang="zh-CN" dirty="0"/>
              <a:t>est Model: Random Forest</a:t>
            </a:r>
            <a:endParaRPr lang="en-GB" dirty="0"/>
          </a:p>
        </p:txBody>
      </p:sp>
      <p:sp>
        <p:nvSpPr>
          <p:cNvPr id="2294" name="Google Shape;2294;p37"/>
          <p:cNvSpPr/>
          <p:nvPr/>
        </p:nvSpPr>
        <p:spPr>
          <a:xfrm>
            <a:off x="667812" y="1324989"/>
            <a:ext cx="564300" cy="5643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95" name="Google Shape;2295;p37"/>
          <p:cNvSpPr/>
          <p:nvPr/>
        </p:nvSpPr>
        <p:spPr>
          <a:xfrm>
            <a:off x="702130" y="2661620"/>
            <a:ext cx="564300" cy="5643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298" name="Google Shape;2298;p37"/>
          <p:cNvGrpSpPr/>
          <p:nvPr/>
        </p:nvGrpSpPr>
        <p:grpSpPr>
          <a:xfrm>
            <a:off x="838390" y="1473286"/>
            <a:ext cx="291830" cy="288570"/>
            <a:chOff x="4479259" y="2308498"/>
            <a:chExt cx="291830" cy="288570"/>
          </a:xfrm>
        </p:grpSpPr>
        <p:sp>
          <p:nvSpPr>
            <p:cNvPr id="2299" name="Google Shape;2299;p37"/>
            <p:cNvSpPr/>
            <p:nvPr/>
          </p:nvSpPr>
          <p:spPr>
            <a:xfrm>
              <a:off x="4479259" y="2308498"/>
              <a:ext cx="291830" cy="288570"/>
            </a:xfrm>
            <a:custGeom>
              <a:avLst/>
              <a:gdLst/>
              <a:ahLst/>
              <a:cxnLst/>
              <a:rect l="l" t="t" r="r" b="b"/>
              <a:pathLst>
                <a:path w="16292" h="16110" extrusionOk="0">
                  <a:moveTo>
                    <a:pt x="470" y="1"/>
                  </a:moveTo>
                  <a:cubicBezTo>
                    <a:pt x="242" y="1"/>
                    <a:pt x="14" y="156"/>
                    <a:pt x="0" y="471"/>
                  </a:cubicBezTo>
                  <a:lnTo>
                    <a:pt x="0" y="15638"/>
                  </a:lnTo>
                  <a:cubicBezTo>
                    <a:pt x="0" y="15899"/>
                    <a:pt x="211" y="16110"/>
                    <a:pt x="472" y="16110"/>
                  </a:cubicBezTo>
                  <a:lnTo>
                    <a:pt x="15661" y="16110"/>
                  </a:lnTo>
                  <a:cubicBezTo>
                    <a:pt x="16283" y="16088"/>
                    <a:pt x="16291" y="15193"/>
                    <a:pt x="15661" y="15167"/>
                  </a:cubicBezTo>
                  <a:lnTo>
                    <a:pt x="944" y="15167"/>
                  </a:lnTo>
                  <a:lnTo>
                    <a:pt x="944" y="14095"/>
                  </a:lnTo>
                  <a:lnTo>
                    <a:pt x="6564" y="14095"/>
                  </a:lnTo>
                  <a:cubicBezTo>
                    <a:pt x="11039" y="14095"/>
                    <a:pt x="14737" y="10596"/>
                    <a:pt x="14983" y="6128"/>
                  </a:cubicBezTo>
                  <a:lnTo>
                    <a:pt x="15105" y="3911"/>
                  </a:lnTo>
                  <a:lnTo>
                    <a:pt x="15296" y="4124"/>
                  </a:lnTo>
                  <a:cubicBezTo>
                    <a:pt x="15390" y="4229"/>
                    <a:pt x="15519" y="4281"/>
                    <a:pt x="15648" y="4281"/>
                  </a:cubicBezTo>
                  <a:cubicBezTo>
                    <a:pt x="15785" y="4281"/>
                    <a:pt x="15921" y="4222"/>
                    <a:pt x="16015" y="4105"/>
                  </a:cubicBezTo>
                  <a:cubicBezTo>
                    <a:pt x="16163" y="3924"/>
                    <a:pt x="16148" y="3659"/>
                    <a:pt x="15991" y="3485"/>
                  </a:cubicBezTo>
                  <a:lnTo>
                    <a:pt x="15048" y="2431"/>
                  </a:lnTo>
                  <a:cubicBezTo>
                    <a:pt x="14960" y="2331"/>
                    <a:pt x="14824" y="2273"/>
                    <a:pt x="14687" y="2273"/>
                  </a:cubicBezTo>
                  <a:cubicBezTo>
                    <a:pt x="14577" y="2273"/>
                    <a:pt x="14466" y="2311"/>
                    <a:pt x="14379" y="2394"/>
                  </a:cubicBezTo>
                  <a:lnTo>
                    <a:pt x="13370" y="3296"/>
                  </a:lnTo>
                  <a:cubicBezTo>
                    <a:pt x="13016" y="3639"/>
                    <a:pt x="13307" y="4123"/>
                    <a:pt x="13682" y="4123"/>
                  </a:cubicBezTo>
                  <a:cubicBezTo>
                    <a:pt x="13785" y="4123"/>
                    <a:pt x="13894" y="4087"/>
                    <a:pt x="13999" y="4000"/>
                  </a:cubicBezTo>
                  <a:lnTo>
                    <a:pt x="14162" y="3855"/>
                  </a:lnTo>
                  <a:lnTo>
                    <a:pt x="14040" y="6078"/>
                  </a:lnTo>
                  <a:cubicBezTo>
                    <a:pt x="13822" y="10044"/>
                    <a:pt x="10536" y="13152"/>
                    <a:pt x="6564" y="13152"/>
                  </a:cubicBezTo>
                  <a:lnTo>
                    <a:pt x="944" y="13152"/>
                  </a:lnTo>
                  <a:lnTo>
                    <a:pt x="944" y="471"/>
                  </a:lnTo>
                  <a:cubicBezTo>
                    <a:pt x="933" y="159"/>
                    <a:pt x="701" y="1"/>
                    <a:pt x="4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37"/>
            <p:cNvSpPr/>
            <p:nvPr/>
          </p:nvSpPr>
          <p:spPr>
            <a:xfrm>
              <a:off x="4513560" y="2331622"/>
              <a:ext cx="184069" cy="183585"/>
            </a:xfrm>
            <a:custGeom>
              <a:avLst/>
              <a:gdLst/>
              <a:ahLst/>
              <a:cxnLst/>
              <a:rect l="l" t="t" r="r" b="b"/>
              <a:pathLst>
                <a:path w="10276" h="10249" extrusionOk="0">
                  <a:moveTo>
                    <a:pt x="5609" y="953"/>
                  </a:moveTo>
                  <a:cubicBezTo>
                    <a:pt x="7552" y="1175"/>
                    <a:pt x="9084" y="2707"/>
                    <a:pt x="9306" y="4650"/>
                  </a:cubicBezTo>
                  <a:lnTo>
                    <a:pt x="9080" y="4650"/>
                  </a:lnTo>
                  <a:cubicBezTo>
                    <a:pt x="8452" y="4676"/>
                    <a:pt x="8454" y="5569"/>
                    <a:pt x="9080" y="5595"/>
                  </a:cubicBezTo>
                  <a:lnTo>
                    <a:pt x="9306" y="5595"/>
                  </a:lnTo>
                  <a:cubicBezTo>
                    <a:pt x="9084" y="7536"/>
                    <a:pt x="7552" y="9068"/>
                    <a:pt x="5609" y="9292"/>
                  </a:cubicBezTo>
                  <a:lnTo>
                    <a:pt x="5609" y="9064"/>
                  </a:lnTo>
                  <a:cubicBezTo>
                    <a:pt x="5597" y="8751"/>
                    <a:pt x="5368" y="8595"/>
                    <a:pt x="5138" y="8595"/>
                  </a:cubicBezTo>
                  <a:cubicBezTo>
                    <a:pt x="4908" y="8595"/>
                    <a:pt x="4677" y="8752"/>
                    <a:pt x="4664" y="9064"/>
                  </a:cubicBezTo>
                  <a:lnTo>
                    <a:pt x="4664" y="9292"/>
                  </a:lnTo>
                  <a:cubicBezTo>
                    <a:pt x="2723" y="9068"/>
                    <a:pt x="1189" y="7536"/>
                    <a:pt x="967" y="5595"/>
                  </a:cubicBezTo>
                  <a:lnTo>
                    <a:pt x="1195" y="5595"/>
                  </a:lnTo>
                  <a:cubicBezTo>
                    <a:pt x="1821" y="5569"/>
                    <a:pt x="1819" y="4674"/>
                    <a:pt x="1195" y="4650"/>
                  </a:cubicBezTo>
                  <a:lnTo>
                    <a:pt x="967" y="4650"/>
                  </a:lnTo>
                  <a:cubicBezTo>
                    <a:pt x="1191" y="2707"/>
                    <a:pt x="2723" y="1175"/>
                    <a:pt x="4664" y="953"/>
                  </a:cubicBezTo>
                  <a:lnTo>
                    <a:pt x="4664" y="1179"/>
                  </a:lnTo>
                  <a:cubicBezTo>
                    <a:pt x="4677" y="1493"/>
                    <a:pt x="4907" y="1650"/>
                    <a:pt x="5137" y="1650"/>
                  </a:cubicBezTo>
                  <a:cubicBezTo>
                    <a:pt x="5367" y="1650"/>
                    <a:pt x="5597" y="1493"/>
                    <a:pt x="5609" y="1179"/>
                  </a:cubicBezTo>
                  <a:lnTo>
                    <a:pt x="5609" y="953"/>
                  </a:lnTo>
                  <a:close/>
                  <a:moveTo>
                    <a:pt x="5138" y="0"/>
                  </a:moveTo>
                  <a:cubicBezTo>
                    <a:pt x="2640" y="0"/>
                    <a:pt x="141" y="1704"/>
                    <a:pt x="0" y="5111"/>
                  </a:cubicBezTo>
                  <a:cubicBezTo>
                    <a:pt x="0" y="7943"/>
                    <a:pt x="2306" y="10248"/>
                    <a:pt x="5138" y="10248"/>
                  </a:cubicBezTo>
                  <a:cubicBezTo>
                    <a:pt x="7972" y="10248"/>
                    <a:pt x="10275" y="7943"/>
                    <a:pt x="10275" y="5111"/>
                  </a:cubicBezTo>
                  <a:cubicBezTo>
                    <a:pt x="10134" y="1703"/>
                    <a:pt x="7636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37"/>
            <p:cNvSpPr/>
            <p:nvPr/>
          </p:nvSpPr>
          <p:spPr>
            <a:xfrm>
              <a:off x="4567385" y="2385125"/>
              <a:ext cx="62783" cy="76468"/>
            </a:xfrm>
            <a:custGeom>
              <a:avLst/>
              <a:gdLst/>
              <a:ahLst/>
              <a:cxnLst/>
              <a:rect l="l" t="t" r="r" b="b"/>
              <a:pathLst>
                <a:path w="3505" h="4269" extrusionOk="0">
                  <a:moveTo>
                    <a:pt x="2878" y="0"/>
                  </a:moveTo>
                  <a:cubicBezTo>
                    <a:pt x="1881" y="3"/>
                    <a:pt x="1018" y="692"/>
                    <a:pt x="796" y="1663"/>
                  </a:cubicBezTo>
                  <a:lnTo>
                    <a:pt x="629" y="1663"/>
                  </a:lnTo>
                  <a:cubicBezTo>
                    <a:pt x="1" y="1687"/>
                    <a:pt x="1" y="2582"/>
                    <a:pt x="629" y="2608"/>
                  </a:cubicBezTo>
                  <a:lnTo>
                    <a:pt x="796" y="2608"/>
                  </a:lnTo>
                  <a:cubicBezTo>
                    <a:pt x="1018" y="3573"/>
                    <a:pt x="1874" y="4262"/>
                    <a:pt x="2865" y="4269"/>
                  </a:cubicBezTo>
                  <a:cubicBezTo>
                    <a:pt x="2868" y="4269"/>
                    <a:pt x="2871" y="4269"/>
                    <a:pt x="2874" y="4269"/>
                  </a:cubicBezTo>
                  <a:cubicBezTo>
                    <a:pt x="3107" y="4269"/>
                    <a:pt x="3305" y="4101"/>
                    <a:pt x="3343" y="3873"/>
                  </a:cubicBezTo>
                  <a:cubicBezTo>
                    <a:pt x="3389" y="3584"/>
                    <a:pt x="3167" y="3326"/>
                    <a:pt x="2878" y="3326"/>
                  </a:cubicBezTo>
                  <a:cubicBezTo>
                    <a:pt x="2402" y="3323"/>
                    <a:pt x="1974" y="3043"/>
                    <a:pt x="1787" y="2608"/>
                  </a:cubicBezTo>
                  <a:lnTo>
                    <a:pt x="2878" y="2608"/>
                  </a:lnTo>
                  <a:cubicBezTo>
                    <a:pt x="3504" y="2582"/>
                    <a:pt x="3502" y="1687"/>
                    <a:pt x="2878" y="1663"/>
                  </a:cubicBezTo>
                  <a:lnTo>
                    <a:pt x="1787" y="1663"/>
                  </a:lnTo>
                  <a:cubicBezTo>
                    <a:pt x="1974" y="1231"/>
                    <a:pt x="2398" y="950"/>
                    <a:pt x="2867" y="946"/>
                  </a:cubicBezTo>
                  <a:cubicBezTo>
                    <a:pt x="3104" y="944"/>
                    <a:pt x="3313" y="774"/>
                    <a:pt x="3345" y="539"/>
                  </a:cubicBezTo>
                  <a:cubicBezTo>
                    <a:pt x="3385" y="255"/>
                    <a:pt x="3165" y="0"/>
                    <a:pt x="2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2" name="Google Shape;2302;p37"/>
          <p:cNvGrpSpPr/>
          <p:nvPr/>
        </p:nvGrpSpPr>
        <p:grpSpPr>
          <a:xfrm>
            <a:off x="837081" y="2799610"/>
            <a:ext cx="294398" cy="288320"/>
            <a:chOff x="3946531" y="3858481"/>
            <a:chExt cx="294398" cy="288320"/>
          </a:xfrm>
        </p:grpSpPr>
        <p:sp>
          <p:nvSpPr>
            <p:cNvPr id="2303" name="Google Shape;2303;p37"/>
            <p:cNvSpPr/>
            <p:nvPr/>
          </p:nvSpPr>
          <p:spPr>
            <a:xfrm>
              <a:off x="3963636" y="3858481"/>
              <a:ext cx="260430" cy="288320"/>
            </a:xfrm>
            <a:custGeom>
              <a:avLst/>
              <a:gdLst/>
              <a:ahLst/>
              <a:cxnLst/>
              <a:rect l="l" t="t" r="r" b="b"/>
              <a:pathLst>
                <a:path w="14539" h="16096" extrusionOk="0">
                  <a:moveTo>
                    <a:pt x="7268" y="970"/>
                  </a:moveTo>
                  <a:cubicBezTo>
                    <a:pt x="11486" y="975"/>
                    <a:pt x="13281" y="6577"/>
                    <a:pt x="9552" y="8840"/>
                  </a:cubicBezTo>
                  <a:lnTo>
                    <a:pt x="9552" y="8842"/>
                  </a:lnTo>
                  <a:cubicBezTo>
                    <a:pt x="9430" y="8964"/>
                    <a:pt x="9330" y="9205"/>
                    <a:pt x="9330" y="9376"/>
                  </a:cubicBezTo>
                  <a:lnTo>
                    <a:pt x="9330" y="9852"/>
                  </a:lnTo>
                  <a:lnTo>
                    <a:pt x="8606" y="9852"/>
                  </a:lnTo>
                  <a:lnTo>
                    <a:pt x="8606" y="7755"/>
                  </a:lnTo>
                  <a:lnTo>
                    <a:pt x="9621" y="6753"/>
                  </a:lnTo>
                  <a:cubicBezTo>
                    <a:pt x="9804" y="6571"/>
                    <a:pt x="9804" y="6275"/>
                    <a:pt x="9621" y="6090"/>
                  </a:cubicBezTo>
                  <a:cubicBezTo>
                    <a:pt x="9529" y="5996"/>
                    <a:pt x="9408" y="5949"/>
                    <a:pt x="9286" y="5949"/>
                  </a:cubicBezTo>
                  <a:cubicBezTo>
                    <a:pt x="9168" y="5949"/>
                    <a:pt x="9050" y="5993"/>
                    <a:pt x="8958" y="6082"/>
                  </a:cubicBezTo>
                  <a:lnTo>
                    <a:pt x="7802" y="7223"/>
                  </a:lnTo>
                  <a:cubicBezTo>
                    <a:pt x="7711" y="7310"/>
                    <a:pt x="7661" y="7431"/>
                    <a:pt x="7661" y="7560"/>
                  </a:cubicBezTo>
                  <a:lnTo>
                    <a:pt x="7661" y="9855"/>
                  </a:lnTo>
                  <a:lnTo>
                    <a:pt x="6874" y="9855"/>
                  </a:lnTo>
                  <a:lnTo>
                    <a:pt x="6874" y="7557"/>
                  </a:lnTo>
                  <a:cubicBezTo>
                    <a:pt x="6874" y="7431"/>
                    <a:pt x="6824" y="7312"/>
                    <a:pt x="6735" y="7223"/>
                  </a:cubicBezTo>
                  <a:lnTo>
                    <a:pt x="5596" y="6082"/>
                  </a:lnTo>
                  <a:cubicBezTo>
                    <a:pt x="5503" y="5989"/>
                    <a:pt x="5383" y="5944"/>
                    <a:pt x="5263" y="5944"/>
                  </a:cubicBezTo>
                  <a:cubicBezTo>
                    <a:pt x="5125" y="5944"/>
                    <a:pt x="4986" y="6004"/>
                    <a:pt x="4892" y="6123"/>
                  </a:cubicBezTo>
                  <a:cubicBezTo>
                    <a:pt x="4740" y="6312"/>
                    <a:pt x="4766" y="6588"/>
                    <a:pt x="4936" y="6760"/>
                  </a:cubicBezTo>
                  <a:lnTo>
                    <a:pt x="5929" y="7751"/>
                  </a:lnTo>
                  <a:lnTo>
                    <a:pt x="5929" y="9852"/>
                  </a:lnTo>
                  <a:lnTo>
                    <a:pt x="5205" y="9852"/>
                  </a:lnTo>
                  <a:lnTo>
                    <a:pt x="5205" y="9242"/>
                  </a:lnTo>
                  <a:cubicBezTo>
                    <a:pt x="5205" y="9079"/>
                    <a:pt x="5120" y="8927"/>
                    <a:pt x="4983" y="8840"/>
                  </a:cubicBezTo>
                  <a:cubicBezTo>
                    <a:pt x="1252" y="6577"/>
                    <a:pt x="3049" y="972"/>
                    <a:pt x="7268" y="970"/>
                  </a:cubicBezTo>
                  <a:close/>
                  <a:moveTo>
                    <a:pt x="9378" y="10798"/>
                  </a:moveTo>
                  <a:cubicBezTo>
                    <a:pt x="9941" y="10822"/>
                    <a:pt x="9941" y="11624"/>
                    <a:pt x="9378" y="11648"/>
                  </a:cubicBezTo>
                  <a:lnTo>
                    <a:pt x="5149" y="11648"/>
                  </a:lnTo>
                  <a:cubicBezTo>
                    <a:pt x="4586" y="11624"/>
                    <a:pt x="4586" y="10822"/>
                    <a:pt x="5149" y="10798"/>
                  </a:cubicBezTo>
                  <a:close/>
                  <a:moveTo>
                    <a:pt x="9367" y="12593"/>
                  </a:moveTo>
                  <a:cubicBezTo>
                    <a:pt x="9928" y="12615"/>
                    <a:pt x="9930" y="13414"/>
                    <a:pt x="9367" y="13438"/>
                  </a:cubicBezTo>
                  <a:lnTo>
                    <a:pt x="5159" y="13438"/>
                  </a:lnTo>
                  <a:cubicBezTo>
                    <a:pt x="4599" y="13417"/>
                    <a:pt x="4597" y="12617"/>
                    <a:pt x="5159" y="12593"/>
                  </a:cubicBezTo>
                  <a:close/>
                  <a:moveTo>
                    <a:pt x="8378" y="14355"/>
                  </a:moveTo>
                  <a:cubicBezTo>
                    <a:pt x="8217" y="14836"/>
                    <a:pt x="7770" y="15160"/>
                    <a:pt x="7263" y="15162"/>
                  </a:cubicBezTo>
                  <a:cubicBezTo>
                    <a:pt x="6757" y="15160"/>
                    <a:pt x="6309" y="14836"/>
                    <a:pt x="6150" y="14355"/>
                  </a:cubicBezTo>
                  <a:close/>
                  <a:moveTo>
                    <a:pt x="7272" y="1"/>
                  </a:moveTo>
                  <a:cubicBezTo>
                    <a:pt x="7271" y="1"/>
                    <a:pt x="7271" y="1"/>
                    <a:pt x="7270" y="1"/>
                  </a:cubicBezTo>
                  <a:lnTo>
                    <a:pt x="7268" y="1"/>
                  </a:lnTo>
                  <a:cubicBezTo>
                    <a:pt x="2234" y="1"/>
                    <a:pt x="0" y="6579"/>
                    <a:pt x="4262" y="9472"/>
                  </a:cubicBezTo>
                  <a:lnTo>
                    <a:pt x="4262" y="10172"/>
                  </a:lnTo>
                  <a:cubicBezTo>
                    <a:pt x="3706" y="10646"/>
                    <a:pt x="3642" y="11548"/>
                    <a:pt x="4134" y="12093"/>
                  </a:cubicBezTo>
                  <a:cubicBezTo>
                    <a:pt x="3372" y="12959"/>
                    <a:pt x="3997" y="14355"/>
                    <a:pt x="5161" y="14355"/>
                  </a:cubicBezTo>
                  <a:cubicBezTo>
                    <a:pt x="5162" y="14355"/>
                    <a:pt x="5164" y="14355"/>
                    <a:pt x="5166" y="14355"/>
                  </a:cubicBezTo>
                  <a:lnTo>
                    <a:pt x="5183" y="14355"/>
                  </a:lnTo>
                  <a:cubicBezTo>
                    <a:pt x="5413" y="15516"/>
                    <a:pt x="6340" y="16095"/>
                    <a:pt x="7268" y="16095"/>
                  </a:cubicBezTo>
                  <a:cubicBezTo>
                    <a:pt x="8196" y="16095"/>
                    <a:pt x="9123" y="15515"/>
                    <a:pt x="9352" y="14355"/>
                  </a:cubicBezTo>
                  <a:lnTo>
                    <a:pt x="9371" y="14355"/>
                  </a:lnTo>
                  <a:cubicBezTo>
                    <a:pt x="9373" y="14355"/>
                    <a:pt x="9375" y="14355"/>
                    <a:pt x="9377" y="14355"/>
                  </a:cubicBezTo>
                  <a:cubicBezTo>
                    <a:pt x="10538" y="14355"/>
                    <a:pt x="11165" y="12957"/>
                    <a:pt x="10404" y="12093"/>
                  </a:cubicBezTo>
                  <a:cubicBezTo>
                    <a:pt x="10895" y="11548"/>
                    <a:pt x="10830" y="10646"/>
                    <a:pt x="10275" y="10172"/>
                  </a:cubicBezTo>
                  <a:lnTo>
                    <a:pt x="10275" y="9472"/>
                  </a:lnTo>
                  <a:cubicBezTo>
                    <a:pt x="14539" y="6578"/>
                    <a:pt x="12302" y="1"/>
                    <a:pt x="7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37"/>
            <p:cNvSpPr/>
            <p:nvPr/>
          </p:nvSpPr>
          <p:spPr>
            <a:xfrm>
              <a:off x="4194786" y="3896759"/>
              <a:ext cx="37419" cy="24343"/>
            </a:xfrm>
            <a:custGeom>
              <a:avLst/>
              <a:gdLst/>
              <a:ahLst/>
              <a:cxnLst/>
              <a:rect l="l" t="t" r="r" b="b"/>
              <a:pathLst>
                <a:path w="2089" h="1359" extrusionOk="0">
                  <a:moveTo>
                    <a:pt x="1550" y="0"/>
                  </a:moveTo>
                  <a:cubicBezTo>
                    <a:pt x="1483" y="0"/>
                    <a:pt x="1416" y="14"/>
                    <a:pt x="1352" y="44"/>
                  </a:cubicBezTo>
                  <a:lnTo>
                    <a:pt x="459" y="457"/>
                  </a:lnTo>
                  <a:cubicBezTo>
                    <a:pt x="0" y="678"/>
                    <a:pt x="156" y="1354"/>
                    <a:pt x="656" y="1359"/>
                  </a:cubicBezTo>
                  <a:cubicBezTo>
                    <a:pt x="726" y="1359"/>
                    <a:pt x="793" y="1343"/>
                    <a:pt x="856" y="1315"/>
                  </a:cubicBezTo>
                  <a:lnTo>
                    <a:pt x="1750" y="902"/>
                  </a:lnTo>
                  <a:cubicBezTo>
                    <a:pt x="1984" y="791"/>
                    <a:pt x="2089" y="511"/>
                    <a:pt x="1980" y="274"/>
                  </a:cubicBezTo>
                  <a:cubicBezTo>
                    <a:pt x="1899" y="101"/>
                    <a:pt x="1728" y="0"/>
                    <a:pt x="1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37"/>
            <p:cNvSpPr/>
            <p:nvPr/>
          </p:nvSpPr>
          <p:spPr>
            <a:xfrm>
              <a:off x="4200769" y="3940231"/>
              <a:ext cx="40160" cy="16927"/>
            </a:xfrm>
            <a:custGeom>
              <a:avLst/>
              <a:gdLst/>
              <a:ahLst/>
              <a:cxnLst/>
              <a:rect l="l" t="t" r="r" b="b"/>
              <a:pathLst>
                <a:path w="2242" h="945" extrusionOk="0">
                  <a:moveTo>
                    <a:pt x="629" y="1"/>
                  </a:moveTo>
                  <a:cubicBezTo>
                    <a:pt x="1" y="25"/>
                    <a:pt x="3" y="920"/>
                    <a:pt x="629" y="944"/>
                  </a:cubicBezTo>
                  <a:lnTo>
                    <a:pt x="1613" y="944"/>
                  </a:lnTo>
                  <a:cubicBezTo>
                    <a:pt x="2241" y="920"/>
                    <a:pt x="2239" y="25"/>
                    <a:pt x="1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37"/>
            <p:cNvSpPr/>
            <p:nvPr/>
          </p:nvSpPr>
          <p:spPr>
            <a:xfrm>
              <a:off x="4194016" y="3975696"/>
              <a:ext cx="37921" cy="24343"/>
            </a:xfrm>
            <a:custGeom>
              <a:avLst/>
              <a:gdLst/>
              <a:ahLst/>
              <a:cxnLst/>
              <a:rect l="l" t="t" r="r" b="b"/>
              <a:pathLst>
                <a:path w="2117" h="1359" extrusionOk="0">
                  <a:moveTo>
                    <a:pt x="675" y="0"/>
                  </a:moveTo>
                  <a:cubicBezTo>
                    <a:pt x="224" y="0"/>
                    <a:pt x="0" y="652"/>
                    <a:pt x="486" y="903"/>
                  </a:cubicBezTo>
                  <a:lnTo>
                    <a:pt x="1380" y="1316"/>
                  </a:lnTo>
                  <a:cubicBezTo>
                    <a:pt x="1444" y="1345"/>
                    <a:pt x="1511" y="1359"/>
                    <a:pt x="1578" y="1359"/>
                  </a:cubicBezTo>
                  <a:cubicBezTo>
                    <a:pt x="1757" y="1359"/>
                    <a:pt x="1928" y="1258"/>
                    <a:pt x="2008" y="1085"/>
                  </a:cubicBezTo>
                  <a:cubicBezTo>
                    <a:pt x="2116" y="848"/>
                    <a:pt x="2014" y="568"/>
                    <a:pt x="1777" y="457"/>
                  </a:cubicBezTo>
                  <a:lnTo>
                    <a:pt x="884" y="44"/>
                  </a:lnTo>
                  <a:cubicBezTo>
                    <a:pt x="811" y="14"/>
                    <a:pt x="741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37"/>
            <p:cNvSpPr/>
            <p:nvPr/>
          </p:nvSpPr>
          <p:spPr>
            <a:xfrm>
              <a:off x="3955254" y="3975696"/>
              <a:ext cx="35323" cy="24343"/>
            </a:xfrm>
            <a:custGeom>
              <a:avLst/>
              <a:gdLst/>
              <a:ahLst/>
              <a:cxnLst/>
              <a:rect l="l" t="t" r="r" b="b"/>
              <a:pathLst>
                <a:path w="1972" h="1359" extrusionOk="0">
                  <a:moveTo>
                    <a:pt x="1433" y="1"/>
                  </a:moveTo>
                  <a:cubicBezTo>
                    <a:pt x="1367" y="1"/>
                    <a:pt x="1299" y="15"/>
                    <a:pt x="1235" y="44"/>
                  </a:cubicBezTo>
                  <a:lnTo>
                    <a:pt x="342" y="457"/>
                  </a:lnTo>
                  <a:cubicBezTo>
                    <a:pt x="105" y="568"/>
                    <a:pt x="1" y="848"/>
                    <a:pt x="112" y="1085"/>
                  </a:cubicBezTo>
                  <a:cubicBezTo>
                    <a:pt x="191" y="1258"/>
                    <a:pt x="361" y="1359"/>
                    <a:pt x="540" y="1359"/>
                  </a:cubicBezTo>
                  <a:cubicBezTo>
                    <a:pt x="606" y="1359"/>
                    <a:pt x="673" y="1345"/>
                    <a:pt x="738" y="1316"/>
                  </a:cubicBezTo>
                  <a:lnTo>
                    <a:pt x="1631" y="903"/>
                  </a:lnTo>
                  <a:cubicBezTo>
                    <a:pt x="1868" y="792"/>
                    <a:pt x="1972" y="511"/>
                    <a:pt x="1861" y="275"/>
                  </a:cubicBezTo>
                  <a:cubicBezTo>
                    <a:pt x="1782" y="102"/>
                    <a:pt x="1611" y="1"/>
                    <a:pt x="14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37"/>
            <p:cNvSpPr/>
            <p:nvPr/>
          </p:nvSpPr>
          <p:spPr>
            <a:xfrm>
              <a:off x="3946531" y="3940195"/>
              <a:ext cx="40160" cy="16963"/>
            </a:xfrm>
            <a:custGeom>
              <a:avLst/>
              <a:gdLst/>
              <a:ahLst/>
              <a:cxnLst/>
              <a:rect l="l" t="t" r="r" b="b"/>
              <a:pathLst>
                <a:path w="2242" h="947" extrusionOk="0">
                  <a:moveTo>
                    <a:pt x="629" y="1"/>
                  </a:moveTo>
                  <a:cubicBezTo>
                    <a:pt x="1" y="27"/>
                    <a:pt x="3" y="922"/>
                    <a:pt x="629" y="946"/>
                  </a:cubicBezTo>
                  <a:lnTo>
                    <a:pt x="1614" y="946"/>
                  </a:lnTo>
                  <a:cubicBezTo>
                    <a:pt x="2242" y="922"/>
                    <a:pt x="2239" y="27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37"/>
            <p:cNvSpPr/>
            <p:nvPr/>
          </p:nvSpPr>
          <p:spPr>
            <a:xfrm>
              <a:off x="3955540" y="3896776"/>
              <a:ext cx="35126" cy="24271"/>
            </a:xfrm>
            <a:custGeom>
              <a:avLst/>
              <a:gdLst/>
              <a:ahLst/>
              <a:cxnLst/>
              <a:rect l="l" t="t" r="r" b="b"/>
              <a:pathLst>
                <a:path w="1961" h="1355" extrusionOk="0">
                  <a:moveTo>
                    <a:pt x="538" y="1"/>
                  </a:moveTo>
                  <a:cubicBezTo>
                    <a:pt x="359" y="1"/>
                    <a:pt x="188" y="103"/>
                    <a:pt x="109" y="275"/>
                  </a:cubicBezTo>
                  <a:cubicBezTo>
                    <a:pt x="0" y="512"/>
                    <a:pt x="102" y="793"/>
                    <a:pt x="339" y="901"/>
                  </a:cubicBezTo>
                  <a:lnTo>
                    <a:pt x="1232" y="1314"/>
                  </a:lnTo>
                  <a:cubicBezTo>
                    <a:pt x="1295" y="1342"/>
                    <a:pt x="1359" y="1355"/>
                    <a:pt x="1423" y="1355"/>
                  </a:cubicBezTo>
                  <a:cubicBezTo>
                    <a:pt x="1602" y="1355"/>
                    <a:pt x="1772" y="1252"/>
                    <a:pt x="1852" y="1079"/>
                  </a:cubicBezTo>
                  <a:cubicBezTo>
                    <a:pt x="1960" y="847"/>
                    <a:pt x="1860" y="571"/>
                    <a:pt x="1630" y="458"/>
                  </a:cubicBezTo>
                  <a:lnTo>
                    <a:pt x="737" y="45"/>
                  </a:lnTo>
                  <a:cubicBezTo>
                    <a:pt x="672" y="15"/>
                    <a:pt x="605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>
          <a:extLst>
            <a:ext uri="{FF2B5EF4-FFF2-40B4-BE49-F238E27FC236}">
              <a16:creationId xmlns:a16="http://schemas.microsoft.com/office/drawing/2014/main" id="{49FCFFF6-85D0-FEDF-6E78-A9B8F402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37">
            <a:extLst>
              <a:ext uri="{FF2B5EF4-FFF2-40B4-BE49-F238E27FC236}">
                <a16:creationId xmlns:a16="http://schemas.microsoft.com/office/drawing/2014/main" id="{CC7D0EB0-2DB1-186C-4555-D2A59FE6A75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330255" y="3045762"/>
            <a:ext cx="269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Future Work</a:t>
            </a:r>
          </a:p>
        </p:txBody>
      </p:sp>
      <p:sp>
        <p:nvSpPr>
          <p:cNvPr id="2285" name="Google Shape;2285;p37">
            <a:extLst>
              <a:ext uri="{FF2B5EF4-FFF2-40B4-BE49-F238E27FC236}">
                <a16:creationId xmlns:a16="http://schemas.microsoft.com/office/drawing/2014/main" id="{472B64AD-DC1C-E7CA-FAD9-DB1B12020A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8231" y="3037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b="0" dirty="0"/>
          </a:p>
        </p:txBody>
      </p:sp>
      <p:sp>
        <p:nvSpPr>
          <p:cNvPr id="2287" name="Google Shape;2287;p37">
            <a:extLst>
              <a:ext uri="{FF2B5EF4-FFF2-40B4-BE49-F238E27FC236}">
                <a16:creationId xmlns:a16="http://schemas.microsoft.com/office/drawing/2014/main" id="{D0BC3BD4-C25E-DF5A-49D2-C5091CC8A14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63951" y="1682347"/>
            <a:ext cx="6075745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Tx/>
              <a:buChar char="-"/>
            </a:pPr>
            <a:r>
              <a:rPr lang="en-US" sz="1600" dirty="0"/>
              <a:t>Models struggle to predict extremely high-revenue blockbusters </a:t>
            </a:r>
          </a:p>
          <a:p>
            <a:pPr marL="171450" lvl="0" indent="-171450">
              <a:buFontTx/>
              <a:buChar char="-"/>
            </a:pPr>
            <a:r>
              <a:rPr lang="en-US" sz="1600" dirty="0"/>
              <a:t>Missing features: marketing budget, star power, critic reviews </a:t>
            </a:r>
          </a:p>
          <a:p>
            <a:pPr marL="171450" lvl="0" indent="-171450">
              <a:buFontTx/>
              <a:buChar char="-"/>
            </a:pPr>
            <a:r>
              <a:rPr lang="en-US" sz="1600" dirty="0"/>
              <a:t>Dataset size (1306 movies) is relatively small</a:t>
            </a:r>
            <a:endParaRPr lang="en-GB" sz="1600" dirty="0"/>
          </a:p>
        </p:txBody>
      </p:sp>
      <p:sp>
        <p:nvSpPr>
          <p:cNvPr id="2288" name="Google Shape;2288;p37">
            <a:extLst>
              <a:ext uri="{FF2B5EF4-FFF2-40B4-BE49-F238E27FC236}">
                <a16:creationId xmlns:a16="http://schemas.microsoft.com/office/drawing/2014/main" id="{D0044FE4-7DD6-7E75-FBC1-0484DFA3606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330254" y="3339037"/>
            <a:ext cx="6595191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Tx/>
              <a:buChar char="-"/>
            </a:pPr>
            <a:r>
              <a:rPr lang="en-US" sz="1600" dirty="0"/>
              <a:t>Incorporate more features (social media buzz, critic scores) </a:t>
            </a:r>
          </a:p>
          <a:p>
            <a:pPr marL="171450" lvl="0" indent="-171450">
              <a:buFontTx/>
              <a:buChar char="-"/>
            </a:pPr>
            <a:r>
              <a:rPr lang="en-US" sz="1600" dirty="0"/>
              <a:t>Try neural network models for better non-linear capture </a:t>
            </a:r>
          </a:p>
          <a:p>
            <a:pPr marL="171450" lvl="0" indent="-171450">
              <a:buFontTx/>
              <a:buChar char="-"/>
            </a:pPr>
            <a:r>
              <a:rPr lang="en-US" sz="1600" dirty="0"/>
              <a:t>Expand dataset with more recent movies</a:t>
            </a:r>
            <a:endParaRPr lang="en-GB" sz="1600" dirty="0"/>
          </a:p>
        </p:txBody>
      </p:sp>
      <p:sp>
        <p:nvSpPr>
          <p:cNvPr id="2291" name="Google Shape;2291;p37">
            <a:extLst>
              <a:ext uri="{FF2B5EF4-FFF2-40B4-BE49-F238E27FC236}">
                <a16:creationId xmlns:a16="http://schemas.microsoft.com/office/drawing/2014/main" id="{937EEA3D-23A3-19CD-3D85-D84BFDD34C19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363926" y="1388997"/>
            <a:ext cx="4178282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Limitation</a:t>
            </a:r>
            <a:endParaRPr lang="en-GB" dirty="0"/>
          </a:p>
        </p:txBody>
      </p:sp>
      <p:sp>
        <p:nvSpPr>
          <p:cNvPr id="2294" name="Google Shape;2294;p37">
            <a:extLst>
              <a:ext uri="{FF2B5EF4-FFF2-40B4-BE49-F238E27FC236}">
                <a16:creationId xmlns:a16="http://schemas.microsoft.com/office/drawing/2014/main" id="{BA3D067B-8B37-C185-EF8F-8CFC3A480FFE}"/>
              </a:ext>
            </a:extLst>
          </p:cNvPr>
          <p:cNvSpPr/>
          <p:nvPr/>
        </p:nvSpPr>
        <p:spPr>
          <a:xfrm>
            <a:off x="616297" y="1284965"/>
            <a:ext cx="564300" cy="5643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95" name="Google Shape;2295;p37">
            <a:extLst>
              <a:ext uri="{FF2B5EF4-FFF2-40B4-BE49-F238E27FC236}">
                <a16:creationId xmlns:a16="http://schemas.microsoft.com/office/drawing/2014/main" id="{E7E64E6D-1214-6171-B4CC-D8584A34979E}"/>
              </a:ext>
            </a:extLst>
          </p:cNvPr>
          <p:cNvSpPr/>
          <p:nvPr/>
        </p:nvSpPr>
        <p:spPr>
          <a:xfrm>
            <a:off x="616297" y="2952162"/>
            <a:ext cx="564300" cy="5643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Google Shape;2253;p35">
            <a:extLst>
              <a:ext uri="{FF2B5EF4-FFF2-40B4-BE49-F238E27FC236}">
                <a16:creationId xmlns:a16="http://schemas.microsoft.com/office/drawing/2014/main" id="{33D4CC65-F50E-B3BA-98F3-A75BB1F34D5A}"/>
              </a:ext>
            </a:extLst>
          </p:cNvPr>
          <p:cNvSpPr/>
          <p:nvPr/>
        </p:nvSpPr>
        <p:spPr>
          <a:xfrm>
            <a:off x="751248" y="1443412"/>
            <a:ext cx="308220" cy="288767"/>
          </a:xfrm>
          <a:custGeom>
            <a:avLst/>
            <a:gdLst/>
            <a:ahLst/>
            <a:cxnLst/>
            <a:rect l="l" t="t" r="r" b="b"/>
            <a:pathLst>
              <a:path w="17207" h="16121" extrusionOk="0">
                <a:moveTo>
                  <a:pt x="2212" y="946"/>
                </a:moveTo>
                <a:cubicBezTo>
                  <a:pt x="2719" y="946"/>
                  <a:pt x="3029" y="1536"/>
                  <a:pt x="2736" y="1950"/>
                </a:cubicBezTo>
                <a:lnTo>
                  <a:pt x="2734" y="1954"/>
                </a:lnTo>
                <a:cubicBezTo>
                  <a:pt x="2721" y="1967"/>
                  <a:pt x="2710" y="1982"/>
                  <a:pt x="2702" y="2000"/>
                </a:cubicBezTo>
                <a:cubicBezTo>
                  <a:pt x="2569" y="2160"/>
                  <a:pt x="2391" y="2231"/>
                  <a:pt x="2215" y="2231"/>
                </a:cubicBezTo>
                <a:cubicBezTo>
                  <a:pt x="1886" y="2231"/>
                  <a:pt x="1564" y="1981"/>
                  <a:pt x="1563" y="1589"/>
                </a:cubicBezTo>
                <a:cubicBezTo>
                  <a:pt x="1563" y="1233"/>
                  <a:pt x="1850" y="946"/>
                  <a:pt x="2206" y="946"/>
                </a:cubicBezTo>
                <a:cubicBezTo>
                  <a:pt x="2208" y="946"/>
                  <a:pt x="2210" y="946"/>
                  <a:pt x="2212" y="946"/>
                </a:cubicBezTo>
                <a:close/>
                <a:moveTo>
                  <a:pt x="14874" y="954"/>
                </a:moveTo>
                <a:cubicBezTo>
                  <a:pt x="15381" y="954"/>
                  <a:pt x="15789" y="1365"/>
                  <a:pt x="15791" y="1869"/>
                </a:cubicBezTo>
                <a:cubicBezTo>
                  <a:pt x="15765" y="2478"/>
                  <a:pt x="15319" y="2782"/>
                  <a:pt x="14873" y="2782"/>
                </a:cubicBezTo>
                <a:cubicBezTo>
                  <a:pt x="14428" y="2782"/>
                  <a:pt x="13982" y="2478"/>
                  <a:pt x="13957" y="1869"/>
                </a:cubicBezTo>
                <a:cubicBezTo>
                  <a:pt x="13957" y="1363"/>
                  <a:pt x="14368" y="954"/>
                  <a:pt x="14874" y="954"/>
                </a:cubicBezTo>
                <a:close/>
                <a:moveTo>
                  <a:pt x="9005" y="5123"/>
                </a:moveTo>
                <a:cubicBezTo>
                  <a:pt x="10032" y="5123"/>
                  <a:pt x="11059" y="5824"/>
                  <a:pt x="11117" y="7224"/>
                </a:cubicBezTo>
                <a:cubicBezTo>
                  <a:pt x="11117" y="8391"/>
                  <a:pt x="10171" y="9337"/>
                  <a:pt x="9006" y="9337"/>
                </a:cubicBezTo>
                <a:lnTo>
                  <a:pt x="9004" y="9337"/>
                </a:lnTo>
                <a:cubicBezTo>
                  <a:pt x="7839" y="9337"/>
                  <a:pt x="6894" y="8391"/>
                  <a:pt x="6892" y="7224"/>
                </a:cubicBezTo>
                <a:cubicBezTo>
                  <a:pt x="6950" y="5824"/>
                  <a:pt x="7978" y="5123"/>
                  <a:pt x="9005" y="5123"/>
                </a:cubicBezTo>
                <a:close/>
                <a:moveTo>
                  <a:pt x="15290" y="9604"/>
                </a:moveTo>
                <a:cubicBezTo>
                  <a:pt x="15540" y="9604"/>
                  <a:pt x="15787" y="9789"/>
                  <a:pt x="15791" y="10097"/>
                </a:cubicBezTo>
                <a:cubicBezTo>
                  <a:pt x="15791" y="10371"/>
                  <a:pt x="15570" y="10593"/>
                  <a:pt x="15296" y="10593"/>
                </a:cubicBezTo>
                <a:cubicBezTo>
                  <a:pt x="15293" y="10593"/>
                  <a:pt x="15290" y="10593"/>
                  <a:pt x="15287" y="10593"/>
                </a:cubicBezTo>
                <a:cubicBezTo>
                  <a:pt x="14927" y="10593"/>
                  <a:pt x="14684" y="10182"/>
                  <a:pt x="14859" y="9867"/>
                </a:cubicBezTo>
                <a:lnTo>
                  <a:pt x="14868" y="9852"/>
                </a:lnTo>
                <a:cubicBezTo>
                  <a:pt x="14967" y="9681"/>
                  <a:pt x="15129" y="9604"/>
                  <a:pt x="15290" y="9604"/>
                </a:cubicBezTo>
                <a:close/>
                <a:moveTo>
                  <a:pt x="2501" y="9575"/>
                </a:moveTo>
                <a:cubicBezTo>
                  <a:pt x="2960" y="9575"/>
                  <a:pt x="3418" y="9888"/>
                  <a:pt x="3443" y="10512"/>
                </a:cubicBezTo>
                <a:cubicBezTo>
                  <a:pt x="3443" y="11034"/>
                  <a:pt x="3021" y="11453"/>
                  <a:pt x="2502" y="11456"/>
                </a:cubicBezTo>
                <a:cubicBezTo>
                  <a:pt x="1982" y="11456"/>
                  <a:pt x="1561" y="11034"/>
                  <a:pt x="1558" y="10512"/>
                </a:cubicBezTo>
                <a:cubicBezTo>
                  <a:pt x="1585" y="9888"/>
                  <a:pt x="2043" y="9575"/>
                  <a:pt x="2501" y="9575"/>
                </a:cubicBezTo>
                <a:close/>
                <a:moveTo>
                  <a:pt x="8430" y="13817"/>
                </a:moveTo>
                <a:cubicBezTo>
                  <a:pt x="8763" y="13817"/>
                  <a:pt x="9097" y="14044"/>
                  <a:pt x="9115" y="14498"/>
                </a:cubicBezTo>
                <a:cubicBezTo>
                  <a:pt x="9115" y="14876"/>
                  <a:pt x="8809" y="15183"/>
                  <a:pt x="8430" y="15185"/>
                </a:cubicBezTo>
                <a:cubicBezTo>
                  <a:pt x="8052" y="15183"/>
                  <a:pt x="7746" y="14876"/>
                  <a:pt x="7746" y="14498"/>
                </a:cubicBezTo>
                <a:cubicBezTo>
                  <a:pt x="7764" y="14044"/>
                  <a:pt x="8097" y="13817"/>
                  <a:pt x="8430" y="13817"/>
                </a:cubicBezTo>
                <a:close/>
                <a:moveTo>
                  <a:pt x="2228" y="0"/>
                </a:moveTo>
                <a:cubicBezTo>
                  <a:pt x="2220" y="0"/>
                  <a:pt x="2213" y="0"/>
                  <a:pt x="2206" y="0"/>
                </a:cubicBezTo>
                <a:cubicBezTo>
                  <a:pt x="1330" y="0"/>
                  <a:pt x="620" y="711"/>
                  <a:pt x="620" y="1587"/>
                </a:cubicBezTo>
                <a:cubicBezTo>
                  <a:pt x="613" y="2519"/>
                  <a:pt x="1397" y="3177"/>
                  <a:pt x="2222" y="3177"/>
                </a:cubicBezTo>
                <a:cubicBezTo>
                  <a:pt x="2525" y="3177"/>
                  <a:pt x="2835" y="3088"/>
                  <a:pt x="3112" y="2891"/>
                </a:cubicBezTo>
                <a:lnTo>
                  <a:pt x="6383" y="5655"/>
                </a:lnTo>
                <a:cubicBezTo>
                  <a:pt x="5966" y="6327"/>
                  <a:pt x="5833" y="7250"/>
                  <a:pt x="6057" y="8031"/>
                </a:cubicBezTo>
                <a:lnTo>
                  <a:pt x="3910" y="9261"/>
                </a:lnTo>
                <a:cubicBezTo>
                  <a:pt x="3554" y="8856"/>
                  <a:pt x="3041" y="8626"/>
                  <a:pt x="2502" y="8626"/>
                </a:cubicBezTo>
                <a:cubicBezTo>
                  <a:pt x="0" y="8730"/>
                  <a:pt x="0" y="12297"/>
                  <a:pt x="2502" y="12399"/>
                </a:cubicBezTo>
                <a:cubicBezTo>
                  <a:pt x="2509" y="12399"/>
                  <a:pt x="2517" y="12399"/>
                  <a:pt x="2525" y="12399"/>
                </a:cubicBezTo>
                <a:cubicBezTo>
                  <a:pt x="3705" y="12399"/>
                  <a:pt x="4615" y="11248"/>
                  <a:pt x="4342" y="10102"/>
                </a:cubicBezTo>
                <a:lnTo>
                  <a:pt x="6446" y="8896"/>
                </a:lnTo>
                <a:cubicBezTo>
                  <a:pt x="6846" y="9508"/>
                  <a:pt x="7452" y="9956"/>
                  <a:pt x="8157" y="10160"/>
                </a:cubicBezTo>
                <a:lnTo>
                  <a:pt x="8039" y="12918"/>
                </a:lnTo>
                <a:cubicBezTo>
                  <a:pt x="7313" y="13099"/>
                  <a:pt x="6803" y="13751"/>
                  <a:pt x="6803" y="14498"/>
                </a:cubicBezTo>
                <a:cubicBezTo>
                  <a:pt x="6847" y="15579"/>
                  <a:pt x="7639" y="16120"/>
                  <a:pt x="8432" y="16120"/>
                </a:cubicBezTo>
                <a:cubicBezTo>
                  <a:pt x="9224" y="16120"/>
                  <a:pt x="10017" y="15579"/>
                  <a:pt x="10063" y="14498"/>
                </a:cubicBezTo>
                <a:cubicBezTo>
                  <a:pt x="10060" y="13811"/>
                  <a:pt x="9628" y="13199"/>
                  <a:pt x="8982" y="12968"/>
                </a:cubicBezTo>
                <a:lnTo>
                  <a:pt x="9095" y="10282"/>
                </a:lnTo>
                <a:cubicBezTo>
                  <a:pt x="10132" y="10252"/>
                  <a:pt x="11084" y="9695"/>
                  <a:pt x="11621" y="8806"/>
                </a:cubicBezTo>
                <a:lnTo>
                  <a:pt x="13874" y="9876"/>
                </a:lnTo>
                <a:cubicBezTo>
                  <a:pt x="13734" y="10732"/>
                  <a:pt x="14415" y="11538"/>
                  <a:pt x="15282" y="11538"/>
                </a:cubicBezTo>
                <a:cubicBezTo>
                  <a:pt x="15287" y="11538"/>
                  <a:pt x="15291" y="11538"/>
                  <a:pt x="15296" y="11538"/>
                </a:cubicBezTo>
                <a:cubicBezTo>
                  <a:pt x="17206" y="11460"/>
                  <a:pt x="17204" y="8739"/>
                  <a:pt x="15296" y="8661"/>
                </a:cubicBezTo>
                <a:lnTo>
                  <a:pt x="15296" y="8659"/>
                </a:lnTo>
                <a:cubicBezTo>
                  <a:pt x="14935" y="8659"/>
                  <a:pt x="14587" y="8796"/>
                  <a:pt x="14322" y="9041"/>
                </a:cubicBezTo>
                <a:lnTo>
                  <a:pt x="11979" y="7931"/>
                </a:lnTo>
                <a:cubicBezTo>
                  <a:pt x="12190" y="7090"/>
                  <a:pt x="11990" y="6125"/>
                  <a:pt x="11495" y="5453"/>
                </a:cubicBezTo>
                <a:lnTo>
                  <a:pt x="13859" y="3428"/>
                </a:lnTo>
                <a:cubicBezTo>
                  <a:pt x="14174" y="3637"/>
                  <a:pt x="14519" y="3732"/>
                  <a:pt x="14858" y="3732"/>
                </a:cubicBezTo>
                <a:cubicBezTo>
                  <a:pt x="15827" y="3732"/>
                  <a:pt x="16743" y="2957"/>
                  <a:pt x="16737" y="1869"/>
                </a:cubicBezTo>
                <a:cubicBezTo>
                  <a:pt x="16735" y="844"/>
                  <a:pt x="15902" y="11"/>
                  <a:pt x="14874" y="9"/>
                </a:cubicBezTo>
                <a:cubicBezTo>
                  <a:pt x="14868" y="9"/>
                  <a:pt x="14862" y="9"/>
                  <a:pt x="14857" y="9"/>
                </a:cubicBezTo>
                <a:cubicBezTo>
                  <a:pt x="13486" y="9"/>
                  <a:pt x="12578" y="1522"/>
                  <a:pt x="13225" y="2728"/>
                </a:cubicBezTo>
                <a:lnTo>
                  <a:pt x="10834" y="4775"/>
                </a:lnTo>
                <a:cubicBezTo>
                  <a:pt x="10319" y="4371"/>
                  <a:pt x="9667" y="4173"/>
                  <a:pt x="9016" y="4173"/>
                </a:cubicBezTo>
                <a:cubicBezTo>
                  <a:pt x="8274" y="4173"/>
                  <a:pt x="7532" y="4430"/>
                  <a:pt x="6987" y="4931"/>
                </a:cubicBezTo>
                <a:lnTo>
                  <a:pt x="3693" y="2145"/>
                </a:lnTo>
                <a:cubicBezTo>
                  <a:pt x="4088" y="1141"/>
                  <a:pt x="3307" y="0"/>
                  <a:pt x="22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oogle Shape;3206;p50">
            <a:extLst>
              <a:ext uri="{FF2B5EF4-FFF2-40B4-BE49-F238E27FC236}">
                <a16:creationId xmlns:a16="http://schemas.microsoft.com/office/drawing/2014/main" id="{6B30C2E4-AD24-0213-79DE-8B416FB24C32}"/>
              </a:ext>
            </a:extLst>
          </p:cNvPr>
          <p:cNvGrpSpPr/>
          <p:nvPr/>
        </p:nvGrpSpPr>
        <p:grpSpPr>
          <a:xfrm>
            <a:off x="769717" y="3089928"/>
            <a:ext cx="290397" cy="288767"/>
            <a:chOff x="2848832" y="2332411"/>
            <a:chExt cx="290397" cy="288767"/>
          </a:xfrm>
        </p:grpSpPr>
        <p:sp>
          <p:nvSpPr>
            <p:cNvPr id="10" name="Google Shape;3207;p50">
              <a:extLst>
                <a:ext uri="{FF2B5EF4-FFF2-40B4-BE49-F238E27FC236}">
                  <a16:creationId xmlns:a16="http://schemas.microsoft.com/office/drawing/2014/main" id="{6885CC1B-3E1D-E2EA-C165-F150AAFEB8CA}"/>
                </a:ext>
              </a:extLst>
            </p:cNvPr>
            <p:cNvSpPr/>
            <p:nvPr/>
          </p:nvSpPr>
          <p:spPr>
            <a:xfrm>
              <a:off x="2848832" y="2332411"/>
              <a:ext cx="290397" cy="288767"/>
            </a:xfrm>
            <a:custGeom>
              <a:avLst/>
              <a:gdLst/>
              <a:ahLst/>
              <a:cxnLst/>
              <a:rect l="l" t="t" r="r" b="b"/>
              <a:pathLst>
                <a:path w="16212" h="16121" extrusionOk="0">
                  <a:moveTo>
                    <a:pt x="1446" y="9761"/>
                  </a:moveTo>
                  <a:cubicBezTo>
                    <a:pt x="1447" y="9761"/>
                    <a:pt x="1449" y="9761"/>
                    <a:pt x="1450" y="9761"/>
                  </a:cubicBezTo>
                  <a:lnTo>
                    <a:pt x="2424" y="9761"/>
                  </a:lnTo>
                  <a:lnTo>
                    <a:pt x="2424" y="10550"/>
                  </a:lnTo>
                  <a:lnTo>
                    <a:pt x="944" y="10550"/>
                  </a:lnTo>
                  <a:lnTo>
                    <a:pt x="946" y="10254"/>
                  </a:lnTo>
                  <a:cubicBezTo>
                    <a:pt x="950" y="9980"/>
                    <a:pt x="1172" y="9761"/>
                    <a:pt x="1446" y="9761"/>
                  </a:cubicBezTo>
                  <a:close/>
                  <a:moveTo>
                    <a:pt x="12782" y="946"/>
                  </a:moveTo>
                  <a:lnTo>
                    <a:pt x="12782" y="10550"/>
                  </a:lnTo>
                  <a:lnTo>
                    <a:pt x="3369" y="10550"/>
                  </a:lnTo>
                  <a:lnTo>
                    <a:pt x="3369" y="9761"/>
                  </a:lnTo>
                  <a:lnTo>
                    <a:pt x="6184" y="9761"/>
                  </a:lnTo>
                  <a:cubicBezTo>
                    <a:pt x="6438" y="9755"/>
                    <a:pt x="6644" y="9546"/>
                    <a:pt x="6644" y="9289"/>
                  </a:cubicBezTo>
                  <a:cubicBezTo>
                    <a:pt x="6644" y="9033"/>
                    <a:pt x="6438" y="8822"/>
                    <a:pt x="6184" y="8816"/>
                  </a:cubicBezTo>
                  <a:lnTo>
                    <a:pt x="3369" y="8816"/>
                  </a:lnTo>
                  <a:lnTo>
                    <a:pt x="3369" y="946"/>
                  </a:lnTo>
                  <a:close/>
                  <a:moveTo>
                    <a:pt x="5508" y="11493"/>
                  </a:moveTo>
                  <a:lnTo>
                    <a:pt x="5508" y="12247"/>
                  </a:lnTo>
                  <a:lnTo>
                    <a:pt x="944" y="12247"/>
                  </a:lnTo>
                  <a:lnTo>
                    <a:pt x="944" y="11493"/>
                  </a:lnTo>
                  <a:close/>
                  <a:moveTo>
                    <a:pt x="11554" y="11493"/>
                  </a:moveTo>
                  <a:lnTo>
                    <a:pt x="11554" y="12247"/>
                  </a:lnTo>
                  <a:lnTo>
                    <a:pt x="6455" y="12247"/>
                  </a:lnTo>
                  <a:lnTo>
                    <a:pt x="6455" y="11493"/>
                  </a:lnTo>
                  <a:close/>
                  <a:moveTo>
                    <a:pt x="13503" y="11493"/>
                  </a:moveTo>
                  <a:cubicBezTo>
                    <a:pt x="13931" y="11493"/>
                    <a:pt x="14383" y="11615"/>
                    <a:pt x="14716" y="11817"/>
                  </a:cubicBezTo>
                  <a:lnTo>
                    <a:pt x="14809" y="11878"/>
                  </a:lnTo>
                  <a:lnTo>
                    <a:pt x="14709" y="11943"/>
                  </a:lnTo>
                  <a:cubicBezTo>
                    <a:pt x="14383" y="12134"/>
                    <a:pt x="13942" y="12249"/>
                    <a:pt x="13527" y="12249"/>
                  </a:cubicBezTo>
                  <a:lnTo>
                    <a:pt x="12499" y="12249"/>
                  </a:lnTo>
                  <a:lnTo>
                    <a:pt x="12499" y="11493"/>
                  </a:lnTo>
                  <a:close/>
                  <a:moveTo>
                    <a:pt x="12782" y="13193"/>
                  </a:moveTo>
                  <a:lnTo>
                    <a:pt x="12782" y="15177"/>
                  </a:lnTo>
                  <a:lnTo>
                    <a:pt x="3369" y="15177"/>
                  </a:lnTo>
                  <a:lnTo>
                    <a:pt x="3369" y="13193"/>
                  </a:lnTo>
                  <a:close/>
                  <a:moveTo>
                    <a:pt x="2895" y="1"/>
                  </a:moveTo>
                  <a:cubicBezTo>
                    <a:pt x="2635" y="1"/>
                    <a:pt x="2424" y="214"/>
                    <a:pt x="2424" y="475"/>
                  </a:cubicBezTo>
                  <a:lnTo>
                    <a:pt x="2424" y="8816"/>
                  </a:lnTo>
                  <a:lnTo>
                    <a:pt x="1457" y="8816"/>
                  </a:lnTo>
                  <a:cubicBezTo>
                    <a:pt x="1457" y="8816"/>
                    <a:pt x="20" y="9465"/>
                    <a:pt x="1" y="10257"/>
                  </a:cubicBezTo>
                  <a:lnTo>
                    <a:pt x="1" y="11028"/>
                  </a:lnTo>
                  <a:cubicBezTo>
                    <a:pt x="11" y="11028"/>
                    <a:pt x="11" y="11028"/>
                    <a:pt x="11" y="11030"/>
                  </a:cubicBezTo>
                  <a:cubicBezTo>
                    <a:pt x="11" y="11031"/>
                    <a:pt x="11" y="11031"/>
                    <a:pt x="11" y="11031"/>
                  </a:cubicBezTo>
                  <a:cubicBezTo>
                    <a:pt x="10" y="11031"/>
                    <a:pt x="8" y="11030"/>
                    <a:pt x="1" y="11030"/>
                  </a:cubicBezTo>
                  <a:lnTo>
                    <a:pt x="1" y="12728"/>
                  </a:lnTo>
                  <a:cubicBezTo>
                    <a:pt x="11" y="12988"/>
                    <a:pt x="483" y="13191"/>
                    <a:pt x="483" y="13191"/>
                  </a:cubicBezTo>
                  <a:lnTo>
                    <a:pt x="2424" y="13191"/>
                  </a:lnTo>
                  <a:lnTo>
                    <a:pt x="2424" y="15646"/>
                  </a:lnTo>
                  <a:cubicBezTo>
                    <a:pt x="2422" y="15907"/>
                    <a:pt x="2635" y="16120"/>
                    <a:pt x="2895" y="16120"/>
                  </a:cubicBezTo>
                  <a:lnTo>
                    <a:pt x="13255" y="16120"/>
                  </a:lnTo>
                  <a:cubicBezTo>
                    <a:pt x="13516" y="16120"/>
                    <a:pt x="13727" y="15909"/>
                    <a:pt x="13727" y="15651"/>
                  </a:cubicBezTo>
                  <a:lnTo>
                    <a:pt x="13727" y="13186"/>
                  </a:lnTo>
                  <a:cubicBezTo>
                    <a:pt x="14251" y="13154"/>
                    <a:pt x="14777" y="13001"/>
                    <a:pt x="15196" y="12751"/>
                  </a:cubicBezTo>
                  <a:lnTo>
                    <a:pt x="15211" y="12743"/>
                  </a:lnTo>
                  <a:lnTo>
                    <a:pt x="15922" y="12284"/>
                  </a:lnTo>
                  <a:cubicBezTo>
                    <a:pt x="16207" y="12100"/>
                    <a:pt x="16211" y="11684"/>
                    <a:pt x="15929" y="11495"/>
                  </a:cubicBezTo>
                  <a:lnTo>
                    <a:pt x="15929" y="11495"/>
                  </a:lnTo>
                  <a:lnTo>
                    <a:pt x="15929" y="11498"/>
                  </a:lnTo>
                  <a:lnTo>
                    <a:pt x="15231" y="11032"/>
                  </a:lnTo>
                  <a:lnTo>
                    <a:pt x="15216" y="11022"/>
                  </a:lnTo>
                  <a:cubicBezTo>
                    <a:pt x="14792" y="10763"/>
                    <a:pt x="14259" y="10600"/>
                    <a:pt x="13727" y="10565"/>
                  </a:cubicBezTo>
                  <a:lnTo>
                    <a:pt x="13727" y="475"/>
                  </a:lnTo>
                  <a:cubicBezTo>
                    <a:pt x="13727" y="214"/>
                    <a:pt x="13516" y="1"/>
                    <a:pt x="13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08;p50">
              <a:extLst>
                <a:ext uri="{FF2B5EF4-FFF2-40B4-BE49-F238E27FC236}">
                  <a16:creationId xmlns:a16="http://schemas.microsoft.com/office/drawing/2014/main" id="{D9A9B989-F833-F580-3702-D259C52499F7}"/>
                </a:ext>
              </a:extLst>
            </p:cNvPr>
            <p:cNvSpPr/>
            <p:nvPr/>
          </p:nvSpPr>
          <p:spPr>
            <a:xfrm>
              <a:off x="2930581" y="2374145"/>
              <a:ext cx="125208" cy="79549"/>
            </a:xfrm>
            <a:custGeom>
              <a:avLst/>
              <a:gdLst/>
              <a:ahLst/>
              <a:cxnLst/>
              <a:rect l="l" t="t" r="r" b="b"/>
              <a:pathLst>
                <a:path w="6990" h="4441" extrusionOk="0">
                  <a:moveTo>
                    <a:pt x="6077" y="946"/>
                  </a:moveTo>
                  <a:lnTo>
                    <a:pt x="6077" y="1763"/>
                  </a:lnTo>
                  <a:lnTo>
                    <a:pt x="946" y="1763"/>
                  </a:lnTo>
                  <a:lnTo>
                    <a:pt x="946" y="946"/>
                  </a:lnTo>
                  <a:close/>
                  <a:moveTo>
                    <a:pt x="6077" y="2678"/>
                  </a:moveTo>
                  <a:lnTo>
                    <a:pt x="6077" y="3495"/>
                  </a:lnTo>
                  <a:lnTo>
                    <a:pt x="946" y="3495"/>
                  </a:lnTo>
                  <a:lnTo>
                    <a:pt x="946" y="2678"/>
                  </a:lnTo>
                  <a:close/>
                  <a:moveTo>
                    <a:pt x="472" y="1"/>
                  </a:moveTo>
                  <a:cubicBezTo>
                    <a:pt x="211" y="1"/>
                    <a:pt x="0" y="211"/>
                    <a:pt x="0" y="472"/>
                  </a:cubicBezTo>
                  <a:lnTo>
                    <a:pt x="0" y="3969"/>
                  </a:lnTo>
                  <a:cubicBezTo>
                    <a:pt x="0" y="4228"/>
                    <a:pt x="211" y="4441"/>
                    <a:pt x="472" y="4441"/>
                  </a:cubicBezTo>
                  <a:lnTo>
                    <a:pt x="6520" y="4441"/>
                  </a:lnTo>
                  <a:cubicBezTo>
                    <a:pt x="6779" y="4441"/>
                    <a:pt x="6990" y="4228"/>
                    <a:pt x="6990" y="3969"/>
                  </a:cubicBezTo>
                  <a:lnTo>
                    <a:pt x="6990" y="472"/>
                  </a:lnTo>
                  <a:cubicBezTo>
                    <a:pt x="6990" y="211"/>
                    <a:pt x="6779" y="1"/>
                    <a:pt x="6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81136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39"/>
          <p:cNvSpPr txBox="1">
            <a:spLocks noGrp="1"/>
          </p:cNvSpPr>
          <p:nvPr>
            <p:ph type="title"/>
          </p:nvPr>
        </p:nvSpPr>
        <p:spPr>
          <a:xfrm>
            <a:off x="1894701" y="4033089"/>
            <a:ext cx="46893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—</a:t>
            </a:r>
            <a:r>
              <a:rPr lang="en-US" dirty="0"/>
              <a:t>William Goldman</a:t>
            </a:r>
            <a:endParaRPr b="0" dirty="0"/>
          </a:p>
        </p:txBody>
      </p:sp>
      <p:sp>
        <p:nvSpPr>
          <p:cNvPr id="2335" name="Google Shape;2335;p39"/>
          <p:cNvSpPr txBox="1">
            <a:spLocks noGrp="1"/>
          </p:cNvSpPr>
          <p:nvPr>
            <p:ph type="subTitle" idx="1"/>
          </p:nvPr>
        </p:nvSpPr>
        <p:spPr>
          <a:xfrm>
            <a:off x="164419" y="1352298"/>
            <a:ext cx="5758547" cy="28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“</a:t>
            </a:r>
            <a:r>
              <a:rPr lang="en-US" dirty="0"/>
              <a:t>Nobody knows anything in Hollywood.</a:t>
            </a:r>
            <a:r>
              <a:rPr lang="en-GB" dirty="0"/>
              <a:t>”</a:t>
            </a:r>
          </a:p>
        </p:txBody>
      </p:sp>
      <p:sp>
        <p:nvSpPr>
          <p:cNvPr id="2" name="Google Shape;3307;p51">
            <a:extLst>
              <a:ext uri="{FF2B5EF4-FFF2-40B4-BE49-F238E27FC236}">
                <a16:creationId xmlns:a16="http://schemas.microsoft.com/office/drawing/2014/main" id="{7BD098C0-D484-DB3A-F1DE-650671483BF8}"/>
              </a:ext>
            </a:extLst>
          </p:cNvPr>
          <p:cNvSpPr txBox="1">
            <a:spLocks/>
          </p:cNvSpPr>
          <p:nvPr/>
        </p:nvSpPr>
        <p:spPr>
          <a:xfrm>
            <a:off x="1042179" y="385557"/>
            <a:ext cx="9439374" cy="111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None/>
              <a:defRPr sz="22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None/>
              <a:defRPr sz="3000" b="1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None/>
              <a:defRPr sz="3000" b="1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None/>
              <a:defRPr sz="3000" b="1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None/>
              <a:defRPr sz="3000" b="1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None/>
              <a:defRPr sz="3000" b="1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None/>
              <a:defRPr sz="3000" b="1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None/>
              <a:defRPr sz="3000" b="1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None/>
              <a:defRPr sz="3000" b="1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r>
              <a:rPr lang="en-GB" sz="13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parajita" panose="020B0502040204020203" pitchFamily="18" charset="0"/>
                <a:cs typeface="Aparajita" panose="020B0502040204020203" pitchFamily="18" charset="0"/>
              </a:rPr>
              <a:t>Thank You!</a:t>
            </a:r>
          </a:p>
        </p:txBody>
      </p:sp>
      <p:sp>
        <p:nvSpPr>
          <p:cNvPr id="3" name="Google Shape;1634;p30">
            <a:extLst>
              <a:ext uri="{FF2B5EF4-FFF2-40B4-BE49-F238E27FC236}">
                <a16:creationId xmlns:a16="http://schemas.microsoft.com/office/drawing/2014/main" id="{0BA8362F-EBAD-2270-AA80-D958B0D69E8B}"/>
              </a:ext>
            </a:extLst>
          </p:cNvPr>
          <p:cNvSpPr txBox="1">
            <a:spLocks/>
          </p:cNvSpPr>
          <p:nvPr/>
        </p:nvSpPr>
        <p:spPr>
          <a:xfrm>
            <a:off x="6100308" y="1945725"/>
            <a:ext cx="2096776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3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marL="0" indent="0" algn="r"/>
            <a:r>
              <a:rPr lang="en-GB" dirty="0"/>
              <a:t>Author: Hailey Zheng</a:t>
            </a:r>
          </a:p>
          <a:p>
            <a:pPr marL="0" indent="0" algn="r"/>
            <a:r>
              <a:rPr lang="en-GB" dirty="0"/>
              <a:t>ID: 116843193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" grpId="0"/>
      <p:bldP spid="2335" grpId="0" build="p"/>
      <p:bldP spid="2" grpId="0"/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IzOWY3ZjcwMzYzMjZjZDY4N2YyYzU5OWRjMWEwYmMifQ=="/>
</p:tagLst>
</file>

<file path=ppt/theme/theme1.xml><?xml version="1.0" encoding="utf-8"?>
<a:theme xmlns:a="http://schemas.openxmlformats.org/drawingml/2006/main" name=".">
  <a:themeElements>
    <a:clrScheme name="Simple Light">
      <a:dk1>
        <a:srgbClr val="1A1A1A"/>
      </a:dk1>
      <a:lt1>
        <a:srgbClr val="F3F3F3"/>
      </a:lt1>
      <a:dk2>
        <a:srgbClr val="A2C4C9"/>
      </a:dk2>
      <a:lt2>
        <a:srgbClr val="D9D9D9"/>
      </a:lt2>
      <a:accent1>
        <a:srgbClr val="7A7A7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1580</Words>
  <Application>Microsoft Office PowerPoint</Application>
  <PresentationFormat>On-screen Show (16:9)</PresentationFormat>
  <Paragraphs>225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Source Sans 3</vt:lpstr>
      <vt:lpstr>Aparajita</vt:lpstr>
      <vt:lpstr>Arial</vt:lpstr>
      <vt:lpstr>Bebas Neue</vt:lpstr>
      <vt:lpstr>Nunito Light</vt:lpstr>
      <vt:lpstr>Oxygen</vt:lpstr>
      <vt:lpstr>.</vt:lpstr>
      <vt:lpstr>Movie Revenue Prediction</vt:lpstr>
      <vt:lpstr>Identify the Real World Issue</vt:lpstr>
      <vt:lpstr>How Can Machine Learning help? 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Conclusion</vt:lpstr>
      <vt:lpstr>—William Goldman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Reduction in Manufacturing Industry Business Meeting</dc:title>
  <dc:creator/>
  <cp:lastModifiedBy>Zheng Hanling</cp:lastModifiedBy>
  <cp:revision>3</cp:revision>
  <dcterms:created xsi:type="dcterms:W3CDTF">2024-04-28T13:02:49Z</dcterms:created>
  <dcterms:modified xsi:type="dcterms:W3CDTF">2026-05-03T06:24:30Z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E3EE52EC2C2B4BD79675AF040A74D4A4_12</vt:lpwstr>
  </property>
  <property fmtid="{D5CDD505-2E9C-101B-9397-08002B2CF9AE}" pid="3" name="KSOProductBuildVer">
    <vt:lpwstr>2052-12.1.0.16729</vt:lpwstr>
  </property>
</Properties>
</file>